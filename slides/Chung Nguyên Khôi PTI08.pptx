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9" r:id="rId3"/>
    <p:sldId id="258" r:id="rId4"/>
    <p:sldId id="260" r:id="rId5"/>
    <p:sldId id="266" r:id="rId6"/>
    <p:sldId id="264" r:id="rId7"/>
    <p:sldId id="265" r:id="rId8"/>
    <p:sldId id="270" r:id="rId9"/>
    <p:sldId id="269" r:id="rId10"/>
  </p:sldIdLst>
  <p:sldSz cx="12192000" cy="6858000"/>
  <p:notesSz cx="6858000" cy="9144000"/>
  <p:embeddedFontLst>
    <p:embeddedFont>
      <p:font typeface="Bahnschrift SemiLight" panose="020B0502040204020203" pitchFamily="34" charset="0"/>
      <p:regular r:id="rId11"/>
    </p:embeddedFont>
    <p:embeddedFont>
      <p:font typeface="Bahnschrift SemiLight SemiConde" panose="020B0502040204020203" pitchFamily="34" charset="0"/>
      <p:regular r:id="rId12"/>
    </p:embeddedFont>
    <p:embeddedFont>
      <p:font typeface="Microsoft PhagsPa" panose="020B0502040204020203" pitchFamily="34" charset="0"/>
      <p:regular r:id="rId13"/>
      <p:bold r:id="rId14"/>
    </p:embeddedFont>
    <p:embeddedFont>
      <p:font typeface="MV Boli" panose="02000500030200090000" pitchFamily="2" charset="0"/>
      <p:regular r:id="rId15"/>
    </p:embeddedFont>
    <p:embeddedFont>
      <p:font typeface="Open Sans" panose="020B0606030504020204" pitchFamily="34" charset="0"/>
      <p:regular r:id="rId16"/>
      <p:bold r:id="rId17"/>
      <p:italic r:id="rId18"/>
      <p:boldItalic r:id="rId19"/>
    </p:embeddedFont>
    <p:embeddedFont>
      <p:font typeface="Poppins Medium" panose="00000600000000000000" pitchFamily="2" charset="0"/>
      <p:regular r:id="rId20"/>
      <p:italic r:id="rId21"/>
    </p:embeddedFont>
    <p:embeddedFont>
      <p:font typeface="Poppins SemiBold" panose="00000700000000000000" pitchFamily="2" charset="0"/>
      <p:bold r:id="rId22"/>
      <p:boldItalic r:id="rId23"/>
    </p:embeddedFont>
    <p:embeddedFont>
      <p:font typeface="Segoe Print" panose="02000600000000000000" pitchFamily="2" charset="0"/>
      <p:regular r:id="rId24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D760"/>
    <a:srgbClr val="AA72D4"/>
    <a:srgbClr val="B4B5B2"/>
    <a:srgbClr val="121212"/>
    <a:srgbClr val="231A32"/>
    <a:srgbClr val="171717"/>
    <a:srgbClr val="505050"/>
    <a:srgbClr val="191919"/>
    <a:srgbClr val="2C2C2C"/>
    <a:srgbClr val="2020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2600FB-E5A2-48A8-ADC9-6968E10B5B48}" v="701" dt="2022-12-07T05:42:27.2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34" autoAdjust="0"/>
    <p:restoredTop sz="94660"/>
  </p:normalViewPr>
  <p:slideViewPr>
    <p:cSldViewPr snapToGrid="0" showGuides="1">
      <p:cViewPr varScale="1">
        <p:scale>
          <a:sx n="79" d="100"/>
          <a:sy n="79" d="100"/>
        </p:scale>
        <p:origin x="734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9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l R Babu" userId="3a292d0a-112b-4bc3-bf38-7771656893d2" providerId="ADAL" clId="{992600FB-E5A2-48A8-ADC9-6968E10B5B48}"/>
    <pc:docChg chg="undo redo custSel addSld delSld modSld sldOrd modMainMaster">
      <pc:chgData name="Amal R Babu" userId="3a292d0a-112b-4bc3-bf38-7771656893d2" providerId="ADAL" clId="{992600FB-E5A2-48A8-ADC9-6968E10B5B48}" dt="2022-12-07T05:42:27.275" v="3727"/>
      <pc:docMkLst>
        <pc:docMk/>
      </pc:docMkLst>
      <pc:sldChg chg="addSp delSp modSp mod setBg modClrScheme chgLayout">
        <pc:chgData name="Amal R Babu" userId="3a292d0a-112b-4bc3-bf38-7771656893d2" providerId="ADAL" clId="{992600FB-E5A2-48A8-ADC9-6968E10B5B48}" dt="2022-11-30T06:32:58.769" v="3483" actId="478"/>
        <pc:sldMkLst>
          <pc:docMk/>
          <pc:sldMk cId="700905463" sldId="256"/>
        </pc:sldMkLst>
        <pc:spChg chg="add del">
          <ac:chgData name="Amal R Babu" userId="3a292d0a-112b-4bc3-bf38-7771656893d2" providerId="ADAL" clId="{992600FB-E5A2-48A8-ADC9-6968E10B5B48}" dt="2022-11-30T06:32:21.041" v="3473" actId="21"/>
          <ac:spMkLst>
            <pc:docMk/>
            <pc:sldMk cId="700905463" sldId="256"/>
            <ac:spMk id="2" creationId="{C5EAD4C2-B249-2FC6-95D5-D7BD007287BA}"/>
          </ac:spMkLst>
        </pc:spChg>
        <pc:spChg chg="add del mod ord">
          <ac:chgData name="Amal R Babu" userId="3a292d0a-112b-4bc3-bf38-7771656893d2" providerId="ADAL" clId="{992600FB-E5A2-48A8-ADC9-6968E10B5B48}" dt="2022-11-30T06:32:54.427" v="3480" actId="931"/>
          <ac:spMkLst>
            <pc:docMk/>
            <pc:sldMk cId="700905463" sldId="256"/>
            <ac:spMk id="3" creationId="{B2C91A42-9D21-AF5A-AFBD-4107741D7A57}"/>
          </ac:spMkLst>
        </pc:spChg>
        <pc:spChg chg="add mod topLvl">
          <ac:chgData name="Amal R Babu" userId="3a292d0a-112b-4bc3-bf38-7771656893d2" providerId="ADAL" clId="{992600FB-E5A2-48A8-ADC9-6968E10B5B48}" dt="2022-11-30T06:31:46.663" v="3459" actId="165"/>
          <ac:spMkLst>
            <pc:docMk/>
            <pc:sldMk cId="700905463" sldId="256"/>
            <ac:spMk id="10" creationId="{B7162120-C336-DB7C-C8D0-E12DCCE9DA6B}"/>
          </ac:spMkLst>
        </pc:spChg>
        <pc:spChg chg="add mod topLvl">
          <ac:chgData name="Amal R Babu" userId="3a292d0a-112b-4bc3-bf38-7771656893d2" providerId="ADAL" clId="{992600FB-E5A2-48A8-ADC9-6968E10B5B48}" dt="2022-11-30T06:31:46.663" v="3459" actId="165"/>
          <ac:spMkLst>
            <pc:docMk/>
            <pc:sldMk cId="700905463" sldId="256"/>
            <ac:spMk id="11" creationId="{556CBF17-B44D-BB52-7867-B17C8DCE672C}"/>
          </ac:spMkLst>
        </pc:spChg>
        <pc:spChg chg="add del mod">
          <ac:chgData name="Amal R Babu" userId="3a292d0a-112b-4bc3-bf38-7771656893d2" providerId="ADAL" clId="{992600FB-E5A2-48A8-ADC9-6968E10B5B48}" dt="2022-11-28T07:59:43.622" v="81" actId="478"/>
          <ac:spMkLst>
            <pc:docMk/>
            <pc:sldMk cId="700905463" sldId="256"/>
            <ac:spMk id="15" creationId="{D937201D-4D8F-8828-4A3B-677CD8F4DA2D}"/>
          </ac:spMkLst>
        </pc:spChg>
        <pc:grpChg chg="add del mod topLvl">
          <ac:chgData name="Amal R Babu" userId="3a292d0a-112b-4bc3-bf38-7771656893d2" providerId="ADAL" clId="{992600FB-E5A2-48A8-ADC9-6968E10B5B48}" dt="2022-11-30T06:31:46.663" v="3459" actId="165"/>
          <ac:grpSpMkLst>
            <pc:docMk/>
            <pc:sldMk cId="700905463" sldId="256"/>
            <ac:grpSpMk id="12" creationId="{CEE4B31E-8843-B613-0865-D3C9F49913C2}"/>
          </ac:grpSpMkLst>
        </pc:grpChg>
        <pc:grpChg chg="add del mod topLvl">
          <ac:chgData name="Amal R Babu" userId="3a292d0a-112b-4bc3-bf38-7771656893d2" providerId="ADAL" clId="{992600FB-E5A2-48A8-ADC9-6968E10B5B48}" dt="2022-11-28T06:58:23.699" v="73" actId="165"/>
          <ac:grpSpMkLst>
            <pc:docMk/>
            <pc:sldMk cId="700905463" sldId="256"/>
            <ac:grpSpMk id="13" creationId="{5293679E-A0CA-4EDB-8F4F-8A5A35FDE6C6}"/>
          </ac:grpSpMkLst>
        </pc:grpChg>
        <pc:grpChg chg="add del mod">
          <ac:chgData name="Amal R Babu" userId="3a292d0a-112b-4bc3-bf38-7771656893d2" providerId="ADAL" clId="{992600FB-E5A2-48A8-ADC9-6968E10B5B48}" dt="2022-11-28T06:58:22.986" v="72" actId="165"/>
          <ac:grpSpMkLst>
            <pc:docMk/>
            <pc:sldMk cId="700905463" sldId="256"/>
            <ac:grpSpMk id="14" creationId="{7BF66A67-1ADE-993C-30ED-63CD2A396D2C}"/>
          </ac:grpSpMkLst>
        </pc:grpChg>
        <pc:picChg chg="add mod">
          <ac:chgData name="Amal R Babu" userId="3a292d0a-112b-4bc3-bf38-7771656893d2" providerId="ADAL" clId="{992600FB-E5A2-48A8-ADC9-6968E10B5B48}" dt="2022-11-30T06:32:56.635" v="3482" actId="962"/>
          <ac:picMkLst>
            <pc:docMk/>
            <pc:sldMk cId="700905463" sldId="256"/>
            <ac:picMk id="5" creationId="{4541E43D-50E1-95C0-F275-9CD065940C59}"/>
          </ac:picMkLst>
        </pc:picChg>
        <pc:picChg chg="add del mod">
          <ac:chgData name="Amal R Babu" userId="3a292d0a-112b-4bc3-bf38-7771656893d2" providerId="ADAL" clId="{992600FB-E5A2-48A8-ADC9-6968E10B5B48}" dt="2022-11-28T07:59:48.815" v="82" actId="21"/>
          <ac:picMkLst>
            <pc:docMk/>
            <pc:sldMk cId="700905463" sldId="256"/>
            <ac:picMk id="5" creationId="{E26867CA-9ACC-75AC-0FA8-9C54402920B5}"/>
          </ac:picMkLst>
        </pc:picChg>
        <pc:picChg chg="add del mod topLvl">
          <ac:chgData name="Amal R Babu" userId="3a292d0a-112b-4bc3-bf38-7771656893d2" providerId="ADAL" clId="{992600FB-E5A2-48A8-ADC9-6968E10B5B48}" dt="2022-11-30T06:32:58.769" v="3483" actId="478"/>
          <ac:picMkLst>
            <pc:docMk/>
            <pc:sldMk cId="700905463" sldId="256"/>
            <ac:picMk id="7" creationId="{D5EEB69E-E44E-76E5-9694-82D2D8B23EF7}"/>
          </ac:picMkLst>
        </pc:picChg>
        <pc:picChg chg="add mod topLvl">
          <ac:chgData name="Amal R Babu" userId="3a292d0a-112b-4bc3-bf38-7771656893d2" providerId="ADAL" clId="{992600FB-E5A2-48A8-ADC9-6968E10B5B48}" dt="2022-11-28T06:58:40.820" v="74" actId="1076"/>
          <ac:picMkLst>
            <pc:docMk/>
            <pc:sldMk cId="700905463" sldId="256"/>
            <ac:picMk id="9" creationId="{32DF89D0-F660-08A6-6DB1-3EDA86823BA1}"/>
          </ac:picMkLst>
        </pc:picChg>
      </pc:sldChg>
      <pc:sldChg chg="addSp delSp modSp add del mod setBg">
        <pc:chgData name="Amal R Babu" userId="3a292d0a-112b-4bc3-bf38-7771656893d2" providerId="ADAL" clId="{992600FB-E5A2-48A8-ADC9-6968E10B5B48}" dt="2022-11-28T12:34:06.530" v="2287" actId="47"/>
        <pc:sldMkLst>
          <pc:docMk/>
          <pc:sldMk cId="3577908152" sldId="257"/>
        </pc:sldMkLst>
        <pc:spChg chg="add mod">
          <ac:chgData name="Amal R Babu" userId="3a292d0a-112b-4bc3-bf38-7771656893d2" providerId="ADAL" clId="{992600FB-E5A2-48A8-ADC9-6968E10B5B48}" dt="2022-11-28T08:16:20.303" v="195" actId="12788"/>
          <ac:spMkLst>
            <pc:docMk/>
            <pc:sldMk cId="3577908152" sldId="257"/>
            <ac:spMk id="3" creationId="{1025ACCD-BEFE-4057-D0DA-23300AB28132}"/>
          </ac:spMkLst>
        </pc:spChg>
        <pc:spChg chg="add mod">
          <ac:chgData name="Amal R Babu" userId="3a292d0a-112b-4bc3-bf38-7771656893d2" providerId="ADAL" clId="{992600FB-E5A2-48A8-ADC9-6968E10B5B48}" dt="2022-11-28T08:01:17.120" v="102" actId="164"/>
          <ac:spMkLst>
            <pc:docMk/>
            <pc:sldMk cId="3577908152" sldId="257"/>
            <ac:spMk id="4" creationId="{F85C9BE8-F382-7DF0-2A23-EF042FD71119}"/>
          </ac:spMkLst>
        </pc:spChg>
        <pc:spChg chg="add mod">
          <ac:chgData name="Amal R Babu" userId="3a292d0a-112b-4bc3-bf38-7771656893d2" providerId="ADAL" clId="{992600FB-E5A2-48A8-ADC9-6968E10B5B48}" dt="2022-11-28T08:01:17.120" v="102" actId="164"/>
          <ac:spMkLst>
            <pc:docMk/>
            <pc:sldMk cId="3577908152" sldId="257"/>
            <ac:spMk id="5" creationId="{3F54E8A3-668A-3F3A-D1EA-9A82C2E2130E}"/>
          </ac:spMkLst>
        </pc:spChg>
        <pc:spChg chg="add mod">
          <ac:chgData name="Amal R Babu" userId="3a292d0a-112b-4bc3-bf38-7771656893d2" providerId="ADAL" clId="{992600FB-E5A2-48A8-ADC9-6968E10B5B48}" dt="2022-11-28T08:01:17.120" v="102" actId="164"/>
          <ac:spMkLst>
            <pc:docMk/>
            <pc:sldMk cId="3577908152" sldId="257"/>
            <ac:spMk id="6" creationId="{A3408F0E-7024-852D-650D-D6ED0C99B1A2}"/>
          </ac:spMkLst>
        </pc:spChg>
        <pc:spChg chg="add mod topLvl">
          <ac:chgData name="Amal R Babu" userId="3a292d0a-112b-4bc3-bf38-7771656893d2" providerId="ADAL" clId="{992600FB-E5A2-48A8-ADC9-6968E10B5B48}" dt="2022-11-28T08:56:27.461" v="479" actId="164"/>
          <ac:spMkLst>
            <pc:docMk/>
            <pc:sldMk cId="3577908152" sldId="257"/>
            <ac:spMk id="13" creationId="{4F3E08FA-4C08-7258-FA22-03C53F09604C}"/>
          </ac:spMkLst>
        </pc:spChg>
        <pc:spChg chg="mod topLvl">
          <ac:chgData name="Amal R Babu" userId="3a292d0a-112b-4bc3-bf38-7771656893d2" providerId="ADAL" clId="{992600FB-E5A2-48A8-ADC9-6968E10B5B48}" dt="2022-11-28T08:56:27.461" v="479" actId="164"/>
          <ac:spMkLst>
            <pc:docMk/>
            <pc:sldMk cId="3577908152" sldId="257"/>
            <ac:spMk id="16" creationId="{2913EB48-94F5-98C7-C275-915A1AD4D3EA}"/>
          </ac:spMkLst>
        </pc:spChg>
        <pc:spChg chg="add mod topLvl">
          <ac:chgData name="Amal R Babu" userId="3a292d0a-112b-4bc3-bf38-7771656893d2" providerId="ADAL" clId="{992600FB-E5A2-48A8-ADC9-6968E10B5B48}" dt="2022-11-28T08:56:25.648" v="478" actId="164"/>
          <ac:spMkLst>
            <pc:docMk/>
            <pc:sldMk cId="3577908152" sldId="257"/>
            <ac:spMk id="17" creationId="{29D393BC-86FC-4CA8-8830-E874EA43EE28}"/>
          </ac:spMkLst>
        </pc:spChg>
        <pc:spChg chg="add del mod">
          <ac:chgData name="Amal R Babu" userId="3a292d0a-112b-4bc3-bf38-7771656893d2" providerId="ADAL" clId="{992600FB-E5A2-48A8-ADC9-6968E10B5B48}" dt="2022-11-28T08:07:50.652" v="140" actId="478"/>
          <ac:spMkLst>
            <pc:docMk/>
            <pc:sldMk cId="3577908152" sldId="257"/>
            <ac:spMk id="18" creationId="{A8924C91-2CB2-1EB8-7550-F8628AB9418E}"/>
          </ac:spMkLst>
        </pc:spChg>
        <pc:spChg chg="mod topLvl">
          <ac:chgData name="Amal R Babu" userId="3a292d0a-112b-4bc3-bf38-7771656893d2" providerId="ADAL" clId="{992600FB-E5A2-48A8-ADC9-6968E10B5B48}" dt="2022-11-28T08:56:25.648" v="478" actId="164"/>
          <ac:spMkLst>
            <pc:docMk/>
            <pc:sldMk cId="3577908152" sldId="257"/>
            <ac:spMk id="21" creationId="{88AF1956-F7FB-2ADE-A3E7-1F7329C9752A}"/>
          </ac:spMkLst>
        </pc:spChg>
        <pc:spChg chg="add mod topLvl">
          <ac:chgData name="Amal R Babu" userId="3a292d0a-112b-4bc3-bf38-7771656893d2" providerId="ADAL" clId="{992600FB-E5A2-48A8-ADC9-6968E10B5B48}" dt="2022-11-28T08:56:24.292" v="477" actId="164"/>
          <ac:spMkLst>
            <pc:docMk/>
            <pc:sldMk cId="3577908152" sldId="257"/>
            <ac:spMk id="22" creationId="{B8560F59-A67B-8514-2A4E-47A28A1A48B1}"/>
          </ac:spMkLst>
        </pc:spChg>
        <pc:spChg chg="add del mod">
          <ac:chgData name="Amal R Babu" userId="3a292d0a-112b-4bc3-bf38-7771656893d2" providerId="ADAL" clId="{992600FB-E5A2-48A8-ADC9-6968E10B5B48}" dt="2022-11-28T08:15:25.941" v="176" actId="478"/>
          <ac:spMkLst>
            <pc:docMk/>
            <pc:sldMk cId="3577908152" sldId="257"/>
            <ac:spMk id="23" creationId="{B4E49AEF-851F-F8DA-BEF9-709BC8C8DC90}"/>
          </ac:spMkLst>
        </pc:spChg>
        <pc:spChg chg="mod topLvl">
          <ac:chgData name="Amal R Babu" userId="3a292d0a-112b-4bc3-bf38-7771656893d2" providerId="ADAL" clId="{992600FB-E5A2-48A8-ADC9-6968E10B5B48}" dt="2022-11-28T08:50:29.011" v="433" actId="165"/>
          <ac:spMkLst>
            <pc:docMk/>
            <pc:sldMk cId="3577908152" sldId="257"/>
            <ac:spMk id="27" creationId="{0B437083-C79F-3320-0862-0AE0534D9648}"/>
          </ac:spMkLst>
        </pc:spChg>
        <pc:spChg chg="mod topLvl">
          <ac:chgData name="Amal R Babu" userId="3a292d0a-112b-4bc3-bf38-7771656893d2" providerId="ADAL" clId="{992600FB-E5A2-48A8-ADC9-6968E10B5B48}" dt="2022-11-28T08:50:29.011" v="433" actId="165"/>
          <ac:spMkLst>
            <pc:docMk/>
            <pc:sldMk cId="3577908152" sldId="257"/>
            <ac:spMk id="28" creationId="{3A74A947-106C-8861-FA4A-4F68E2601555}"/>
          </ac:spMkLst>
        </pc:spChg>
        <pc:spChg chg="mod topLvl">
          <ac:chgData name="Amal R Babu" userId="3a292d0a-112b-4bc3-bf38-7771656893d2" providerId="ADAL" clId="{992600FB-E5A2-48A8-ADC9-6968E10B5B48}" dt="2022-11-28T08:50:29.011" v="433" actId="165"/>
          <ac:spMkLst>
            <pc:docMk/>
            <pc:sldMk cId="3577908152" sldId="257"/>
            <ac:spMk id="29" creationId="{D2697409-DA9B-84CF-C5C5-4FA11D3D158F}"/>
          </ac:spMkLst>
        </pc:spChg>
        <pc:spChg chg="add mod topLvl">
          <ac:chgData name="Amal R Babu" userId="3a292d0a-112b-4bc3-bf38-7771656893d2" providerId="ADAL" clId="{992600FB-E5A2-48A8-ADC9-6968E10B5B48}" dt="2022-11-28T08:56:22.619" v="476" actId="164"/>
          <ac:spMkLst>
            <pc:docMk/>
            <pc:sldMk cId="3577908152" sldId="257"/>
            <ac:spMk id="35" creationId="{D7FACB4C-BCA4-434A-8FA8-F4D0A8D4C109}"/>
          </ac:spMkLst>
        </pc:spChg>
        <pc:spChg chg="mod">
          <ac:chgData name="Amal R Babu" userId="3a292d0a-112b-4bc3-bf38-7771656893d2" providerId="ADAL" clId="{992600FB-E5A2-48A8-ADC9-6968E10B5B48}" dt="2022-11-28T08:18:31.529" v="200" actId="571"/>
          <ac:spMkLst>
            <pc:docMk/>
            <pc:sldMk cId="3577908152" sldId="257"/>
            <ac:spMk id="37" creationId="{21D448A8-6E24-FBF9-6200-D387262BF69D}"/>
          </ac:spMkLst>
        </pc:spChg>
        <pc:spChg chg="mod">
          <ac:chgData name="Amal R Babu" userId="3a292d0a-112b-4bc3-bf38-7771656893d2" providerId="ADAL" clId="{992600FB-E5A2-48A8-ADC9-6968E10B5B48}" dt="2022-11-28T08:18:31.529" v="200" actId="571"/>
          <ac:spMkLst>
            <pc:docMk/>
            <pc:sldMk cId="3577908152" sldId="257"/>
            <ac:spMk id="38" creationId="{F6964561-539A-30B2-5597-48913099238F}"/>
          </ac:spMkLst>
        </pc:spChg>
        <pc:spChg chg="mod">
          <ac:chgData name="Amal R Babu" userId="3a292d0a-112b-4bc3-bf38-7771656893d2" providerId="ADAL" clId="{992600FB-E5A2-48A8-ADC9-6968E10B5B48}" dt="2022-11-28T08:18:31.529" v="200" actId="571"/>
          <ac:spMkLst>
            <pc:docMk/>
            <pc:sldMk cId="3577908152" sldId="257"/>
            <ac:spMk id="39" creationId="{EC1E61D0-E656-117D-E777-DEE753C9239F}"/>
          </ac:spMkLst>
        </pc:spChg>
        <pc:spChg chg="add del mod">
          <ac:chgData name="Amal R Babu" userId="3a292d0a-112b-4bc3-bf38-7771656893d2" providerId="ADAL" clId="{992600FB-E5A2-48A8-ADC9-6968E10B5B48}" dt="2022-11-28T08:19:21.868" v="224" actId="478"/>
          <ac:spMkLst>
            <pc:docMk/>
            <pc:sldMk cId="3577908152" sldId="257"/>
            <ac:spMk id="40" creationId="{2541BF61-752C-00E7-12F0-27A44AF393F6}"/>
          </ac:spMkLst>
        </pc:spChg>
        <pc:spChg chg="add del mod">
          <ac:chgData name="Amal R Babu" userId="3a292d0a-112b-4bc3-bf38-7771656893d2" providerId="ADAL" clId="{992600FB-E5A2-48A8-ADC9-6968E10B5B48}" dt="2022-11-28T08:50:29.011" v="433" actId="165"/>
          <ac:spMkLst>
            <pc:docMk/>
            <pc:sldMk cId="3577908152" sldId="257"/>
            <ac:spMk id="41" creationId="{04DE6D2B-6CE6-28FD-8F23-17896ED36EF7}"/>
          </ac:spMkLst>
        </pc:spChg>
        <pc:spChg chg="add del">
          <ac:chgData name="Amal R Babu" userId="3a292d0a-112b-4bc3-bf38-7771656893d2" providerId="ADAL" clId="{992600FB-E5A2-48A8-ADC9-6968E10B5B48}" dt="2022-11-28T08:20:50.041" v="234" actId="11529"/>
          <ac:spMkLst>
            <pc:docMk/>
            <pc:sldMk cId="3577908152" sldId="257"/>
            <ac:spMk id="42" creationId="{0F947966-A80A-CCBE-9E76-2B9350B8E4CC}"/>
          </ac:spMkLst>
        </pc:spChg>
        <pc:spChg chg="mod topLvl">
          <ac:chgData name="Amal R Babu" userId="3a292d0a-112b-4bc3-bf38-7771656893d2" providerId="ADAL" clId="{992600FB-E5A2-48A8-ADC9-6968E10B5B48}" dt="2022-11-28T08:50:29.011" v="433" actId="165"/>
          <ac:spMkLst>
            <pc:docMk/>
            <pc:sldMk cId="3577908152" sldId="257"/>
            <ac:spMk id="49" creationId="{6FEC08F9-B3B1-86EB-79F3-CA1332F8881C}"/>
          </ac:spMkLst>
        </pc:spChg>
        <pc:spChg chg="mod">
          <ac:chgData name="Amal R Babu" userId="3a292d0a-112b-4bc3-bf38-7771656893d2" providerId="ADAL" clId="{992600FB-E5A2-48A8-ADC9-6968E10B5B48}" dt="2022-11-28T08:50:29.011" v="433" actId="165"/>
          <ac:spMkLst>
            <pc:docMk/>
            <pc:sldMk cId="3577908152" sldId="257"/>
            <ac:spMk id="53" creationId="{D20238C3-466E-42F9-B7C9-8DE3867D5B99}"/>
          </ac:spMkLst>
        </pc:spChg>
        <pc:spChg chg="add mod topLvl">
          <ac:chgData name="Amal R Babu" userId="3a292d0a-112b-4bc3-bf38-7771656893d2" providerId="ADAL" clId="{992600FB-E5A2-48A8-ADC9-6968E10B5B48}" dt="2022-11-28T08:56:21.033" v="475" actId="164"/>
          <ac:spMkLst>
            <pc:docMk/>
            <pc:sldMk cId="3577908152" sldId="257"/>
            <ac:spMk id="55" creationId="{A2C13AB5-7A64-00F4-ECBF-90F667E097CA}"/>
          </ac:spMkLst>
        </pc:spChg>
        <pc:spChg chg="add mod topLvl">
          <ac:chgData name="Amal R Babu" userId="3a292d0a-112b-4bc3-bf38-7771656893d2" providerId="ADAL" clId="{992600FB-E5A2-48A8-ADC9-6968E10B5B48}" dt="2022-11-28T08:47:26.774" v="386" actId="164"/>
          <ac:spMkLst>
            <pc:docMk/>
            <pc:sldMk cId="3577908152" sldId="257"/>
            <ac:spMk id="62" creationId="{80EBFF13-875A-B852-A718-B8CEA4E2E071}"/>
          </ac:spMkLst>
        </pc:spChg>
        <pc:spChg chg="mod topLvl">
          <ac:chgData name="Amal R Babu" userId="3a292d0a-112b-4bc3-bf38-7771656893d2" providerId="ADAL" clId="{992600FB-E5A2-48A8-ADC9-6968E10B5B48}" dt="2022-11-28T08:47:26.774" v="386" actId="164"/>
          <ac:spMkLst>
            <pc:docMk/>
            <pc:sldMk cId="3577908152" sldId="257"/>
            <ac:spMk id="65" creationId="{CDDB0EE0-9A9B-05EC-09CB-85DDD46723E8}"/>
          </ac:spMkLst>
        </pc:spChg>
        <pc:spChg chg="mod">
          <ac:chgData name="Amal R Babu" userId="3a292d0a-112b-4bc3-bf38-7771656893d2" providerId="ADAL" clId="{992600FB-E5A2-48A8-ADC9-6968E10B5B48}" dt="2022-11-28T08:47:55.599" v="392" actId="207"/>
          <ac:spMkLst>
            <pc:docMk/>
            <pc:sldMk cId="3577908152" sldId="257"/>
            <ac:spMk id="69" creationId="{EF2D5675-C11D-BD91-9CB3-90C4F1728675}"/>
          </ac:spMkLst>
        </pc:spChg>
        <pc:spChg chg="mod">
          <ac:chgData name="Amal R Babu" userId="3a292d0a-112b-4bc3-bf38-7771656893d2" providerId="ADAL" clId="{992600FB-E5A2-48A8-ADC9-6968E10B5B48}" dt="2022-11-28T08:48:03.574" v="393" actId="207"/>
          <ac:spMkLst>
            <pc:docMk/>
            <pc:sldMk cId="3577908152" sldId="257"/>
            <ac:spMk id="70" creationId="{CD144AEC-A397-5B36-7EA8-6D96609E4671}"/>
          </ac:spMkLst>
        </pc:spChg>
        <pc:spChg chg="add mod">
          <ac:chgData name="Amal R Babu" userId="3a292d0a-112b-4bc3-bf38-7771656893d2" providerId="ADAL" clId="{992600FB-E5A2-48A8-ADC9-6968E10B5B48}" dt="2022-11-28T08:49:54.077" v="420" actId="164"/>
          <ac:spMkLst>
            <pc:docMk/>
            <pc:sldMk cId="3577908152" sldId="257"/>
            <ac:spMk id="71" creationId="{ADD5BFBE-6641-D138-826B-10AF96D14A21}"/>
          </ac:spMkLst>
        </pc:spChg>
        <pc:spChg chg="add mod">
          <ac:chgData name="Amal R Babu" userId="3a292d0a-112b-4bc3-bf38-7771656893d2" providerId="ADAL" clId="{992600FB-E5A2-48A8-ADC9-6968E10B5B48}" dt="2022-11-28T08:49:54.077" v="420" actId="164"/>
          <ac:spMkLst>
            <pc:docMk/>
            <pc:sldMk cId="3577908152" sldId="257"/>
            <ac:spMk id="72" creationId="{41CB0576-DF8B-34D7-6035-B4F1FE7BA261}"/>
          </ac:spMkLst>
        </pc:spChg>
        <pc:spChg chg="mod topLvl">
          <ac:chgData name="Amal R Babu" userId="3a292d0a-112b-4bc3-bf38-7771656893d2" providerId="ADAL" clId="{992600FB-E5A2-48A8-ADC9-6968E10B5B48}" dt="2022-11-28T08:55:07.407" v="468" actId="12789"/>
          <ac:spMkLst>
            <pc:docMk/>
            <pc:sldMk cId="3577908152" sldId="257"/>
            <ac:spMk id="75" creationId="{82381173-9D11-EA28-C232-8562E09E7A8A}"/>
          </ac:spMkLst>
        </pc:spChg>
        <pc:spChg chg="mod topLvl">
          <ac:chgData name="Amal R Babu" userId="3a292d0a-112b-4bc3-bf38-7771656893d2" providerId="ADAL" clId="{992600FB-E5A2-48A8-ADC9-6968E10B5B48}" dt="2022-11-28T08:54:33.766" v="460" actId="1076"/>
          <ac:spMkLst>
            <pc:docMk/>
            <pc:sldMk cId="3577908152" sldId="257"/>
            <ac:spMk id="76" creationId="{49C2A340-4710-5833-FBEA-EC919DD51A6E}"/>
          </ac:spMkLst>
        </pc:spChg>
        <pc:spChg chg="add mod">
          <ac:chgData name="Amal R Babu" userId="3a292d0a-112b-4bc3-bf38-7771656893d2" providerId="ADAL" clId="{992600FB-E5A2-48A8-ADC9-6968E10B5B48}" dt="2022-11-28T08:54:01.684" v="449" actId="12789"/>
          <ac:spMkLst>
            <pc:docMk/>
            <pc:sldMk cId="3577908152" sldId="257"/>
            <ac:spMk id="77" creationId="{7859F75F-3F6A-F6DE-C7C4-920FB32200D1}"/>
          </ac:spMkLst>
        </pc:spChg>
        <pc:spChg chg="mod">
          <ac:chgData name="Amal R Babu" userId="3a292d0a-112b-4bc3-bf38-7771656893d2" providerId="ADAL" clId="{992600FB-E5A2-48A8-ADC9-6968E10B5B48}" dt="2022-11-28T08:54:01.684" v="449" actId="12789"/>
          <ac:spMkLst>
            <pc:docMk/>
            <pc:sldMk cId="3577908152" sldId="257"/>
            <ac:spMk id="80" creationId="{2770181D-94BB-87F9-9F1C-C577F5415446}"/>
          </ac:spMkLst>
        </pc:spChg>
        <pc:spChg chg="add mod">
          <ac:chgData name="Amal R Babu" userId="3a292d0a-112b-4bc3-bf38-7771656893d2" providerId="ADAL" clId="{992600FB-E5A2-48A8-ADC9-6968E10B5B48}" dt="2022-11-28T08:55:09.860" v="469" actId="1035"/>
          <ac:spMkLst>
            <pc:docMk/>
            <pc:sldMk cId="3577908152" sldId="257"/>
            <ac:spMk id="81" creationId="{59106057-6687-7436-2443-36CF82D5A997}"/>
          </ac:spMkLst>
        </pc:spChg>
        <pc:spChg chg="add del mod">
          <ac:chgData name="Amal R Babu" userId="3a292d0a-112b-4bc3-bf38-7771656893d2" providerId="ADAL" clId="{992600FB-E5A2-48A8-ADC9-6968E10B5B48}" dt="2022-11-28T08:55:48.129" v="474" actId="478"/>
          <ac:spMkLst>
            <pc:docMk/>
            <pc:sldMk cId="3577908152" sldId="257"/>
            <ac:spMk id="82" creationId="{0C86E0EF-CBC5-C85F-90A3-BD01AF0F5F04}"/>
          </ac:spMkLst>
        </pc:spChg>
        <pc:spChg chg="add mod">
          <ac:chgData name="Amal R Babu" userId="3a292d0a-112b-4bc3-bf38-7771656893d2" providerId="ADAL" clId="{992600FB-E5A2-48A8-ADC9-6968E10B5B48}" dt="2022-11-28T08:59:43.477" v="524" actId="20577"/>
          <ac:spMkLst>
            <pc:docMk/>
            <pc:sldMk cId="3577908152" sldId="257"/>
            <ac:spMk id="92" creationId="{232C2ADA-8B7B-4990-FB78-B27C9A79E87E}"/>
          </ac:spMkLst>
        </pc:spChg>
        <pc:grpChg chg="add mod">
          <ac:chgData name="Amal R Babu" userId="3a292d0a-112b-4bc3-bf38-7771656893d2" providerId="ADAL" clId="{992600FB-E5A2-48A8-ADC9-6968E10B5B48}" dt="2022-11-28T08:55:30.516" v="471" actId="552"/>
          <ac:grpSpMkLst>
            <pc:docMk/>
            <pc:sldMk cId="3577908152" sldId="257"/>
            <ac:grpSpMk id="8" creationId="{424F5E4E-9FDC-BD92-DDA4-122C91ADE39F}"/>
          </ac:grpSpMkLst>
        </pc:grpChg>
        <pc:grpChg chg="del">
          <ac:chgData name="Amal R Babu" userId="3a292d0a-112b-4bc3-bf38-7771656893d2" providerId="ADAL" clId="{992600FB-E5A2-48A8-ADC9-6968E10B5B48}" dt="2022-11-28T07:59:56.288" v="84" actId="478"/>
          <ac:grpSpMkLst>
            <pc:docMk/>
            <pc:sldMk cId="3577908152" sldId="257"/>
            <ac:grpSpMk id="12" creationId="{CEE4B31E-8843-B613-0865-D3C9F49913C2}"/>
          </ac:grpSpMkLst>
        </pc:grpChg>
        <pc:grpChg chg="del mod">
          <ac:chgData name="Amal R Babu" userId="3a292d0a-112b-4bc3-bf38-7771656893d2" providerId="ADAL" clId="{992600FB-E5A2-48A8-ADC9-6968E10B5B48}" dt="2022-11-28T08:15:00.444" v="169" actId="165"/>
          <ac:grpSpMkLst>
            <pc:docMk/>
            <pc:sldMk cId="3577908152" sldId="257"/>
            <ac:grpSpMk id="26" creationId="{A93A938D-FA08-8374-A579-7E7A09D3321C}"/>
          </ac:grpSpMkLst>
        </pc:grpChg>
        <pc:grpChg chg="add mod topLvl">
          <ac:chgData name="Amal R Babu" userId="3a292d0a-112b-4bc3-bf38-7771656893d2" providerId="ADAL" clId="{992600FB-E5A2-48A8-ADC9-6968E10B5B48}" dt="2022-11-28T08:56:24.292" v="477" actId="164"/>
          <ac:grpSpMkLst>
            <pc:docMk/>
            <pc:sldMk cId="3577908152" sldId="257"/>
            <ac:grpSpMk id="30" creationId="{9ECCC638-745A-4CD5-37F4-34E729654B57}"/>
          </ac:grpSpMkLst>
        </pc:grpChg>
        <pc:grpChg chg="add del mod topLvl">
          <ac:chgData name="Amal R Babu" userId="3a292d0a-112b-4bc3-bf38-7771656893d2" providerId="ADAL" clId="{992600FB-E5A2-48A8-ADC9-6968E10B5B48}" dt="2022-11-28T08:17:52.454" v="198" actId="165"/>
          <ac:grpSpMkLst>
            <pc:docMk/>
            <pc:sldMk cId="3577908152" sldId="257"/>
            <ac:grpSpMk id="31" creationId="{63BDCF4E-7ECC-A07A-6FD4-DB168631C2EE}"/>
          </ac:grpSpMkLst>
        </pc:grpChg>
        <pc:grpChg chg="add del mod topLvl">
          <ac:chgData name="Amal R Babu" userId="3a292d0a-112b-4bc3-bf38-7771656893d2" providerId="ADAL" clId="{992600FB-E5A2-48A8-ADC9-6968E10B5B48}" dt="2022-11-28T08:17:52.454" v="198" actId="165"/>
          <ac:grpSpMkLst>
            <pc:docMk/>
            <pc:sldMk cId="3577908152" sldId="257"/>
            <ac:grpSpMk id="32" creationId="{73B79335-6837-850A-8222-9F9C0072D65F}"/>
          </ac:grpSpMkLst>
        </pc:grpChg>
        <pc:grpChg chg="add del mod topLvl">
          <ac:chgData name="Amal R Babu" userId="3a292d0a-112b-4bc3-bf38-7771656893d2" providerId="ADAL" clId="{992600FB-E5A2-48A8-ADC9-6968E10B5B48}" dt="2022-11-28T08:17:52.454" v="198" actId="165"/>
          <ac:grpSpMkLst>
            <pc:docMk/>
            <pc:sldMk cId="3577908152" sldId="257"/>
            <ac:grpSpMk id="33" creationId="{D5F811C7-CED8-414B-97EC-D5F997F0490F}"/>
          </ac:grpSpMkLst>
        </pc:grpChg>
        <pc:grpChg chg="add del mod">
          <ac:chgData name="Amal R Babu" userId="3a292d0a-112b-4bc3-bf38-7771656893d2" providerId="ADAL" clId="{992600FB-E5A2-48A8-ADC9-6968E10B5B48}" dt="2022-11-28T08:17:50.786" v="197" actId="165"/>
          <ac:grpSpMkLst>
            <pc:docMk/>
            <pc:sldMk cId="3577908152" sldId="257"/>
            <ac:grpSpMk id="34" creationId="{FE9B175D-25ED-82B6-54DE-9958B6F6A527}"/>
          </ac:grpSpMkLst>
        </pc:grpChg>
        <pc:grpChg chg="add del mod">
          <ac:chgData name="Amal R Babu" userId="3a292d0a-112b-4bc3-bf38-7771656893d2" providerId="ADAL" clId="{992600FB-E5A2-48A8-ADC9-6968E10B5B48}" dt="2022-11-28T08:19:02.668" v="221" actId="478"/>
          <ac:grpSpMkLst>
            <pc:docMk/>
            <pc:sldMk cId="3577908152" sldId="257"/>
            <ac:grpSpMk id="36" creationId="{3E6510C9-0CD4-8BEB-42F8-7659B85AB884}"/>
          </ac:grpSpMkLst>
        </pc:grpChg>
        <pc:grpChg chg="add mod topLvl">
          <ac:chgData name="Amal R Babu" userId="3a292d0a-112b-4bc3-bf38-7771656893d2" providerId="ADAL" clId="{992600FB-E5A2-48A8-ADC9-6968E10B5B48}" dt="2022-11-28T08:56:22.619" v="476" actId="164"/>
          <ac:grpSpMkLst>
            <pc:docMk/>
            <pc:sldMk cId="3577908152" sldId="257"/>
            <ac:grpSpMk id="47" creationId="{5C6579D9-4E04-AE17-CF35-68ADBC5766B2}"/>
          </ac:grpSpMkLst>
        </pc:grpChg>
        <pc:grpChg chg="add del mod">
          <ac:chgData name="Amal R Babu" userId="3a292d0a-112b-4bc3-bf38-7771656893d2" providerId="ADAL" clId="{992600FB-E5A2-48A8-ADC9-6968E10B5B48}" dt="2022-11-28T08:23:12.676" v="262" actId="165"/>
          <ac:grpSpMkLst>
            <pc:docMk/>
            <pc:sldMk cId="3577908152" sldId="257"/>
            <ac:grpSpMk id="48" creationId="{90EC1E1A-3514-98EA-8B50-9F7C226D4CE3}"/>
          </ac:grpSpMkLst>
        </pc:grpChg>
        <pc:grpChg chg="add mod topLvl">
          <ac:chgData name="Amal R Babu" userId="3a292d0a-112b-4bc3-bf38-7771656893d2" providerId="ADAL" clId="{992600FB-E5A2-48A8-ADC9-6968E10B5B48}" dt="2022-11-28T08:56:21.033" v="475" actId="164"/>
          <ac:grpSpMkLst>
            <pc:docMk/>
            <pc:sldMk cId="3577908152" sldId="257"/>
            <ac:grpSpMk id="54" creationId="{73F997E9-B116-D8A6-6EF5-C091C7C77B6D}"/>
          </ac:grpSpMkLst>
        </pc:grpChg>
        <pc:grpChg chg="add del mod">
          <ac:chgData name="Amal R Babu" userId="3a292d0a-112b-4bc3-bf38-7771656893d2" providerId="ADAL" clId="{992600FB-E5A2-48A8-ADC9-6968E10B5B48}" dt="2022-11-28T08:50:29.011" v="433" actId="165"/>
          <ac:grpSpMkLst>
            <pc:docMk/>
            <pc:sldMk cId="3577908152" sldId="257"/>
            <ac:grpSpMk id="56" creationId="{B7C4F9EE-0ABC-A17F-30EB-E77E13BB4FFA}"/>
          </ac:grpSpMkLst>
        </pc:grpChg>
        <pc:grpChg chg="add mod">
          <ac:chgData name="Amal R Babu" userId="3a292d0a-112b-4bc3-bf38-7771656893d2" providerId="ADAL" clId="{992600FB-E5A2-48A8-ADC9-6968E10B5B48}" dt="2022-11-28T08:25:30.010" v="324" actId="164"/>
          <ac:grpSpMkLst>
            <pc:docMk/>
            <pc:sldMk cId="3577908152" sldId="257"/>
            <ac:grpSpMk id="57" creationId="{2AFAD052-3308-B081-E07D-BD8B1EEF1432}"/>
          </ac:grpSpMkLst>
        </pc:grpChg>
        <pc:grpChg chg="add del mod">
          <ac:chgData name="Amal R Babu" userId="3a292d0a-112b-4bc3-bf38-7771656893d2" providerId="ADAL" clId="{992600FB-E5A2-48A8-ADC9-6968E10B5B48}" dt="2022-11-28T08:50:29.011" v="433" actId="165"/>
          <ac:grpSpMkLst>
            <pc:docMk/>
            <pc:sldMk cId="3577908152" sldId="257"/>
            <ac:grpSpMk id="58" creationId="{2D151078-1E62-1898-84A6-87751DF2F910}"/>
          </ac:grpSpMkLst>
        </pc:grpChg>
        <pc:grpChg chg="add del mod">
          <ac:chgData name="Amal R Babu" userId="3a292d0a-112b-4bc3-bf38-7771656893d2" providerId="ADAL" clId="{992600FB-E5A2-48A8-ADC9-6968E10B5B48}" dt="2022-11-28T08:50:29.011" v="433" actId="165"/>
          <ac:grpSpMkLst>
            <pc:docMk/>
            <pc:sldMk cId="3577908152" sldId="257"/>
            <ac:grpSpMk id="59" creationId="{13A257CE-B9AB-CBBD-9D04-66BA72E505CF}"/>
          </ac:grpSpMkLst>
        </pc:grpChg>
        <pc:grpChg chg="add del mod">
          <ac:chgData name="Amal R Babu" userId="3a292d0a-112b-4bc3-bf38-7771656893d2" providerId="ADAL" clId="{992600FB-E5A2-48A8-ADC9-6968E10B5B48}" dt="2022-11-28T08:50:29.011" v="433" actId="165"/>
          <ac:grpSpMkLst>
            <pc:docMk/>
            <pc:sldMk cId="3577908152" sldId="257"/>
            <ac:grpSpMk id="60" creationId="{C234DC4E-5D43-0B8C-3011-687848AE9E6C}"/>
          </ac:grpSpMkLst>
        </pc:grpChg>
        <pc:grpChg chg="add del mod">
          <ac:chgData name="Amal R Babu" userId="3a292d0a-112b-4bc3-bf38-7771656893d2" providerId="ADAL" clId="{992600FB-E5A2-48A8-ADC9-6968E10B5B48}" dt="2022-11-28T08:50:29.011" v="433" actId="165"/>
          <ac:grpSpMkLst>
            <pc:docMk/>
            <pc:sldMk cId="3577908152" sldId="257"/>
            <ac:grpSpMk id="61" creationId="{BDE8444C-403A-B883-349A-ABA00529DCED}"/>
          </ac:grpSpMkLst>
        </pc:grpChg>
        <pc:grpChg chg="add del mod">
          <ac:chgData name="Amal R Babu" userId="3a292d0a-112b-4bc3-bf38-7771656893d2" providerId="ADAL" clId="{992600FB-E5A2-48A8-ADC9-6968E10B5B48}" dt="2022-11-28T08:47:19.317" v="384" actId="165"/>
          <ac:grpSpMkLst>
            <pc:docMk/>
            <pc:sldMk cId="3577908152" sldId="257"/>
            <ac:grpSpMk id="66" creationId="{6E9685A6-942A-55E6-9480-1BBAB202866B}"/>
          </ac:grpSpMkLst>
        </pc:grpChg>
        <pc:grpChg chg="add mod">
          <ac:chgData name="Amal R Babu" userId="3a292d0a-112b-4bc3-bf38-7771656893d2" providerId="ADAL" clId="{992600FB-E5A2-48A8-ADC9-6968E10B5B48}" dt="2022-11-28T08:47:37.504" v="388" actId="14100"/>
          <ac:grpSpMkLst>
            <pc:docMk/>
            <pc:sldMk cId="3577908152" sldId="257"/>
            <ac:grpSpMk id="67" creationId="{6D8E5ACC-26DE-243B-180E-E19057A9EB34}"/>
          </ac:grpSpMkLst>
        </pc:grpChg>
        <pc:grpChg chg="add mod">
          <ac:chgData name="Amal R Babu" userId="3a292d0a-112b-4bc3-bf38-7771656893d2" providerId="ADAL" clId="{992600FB-E5A2-48A8-ADC9-6968E10B5B48}" dt="2022-11-28T08:47:41.393" v="390" actId="196"/>
          <ac:grpSpMkLst>
            <pc:docMk/>
            <pc:sldMk cId="3577908152" sldId="257"/>
            <ac:grpSpMk id="68" creationId="{CE1D2690-EA4E-562F-8571-7A8695694CC3}"/>
          </ac:grpSpMkLst>
        </pc:grpChg>
        <pc:grpChg chg="add mod">
          <ac:chgData name="Amal R Babu" userId="3a292d0a-112b-4bc3-bf38-7771656893d2" providerId="ADAL" clId="{992600FB-E5A2-48A8-ADC9-6968E10B5B48}" dt="2022-11-28T08:49:54.077" v="420" actId="164"/>
          <ac:grpSpMkLst>
            <pc:docMk/>
            <pc:sldMk cId="3577908152" sldId="257"/>
            <ac:grpSpMk id="73" creationId="{25268A36-91BD-F774-706B-5A541EC6E5D2}"/>
          </ac:grpSpMkLst>
        </pc:grpChg>
        <pc:grpChg chg="add del mod">
          <ac:chgData name="Amal R Babu" userId="3a292d0a-112b-4bc3-bf38-7771656893d2" providerId="ADAL" clId="{992600FB-E5A2-48A8-ADC9-6968E10B5B48}" dt="2022-11-28T08:50:00.479" v="422" actId="165"/>
          <ac:grpSpMkLst>
            <pc:docMk/>
            <pc:sldMk cId="3577908152" sldId="257"/>
            <ac:grpSpMk id="74" creationId="{28DB4475-9668-7A42-E1B5-3BA34DDFF4E8}"/>
          </ac:grpSpMkLst>
        </pc:grpChg>
        <pc:grpChg chg="add mod">
          <ac:chgData name="Amal R Babu" userId="3a292d0a-112b-4bc3-bf38-7771656893d2" providerId="ADAL" clId="{992600FB-E5A2-48A8-ADC9-6968E10B5B48}" dt="2022-11-28T08:56:48.848" v="485" actId="1076"/>
          <ac:grpSpMkLst>
            <pc:docMk/>
            <pc:sldMk cId="3577908152" sldId="257"/>
            <ac:grpSpMk id="83" creationId="{584AD7E9-12CA-496B-E73B-15806CCA4ADE}"/>
          </ac:grpSpMkLst>
        </pc:grpChg>
        <pc:grpChg chg="add mod">
          <ac:chgData name="Amal R Babu" userId="3a292d0a-112b-4bc3-bf38-7771656893d2" providerId="ADAL" clId="{992600FB-E5A2-48A8-ADC9-6968E10B5B48}" dt="2022-11-28T08:56:51.010" v="486" actId="465"/>
          <ac:grpSpMkLst>
            <pc:docMk/>
            <pc:sldMk cId="3577908152" sldId="257"/>
            <ac:grpSpMk id="84" creationId="{1F54FA08-BB6C-5A06-1AE9-ECB567768EAB}"/>
          </ac:grpSpMkLst>
        </pc:grpChg>
        <pc:grpChg chg="add mod">
          <ac:chgData name="Amal R Babu" userId="3a292d0a-112b-4bc3-bf38-7771656893d2" providerId="ADAL" clId="{992600FB-E5A2-48A8-ADC9-6968E10B5B48}" dt="2022-11-28T08:56:51.010" v="486" actId="465"/>
          <ac:grpSpMkLst>
            <pc:docMk/>
            <pc:sldMk cId="3577908152" sldId="257"/>
            <ac:grpSpMk id="85" creationId="{9E971AB9-428A-DDC4-FE83-CC2EBEBD1A92}"/>
          </ac:grpSpMkLst>
        </pc:grpChg>
        <pc:grpChg chg="add mod">
          <ac:chgData name="Amal R Babu" userId="3a292d0a-112b-4bc3-bf38-7771656893d2" providerId="ADAL" clId="{992600FB-E5A2-48A8-ADC9-6968E10B5B48}" dt="2022-11-28T08:56:51.010" v="486" actId="465"/>
          <ac:grpSpMkLst>
            <pc:docMk/>
            <pc:sldMk cId="3577908152" sldId="257"/>
            <ac:grpSpMk id="86" creationId="{A5D1F4F4-0E92-59CE-16CE-A5A6032FF713}"/>
          </ac:grpSpMkLst>
        </pc:grpChg>
        <pc:grpChg chg="add mod">
          <ac:chgData name="Amal R Babu" userId="3a292d0a-112b-4bc3-bf38-7771656893d2" providerId="ADAL" clId="{992600FB-E5A2-48A8-ADC9-6968E10B5B48}" dt="2022-11-28T08:56:27.461" v="479" actId="164"/>
          <ac:grpSpMkLst>
            <pc:docMk/>
            <pc:sldMk cId="3577908152" sldId="257"/>
            <ac:grpSpMk id="87" creationId="{DEFE48C9-EE6A-BDBA-DD55-ADD4EB4186E5}"/>
          </ac:grpSpMkLst>
        </pc:grpChg>
        <pc:picChg chg="add del mod ord">
          <ac:chgData name="Amal R Babu" userId="3a292d0a-112b-4bc3-bf38-7771656893d2" providerId="ADAL" clId="{992600FB-E5A2-48A8-ADC9-6968E10B5B48}" dt="2022-11-28T08:57:23.610" v="493" actId="21"/>
          <ac:picMkLst>
            <pc:docMk/>
            <pc:sldMk cId="3577908152" sldId="257"/>
            <ac:picMk id="2" creationId="{A73D97F1-C6BB-D4B1-DC75-334F002EC85C}"/>
          </ac:picMkLst>
        </pc:picChg>
        <pc:picChg chg="del">
          <ac:chgData name="Amal R Babu" userId="3a292d0a-112b-4bc3-bf38-7771656893d2" providerId="ADAL" clId="{992600FB-E5A2-48A8-ADC9-6968E10B5B48}" dt="2022-11-28T07:59:56.288" v="84" actId="478"/>
          <ac:picMkLst>
            <pc:docMk/>
            <pc:sldMk cId="3577908152" sldId="257"/>
            <ac:picMk id="7" creationId="{D5EEB69E-E44E-76E5-9694-82D2D8B23EF7}"/>
          </ac:picMkLst>
        </pc:picChg>
        <pc:picChg chg="del">
          <ac:chgData name="Amal R Babu" userId="3a292d0a-112b-4bc3-bf38-7771656893d2" providerId="ADAL" clId="{992600FB-E5A2-48A8-ADC9-6968E10B5B48}" dt="2022-11-28T07:59:56.288" v="84" actId="478"/>
          <ac:picMkLst>
            <pc:docMk/>
            <pc:sldMk cId="3577908152" sldId="257"/>
            <ac:picMk id="9" creationId="{32DF89D0-F660-08A6-6DB1-3EDA86823BA1}"/>
          </ac:picMkLst>
        </pc:picChg>
        <pc:picChg chg="add del mod">
          <ac:chgData name="Amal R Babu" userId="3a292d0a-112b-4bc3-bf38-7771656893d2" providerId="ADAL" clId="{992600FB-E5A2-48A8-ADC9-6968E10B5B48}" dt="2022-11-28T08:04:41.028" v="117" actId="27803"/>
          <ac:picMkLst>
            <pc:docMk/>
            <pc:sldMk cId="3577908152" sldId="257"/>
            <ac:picMk id="15" creationId="{2913EB48-94F5-98C7-C275-915A1AD4D3EA}"/>
          </ac:picMkLst>
        </pc:picChg>
        <pc:picChg chg="add del mod">
          <ac:chgData name="Amal R Babu" userId="3a292d0a-112b-4bc3-bf38-7771656893d2" providerId="ADAL" clId="{992600FB-E5A2-48A8-ADC9-6968E10B5B48}" dt="2022-11-28T08:07:43.369" v="137" actId="27803"/>
          <ac:picMkLst>
            <pc:docMk/>
            <pc:sldMk cId="3577908152" sldId="257"/>
            <ac:picMk id="20" creationId="{88AF1956-F7FB-2ADE-A3E7-1F7329C9752A}"/>
          </ac:picMkLst>
        </pc:picChg>
        <pc:picChg chg="add del mod">
          <ac:chgData name="Amal R Babu" userId="3a292d0a-112b-4bc3-bf38-7771656893d2" providerId="ADAL" clId="{992600FB-E5A2-48A8-ADC9-6968E10B5B48}" dt="2022-11-28T08:14:56.716" v="167" actId="27803"/>
          <ac:picMkLst>
            <pc:docMk/>
            <pc:sldMk cId="3577908152" sldId="257"/>
            <ac:picMk id="25" creationId="{A7D9F091-C8FD-4BD0-0668-1E155061B572}"/>
          </ac:picMkLst>
        </pc:picChg>
        <pc:picChg chg="add del mod">
          <ac:chgData name="Amal R Babu" userId="3a292d0a-112b-4bc3-bf38-7771656893d2" providerId="ADAL" clId="{992600FB-E5A2-48A8-ADC9-6968E10B5B48}" dt="2022-11-28T08:50:29.011" v="433" actId="165"/>
          <ac:picMkLst>
            <pc:docMk/>
            <pc:sldMk cId="3577908152" sldId="257"/>
            <ac:picMk id="44" creationId="{5B31FC8E-FC26-E411-4E49-286671264F79}"/>
          </ac:picMkLst>
        </pc:picChg>
        <pc:picChg chg="add del mod">
          <ac:chgData name="Amal R Babu" userId="3a292d0a-112b-4bc3-bf38-7771656893d2" providerId="ADAL" clId="{992600FB-E5A2-48A8-ADC9-6968E10B5B48}" dt="2022-11-28T08:22:35.793" v="256"/>
          <ac:picMkLst>
            <pc:docMk/>
            <pc:sldMk cId="3577908152" sldId="257"/>
            <ac:picMk id="45" creationId="{B2DEBE4F-BCFA-8CB3-7791-4DBA36626BD2}"/>
          </ac:picMkLst>
        </pc:picChg>
        <pc:picChg chg="add del mod">
          <ac:chgData name="Amal R Babu" userId="3a292d0a-112b-4bc3-bf38-7771656893d2" providerId="ADAL" clId="{992600FB-E5A2-48A8-ADC9-6968E10B5B48}" dt="2022-11-28T08:22:35.793" v="256"/>
          <ac:picMkLst>
            <pc:docMk/>
            <pc:sldMk cId="3577908152" sldId="257"/>
            <ac:picMk id="46" creationId="{6537B9D7-B735-3FC7-7821-41973F721FD3}"/>
          </ac:picMkLst>
        </pc:picChg>
        <pc:picChg chg="del mod topLvl">
          <ac:chgData name="Amal R Babu" userId="3a292d0a-112b-4bc3-bf38-7771656893d2" providerId="ADAL" clId="{992600FB-E5A2-48A8-ADC9-6968E10B5B48}" dt="2022-11-28T08:23:15.739" v="263" actId="478"/>
          <ac:picMkLst>
            <pc:docMk/>
            <pc:sldMk cId="3577908152" sldId="257"/>
            <ac:picMk id="50" creationId="{F0CC4608-E414-61FB-92A1-14A5A71EF722}"/>
          </ac:picMkLst>
        </pc:picChg>
        <pc:picChg chg="add del mod">
          <ac:chgData name="Amal R Babu" userId="3a292d0a-112b-4bc3-bf38-7771656893d2" providerId="ADAL" clId="{992600FB-E5A2-48A8-ADC9-6968E10B5B48}" dt="2022-11-28T08:24:18.611" v="294" actId="27803"/>
          <ac:picMkLst>
            <pc:docMk/>
            <pc:sldMk cId="3577908152" sldId="257"/>
            <ac:picMk id="52" creationId="{D20238C3-466E-42F9-B7C9-8DE3867D5B99}"/>
          </ac:picMkLst>
        </pc:picChg>
        <pc:picChg chg="add del mod">
          <ac:chgData name="Amal R Babu" userId="3a292d0a-112b-4bc3-bf38-7771656893d2" providerId="ADAL" clId="{992600FB-E5A2-48A8-ADC9-6968E10B5B48}" dt="2022-11-28T08:30:49.657" v="372" actId="27803"/>
          <ac:picMkLst>
            <pc:docMk/>
            <pc:sldMk cId="3577908152" sldId="257"/>
            <ac:picMk id="64" creationId="{CDDB0EE0-9A9B-05EC-09CB-85DDD46723E8}"/>
          </ac:picMkLst>
        </pc:picChg>
        <pc:picChg chg="add del mod">
          <ac:chgData name="Amal R Babu" userId="3a292d0a-112b-4bc3-bf38-7771656893d2" providerId="ADAL" clId="{992600FB-E5A2-48A8-ADC9-6968E10B5B48}" dt="2022-11-28T08:53:56.866" v="447" actId="27803"/>
          <ac:picMkLst>
            <pc:docMk/>
            <pc:sldMk cId="3577908152" sldId="257"/>
            <ac:picMk id="79" creationId="{2770181D-94BB-87F9-9F1C-C577F5415446}"/>
          </ac:picMkLst>
        </pc:picChg>
        <pc:cxnChg chg="add mod">
          <ac:chgData name="Amal R Babu" userId="3a292d0a-112b-4bc3-bf38-7771656893d2" providerId="ADAL" clId="{992600FB-E5A2-48A8-ADC9-6968E10B5B48}" dt="2022-11-28T08:57:42.899" v="496" actId="1076"/>
          <ac:cxnSpMkLst>
            <pc:docMk/>
            <pc:sldMk cId="3577908152" sldId="257"/>
            <ac:cxnSpMk id="89" creationId="{6BF68F3E-289A-8A2A-1546-18C89261EBF2}"/>
          </ac:cxnSpMkLst>
        </pc:cxnChg>
      </pc:sldChg>
      <pc:sldChg chg="addSp delSp modSp add mod setBg">
        <pc:chgData name="Amal R Babu" userId="3a292d0a-112b-4bc3-bf38-7771656893d2" providerId="ADAL" clId="{992600FB-E5A2-48A8-ADC9-6968E10B5B48}" dt="2022-11-30T07:49:14.532" v="3591" actId="1076"/>
        <pc:sldMkLst>
          <pc:docMk/>
          <pc:sldMk cId="3017024285" sldId="258"/>
        </pc:sldMkLst>
        <pc:spChg chg="mod">
          <ac:chgData name="Amal R Babu" userId="3a292d0a-112b-4bc3-bf38-7771656893d2" providerId="ADAL" clId="{992600FB-E5A2-48A8-ADC9-6968E10B5B48}" dt="2022-11-30T07:45:21.282" v="3585" actId="34135"/>
          <ac:spMkLst>
            <pc:docMk/>
            <pc:sldMk cId="3017024285" sldId="258"/>
            <ac:spMk id="3" creationId="{1025ACCD-BEFE-4057-D0DA-23300AB28132}"/>
          </ac:spMkLst>
        </pc:spChg>
        <pc:spChg chg="add mod topLvl">
          <ac:chgData name="Amal R Babu" userId="3a292d0a-112b-4bc3-bf38-7771656893d2" providerId="ADAL" clId="{992600FB-E5A2-48A8-ADC9-6968E10B5B48}" dt="2022-11-28T10:54:45.113" v="1118" actId="207"/>
          <ac:spMkLst>
            <pc:docMk/>
            <pc:sldMk cId="3017024285" sldId="258"/>
            <ac:spMk id="9" creationId="{67D53DBD-07C2-B89B-2A5E-6EA3F0CE967B}"/>
          </ac:spMkLst>
        </pc:spChg>
        <pc:spChg chg="mod">
          <ac:chgData name="Amal R Babu" userId="3a292d0a-112b-4bc3-bf38-7771656893d2" providerId="ADAL" clId="{992600FB-E5A2-48A8-ADC9-6968E10B5B48}" dt="2022-11-28T09:03:04.245" v="580" actId="571"/>
          <ac:spMkLst>
            <pc:docMk/>
            <pc:sldMk cId="3017024285" sldId="258"/>
            <ac:spMk id="11" creationId="{6BFB7376-9263-B342-0C9E-88E923A07656}"/>
          </ac:spMkLst>
        </pc:spChg>
        <pc:spChg chg="mod topLvl">
          <ac:chgData name="Amal R Babu" userId="3a292d0a-112b-4bc3-bf38-7771656893d2" providerId="ADAL" clId="{992600FB-E5A2-48A8-ADC9-6968E10B5B48}" dt="2022-11-30T07:42:42.278" v="3582" actId="164"/>
          <ac:spMkLst>
            <pc:docMk/>
            <pc:sldMk cId="3017024285" sldId="258"/>
            <ac:spMk id="13" creationId="{4F3E08FA-4C08-7258-FA22-03C53F09604C}"/>
          </ac:spMkLst>
        </pc:spChg>
        <pc:spChg chg="mod">
          <ac:chgData name="Amal R Babu" userId="3a292d0a-112b-4bc3-bf38-7771656893d2" providerId="ADAL" clId="{992600FB-E5A2-48A8-ADC9-6968E10B5B48}" dt="2022-11-28T09:03:04.245" v="580" actId="571"/>
          <ac:spMkLst>
            <pc:docMk/>
            <pc:sldMk cId="3017024285" sldId="258"/>
            <ac:spMk id="15" creationId="{C310782D-33B9-B2B9-A4FF-73ED60517DF2}"/>
          </ac:spMkLst>
        </pc:spChg>
        <pc:spChg chg="mod topLvl">
          <ac:chgData name="Amal R Babu" userId="3a292d0a-112b-4bc3-bf38-7771656893d2" providerId="ADAL" clId="{992600FB-E5A2-48A8-ADC9-6968E10B5B48}" dt="2022-11-30T07:42:42.278" v="3582" actId="164"/>
          <ac:spMkLst>
            <pc:docMk/>
            <pc:sldMk cId="3017024285" sldId="258"/>
            <ac:spMk id="16" creationId="{2913EB48-94F5-98C7-C275-915A1AD4D3EA}"/>
          </ac:spMkLst>
        </pc:spChg>
        <pc:spChg chg="mod topLvl">
          <ac:chgData name="Amal R Babu" userId="3a292d0a-112b-4bc3-bf38-7771656893d2" providerId="ADAL" clId="{992600FB-E5A2-48A8-ADC9-6968E10B5B48}" dt="2022-11-28T10:54:45.113" v="1118" actId="207"/>
          <ac:spMkLst>
            <pc:docMk/>
            <pc:sldMk cId="3017024285" sldId="258"/>
            <ac:spMk id="17" creationId="{29D393BC-86FC-4CA8-8830-E874EA43EE28}"/>
          </ac:spMkLst>
        </pc:spChg>
        <pc:spChg chg="mod">
          <ac:chgData name="Amal R Babu" userId="3a292d0a-112b-4bc3-bf38-7771656893d2" providerId="ADAL" clId="{992600FB-E5A2-48A8-ADC9-6968E10B5B48}" dt="2022-11-28T09:03:04.245" v="580" actId="571"/>
          <ac:spMkLst>
            <pc:docMk/>
            <pc:sldMk cId="3017024285" sldId="258"/>
            <ac:spMk id="18" creationId="{C427C3CD-0572-9DA7-DA3D-9FC411208DD2}"/>
          </ac:spMkLst>
        </pc:spChg>
        <pc:spChg chg="add mod topLvl">
          <ac:chgData name="Amal R Babu" userId="3a292d0a-112b-4bc3-bf38-7771656893d2" providerId="ADAL" clId="{992600FB-E5A2-48A8-ADC9-6968E10B5B48}" dt="2022-11-28T10:54:45.113" v="1118" actId="207"/>
          <ac:spMkLst>
            <pc:docMk/>
            <pc:sldMk cId="3017024285" sldId="258"/>
            <ac:spMk id="19" creationId="{B5F22004-B568-5F9F-D315-B9048F8F933E}"/>
          </ac:spMkLst>
        </pc:spChg>
        <pc:spChg chg="add mod topLvl">
          <ac:chgData name="Amal R Babu" userId="3a292d0a-112b-4bc3-bf38-7771656893d2" providerId="ADAL" clId="{992600FB-E5A2-48A8-ADC9-6968E10B5B48}" dt="2022-11-28T10:54:45.113" v="1118" actId="207"/>
          <ac:spMkLst>
            <pc:docMk/>
            <pc:sldMk cId="3017024285" sldId="258"/>
            <ac:spMk id="20" creationId="{DBD7492E-2CD4-61A0-9EEE-CEE4E61AED9D}"/>
          </ac:spMkLst>
        </pc:spChg>
        <pc:spChg chg="mod topLvl">
          <ac:chgData name="Amal R Babu" userId="3a292d0a-112b-4bc3-bf38-7771656893d2" providerId="ADAL" clId="{992600FB-E5A2-48A8-ADC9-6968E10B5B48}" dt="2022-11-28T09:56:52.066" v="785" actId="165"/>
          <ac:spMkLst>
            <pc:docMk/>
            <pc:sldMk cId="3017024285" sldId="258"/>
            <ac:spMk id="21" creationId="{88AF1956-F7FB-2ADE-A3E7-1F7329C9752A}"/>
          </ac:spMkLst>
        </pc:spChg>
        <pc:spChg chg="mod topLvl">
          <ac:chgData name="Amal R Babu" userId="3a292d0a-112b-4bc3-bf38-7771656893d2" providerId="ADAL" clId="{992600FB-E5A2-48A8-ADC9-6968E10B5B48}" dt="2022-11-28T10:54:45.113" v="1118" actId="207"/>
          <ac:spMkLst>
            <pc:docMk/>
            <pc:sldMk cId="3017024285" sldId="258"/>
            <ac:spMk id="22" creationId="{B8560F59-A67B-8514-2A4E-47A28A1A48B1}"/>
          </ac:spMkLst>
        </pc:spChg>
        <pc:spChg chg="mod">
          <ac:chgData name="Amal R Babu" userId="3a292d0a-112b-4bc3-bf38-7771656893d2" providerId="ADAL" clId="{992600FB-E5A2-48A8-ADC9-6968E10B5B48}" dt="2022-11-28T09:03:06.464" v="581" actId="571"/>
          <ac:spMkLst>
            <pc:docMk/>
            <pc:sldMk cId="3017024285" sldId="258"/>
            <ac:spMk id="24" creationId="{A2A8C7E1-F09E-8988-95C5-5AD415960E54}"/>
          </ac:spMkLst>
        </pc:spChg>
        <pc:spChg chg="mod topLvl">
          <ac:chgData name="Amal R Babu" userId="3a292d0a-112b-4bc3-bf38-7771656893d2" providerId="ADAL" clId="{992600FB-E5A2-48A8-ADC9-6968E10B5B48}" dt="2022-11-30T07:46:06.929" v="3587" actId="164"/>
          <ac:spMkLst>
            <pc:docMk/>
            <pc:sldMk cId="3017024285" sldId="258"/>
            <ac:spMk id="27" creationId="{0B437083-C79F-3320-0862-0AE0534D9648}"/>
          </ac:spMkLst>
        </pc:spChg>
        <pc:spChg chg="mod topLvl">
          <ac:chgData name="Amal R Babu" userId="3a292d0a-112b-4bc3-bf38-7771656893d2" providerId="ADAL" clId="{992600FB-E5A2-48A8-ADC9-6968E10B5B48}" dt="2022-11-30T07:46:06.929" v="3587" actId="164"/>
          <ac:spMkLst>
            <pc:docMk/>
            <pc:sldMk cId="3017024285" sldId="258"/>
            <ac:spMk id="28" creationId="{3A74A947-106C-8861-FA4A-4F68E2601555}"/>
          </ac:spMkLst>
        </pc:spChg>
        <pc:spChg chg="mod topLvl">
          <ac:chgData name="Amal R Babu" userId="3a292d0a-112b-4bc3-bf38-7771656893d2" providerId="ADAL" clId="{992600FB-E5A2-48A8-ADC9-6968E10B5B48}" dt="2022-11-30T07:46:06.929" v="3587" actId="164"/>
          <ac:spMkLst>
            <pc:docMk/>
            <pc:sldMk cId="3017024285" sldId="258"/>
            <ac:spMk id="29" creationId="{D2697409-DA9B-84CF-C5C5-4FA11D3D158F}"/>
          </ac:spMkLst>
        </pc:spChg>
        <pc:spChg chg="mod">
          <ac:chgData name="Amal R Babu" userId="3a292d0a-112b-4bc3-bf38-7771656893d2" providerId="ADAL" clId="{992600FB-E5A2-48A8-ADC9-6968E10B5B48}" dt="2022-11-28T09:03:06.464" v="581" actId="571"/>
          <ac:spMkLst>
            <pc:docMk/>
            <pc:sldMk cId="3017024285" sldId="258"/>
            <ac:spMk id="31" creationId="{05876784-2495-D370-B460-6F58BA566778}"/>
          </ac:spMkLst>
        </pc:spChg>
        <pc:spChg chg="mod">
          <ac:chgData name="Amal R Babu" userId="3a292d0a-112b-4bc3-bf38-7771656893d2" providerId="ADAL" clId="{992600FB-E5A2-48A8-ADC9-6968E10B5B48}" dt="2022-11-28T09:03:06.464" v="581" actId="571"/>
          <ac:spMkLst>
            <pc:docMk/>
            <pc:sldMk cId="3017024285" sldId="258"/>
            <ac:spMk id="32" creationId="{3ECF6D31-175F-FDD2-EB56-6405FAE9B934}"/>
          </ac:spMkLst>
        </pc:spChg>
        <pc:spChg chg="add mod topLvl">
          <ac:chgData name="Amal R Babu" userId="3a292d0a-112b-4bc3-bf38-7771656893d2" providerId="ADAL" clId="{992600FB-E5A2-48A8-ADC9-6968E10B5B48}" dt="2022-11-28T10:54:45.113" v="1118" actId="207"/>
          <ac:spMkLst>
            <pc:docMk/>
            <pc:sldMk cId="3017024285" sldId="258"/>
            <ac:spMk id="33" creationId="{06426368-13B9-05ED-7B4E-48B8C7532F65}"/>
          </ac:spMkLst>
        </pc:spChg>
        <pc:spChg chg="add mod topLvl">
          <ac:chgData name="Amal R Babu" userId="3a292d0a-112b-4bc3-bf38-7771656893d2" providerId="ADAL" clId="{992600FB-E5A2-48A8-ADC9-6968E10B5B48}" dt="2022-11-28T10:54:45.113" v="1118" actId="207"/>
          <ac:spMkLst>
            <pc:docMk/>
            <pc:sldMk cId="3017024285" sldId="258"/>
            <ac:spMk id="34" creationId="{15C24E6E-5086-DAC3-E400-3CB725E13353}"/>
          </ac:spMkLst>
        </pc:spChg>
        <pc:spChg chg="mod topLvl">
          <ac:chgData name="Amal R Babu" userId="3a292d0a-112b-4bc3-bf38-7771656893d2" providerId="ADAL" clId="{992600FB-E5A2-48A8-ADC9-6968E10B5B48}" dt="2022-11-28T11:20:32.584" v="1498" actId="20577"/>
          <ac:spMkLst>
            <pc:docMk/>
            <pc:sldMk cId="3017024285" sldId="258"/>
            <ac:spMk id="35" creationId="{D7FACB4C-BCA4-434A-8FA8-F4D0A8D4C109}"/>
          </ac:spMkLst>
        </pc:spChg>
        <pc:spChg chg="mod">
          <ac:chgData name="Amal R Babu" userId="3a292d0a-112b-4bc3-bf38-7771656893d2" providerId="ADAL" clId="{992600FB-E5A2-48A8-ADC9-6968E10B5B48}" dt="2022-11-28T09:03:09.755" v="582" actId="571"/>
          <ac:spMkLst>
            <pc:docMk/>
            <pc:sldMk cId="3017024285" sldId="258"/>
            <ac:spMk id="37" creationId="{18E59CDE-9640-3144-1FEC-469984118858}"/>
          </ac:spMkLst>
        </pc:spChg>
        <pc:spChg chg="mod">
          <ac:chgData name="Amal R Babu" userId="3a292d0a-112b-4bc3-bf38-7771656893d2" providerId="ADAL" clId="{992600FB-E5A2-48A8-ADC9-6968E10B5B48}" dt="2022-11-28T09:03:09.755" v="582" actId="571"/>
          <ac:spMkLst>
            <pc:docMk/>
            <pc:sldMk cId="3017024285" sldId="258"/>
            <ac:spMk id="40" creationId="{718FFA43-7C1F-C128-7B73-14708ED04687}"/>
          </ac:spMkLst>
        </pc:spChg>
        <pc:spChg chg="mod topLvl">
          <ac:chgData name="Amal R Babu" userId="3a292d0a-112b-4bc3-bf38-7771656893d2" providerId="ADAL" clId="{992600FB-E5A2-48A8-ADC9-6968E10B5B48}" dt="2022-11-30T07:46:54.843" v="3589" actId="164"/>
          <ac:spMkLst>
            <pc:docMk/>
            <pc:sldMk cId="3017024285" sldId="258"/>
            <ac:spMk id="41" creationId="{04DE6D2B-6CE6-28FD-8F23-17896ED36EF7}"/>
          </ac:spMkLst>
        </pc:spChg>
        <pc:spChg chg="mod">
          <ac:chgData name="Amal R Babu" userId="3a292d0a-112b-4bc3-bf38-7771656893d2" providerId="ADAL" clId="{992600FB-E5A2-48A8-ADC9-6968E10B5B48}" dt="2022-11-28T09:03:09.755" v="582" actId="571"/>
          <ac:spMkLst>
            <pc:docMk/>
            <pc:sldMk cId="3017024285" sldId="258"/>
            <ac:spMk id="42" creationId="{9485AE91-E54E-24A5-A246-62B11C0D1AE4}"/>
          </ac:spMkLst>
        </pc:spChg>
        <pc:spChg chg="add del mod topLvl">
          <ac:chgData name="Amal R Babu" userId="3a292d0a-112b-4bc3-bf38-7771656893d2" providerId="ADAL" clId="{992600FB-E5A2-48A8-ADC9-6968E10B5B48}" dt="2022-11-30T06:31:13.285" v="3456" actId="478"/>
          <ac:spMkLst>
            <pc:docMk/>
            <pc:sldMk cId="3017024285" sldId="258"/>
            <ac:spMk id="43" creationId="{4085F982-777E-59AD-4DB4-B07024AB9EAF}"/>
          </ac:spMkLst>
        </pc:spChg>
        <pc:spChg chg="mod">
          <ac:chgData name="Amal R Babu" userId="3a292d0a-112b-4bc3-bf38-7771656893d2" providerId="ADAL" clId="{992600FB-E5A2-48A8-ADC9-6968E10B5B48}" dt="2022-11-28T09:56:52.066" v="785" actId="165"/>
          <ac:spMkLst>
            <pc:docMk/>
            <pc:sldMk cId="3017024285" sldId="258"/>
            <ac:spMk id="49" creationId="{6FEC08F9-B3B1-86EB-79F3-CA1332F8881C}"/>
          </ac:spMkLst>
        </pc:spChg>
        <pc:spChg chg="mod topLvl">
          <ac:chgData name="Amal R Babu" userId="3a292d0a-112b-4bc3-bf38-7771656893d2" providerId="ADAL" clId="{992600FB-E5A2-48A8-ADC9-6968E10B5B48}" dt="2022-11-28T09:56:49.100" v="784" actId="165"/>
          <ac:spMkLst>
            <pc:docMk/>
            <pc:sldMk cId="3017024285" sldId="258"/>
            <ac:spMk id="50" creationId="{0E2B6178-FB2D-9772-47AD-87A734026875}"/>
          </ac:spMkLst>
        </pc:spChg>
        <pc:spChg chg="del mod topLvl">
          <ac:chgData name="Amal R Babu" userId="3a292d0a-112b-4bc3-bf38-7771656893d2" providerId="ADAL" clId="{992600FB-E5A2-48A8-ADC9-6968E10B5B48}" dt="2022-11-28T09:06:42.977" v="668" actId="478"/>
          <ac:spMkLst>
            <pc:docMk/>
            <pc:sldMk cId="3017024285" sldId="258"/>
            <ac:spMk id="51" creationId="{58A587BC-8CD7-C3F4-2C2C-47E789DD6A31}"/>
          </ac:spMkLst>
        </pc:spChg>
        <pc:spChg chg="mod">
          <ac:chgData name="Amal R Babu" userId="3a292d0a-112b-4bc3-bf38-7771656893d2" providerId="ADAL" clId="{992600FB-E5A2-48A8-ADC9-6968E10B5B48}" dt="2022-11-28T09:56:52.066" v="785" actId="165"/>
          <ac:spMkLst>
            <pc:docMk/>
            <pc:sldMk cId="3017024285" sldId="258"/>
            <ac:spMk id="53" creationId="{D20238C3-466E-42F9-B7C9-8DE3867D5B99}"/>
          </ac:spMkLst>
        </pc:spChg>
        <pc:spChg chg="mod topLvl">
          <ac:chgData name="Amal R Babu" userId="3a292d0a-112b-4bc3-bf38-7771656893d2" providerId="ADAL" clId="{992600FB-E5A2-48A8-ADC9-6968E10B5B48}" dt="2022-11-28T10:54:45.113" v="1118" actId="207"/>
          <ac:spMkLst>
            <pc:docMk/>
            <pc:sldMk cId="3017024285" sldId="258"/>
            <ac:spMk id="55" creationId="{A2C13AB5-7A64-00F4-ECBF-90F667E097CA}"/>
          </ac:spMkLst>
        </pc:spChg>
        <pc:spChg chg="mod topLvl">
          <ac:chgData name="Amal R Babu" userId="3a292d0a-112b-4bc3-bf38-7771656893d2" providerId="ADAL" clId="{992600FB-E5A2-48A8-ADC9-6968E10B5B48}" dt="2022-11-28T09:56:49.100" v="784" actId="165"/>
          <ac:spMkLst>
            <pc:docMk/>
            <pc:sldMk cId="3017024285" sldId="258"/>
            <ac:spMk id="58" creationId="{84827C04-91A4-59E2-705C-138BA0A13DA9}"/>
          </ac:spMkLst>
        </pc:spChg>
        <pc:spChg chg="del mod topLvl">
          <ac:chgData name="Amal R Babu" userId="3a292d0a-112b-4bc3-bf38-7771656893d2" providerId="ADAL" clId="{992600FB-E5A2-48A8-ADC9-6968E10B5B48}" dt="2022-11-28T09:09:45.933" v="682" actId="478"/>
          <ac:spMkLst>
            <pc:docMk/>
            <pc:sldMk cId="3017024285" sldId="258"/>
            <ac:spMk id="59" creationId="{48E59605-0AE5-61C6-1783-83B496AF6628}"/>
          </ac:spMkLst>
        </pc:spChg>
        <pc:spChg chg="mod topLvl">
          <ac:chgData name="Amal R Babu" userId="3a292d0a-112b-4bc3-bf38-7771656893d2" providerId="ADAL" clId="{992600FB-E5A2-48A8-ADC9-6968E10B5B48}" dt="2022-11-30T07:49:14.532" v="3591" actId="1076"/>
          <ac:spMkLst>
            <pc:docMk/>
            <pc:sldMk cId="3017024285" sldId="258"/>
            <ac:spMk id="64" creationId="{1026419F-9D4F-D6A0-6D28-43C551A1C434}"/>
          </ac:spMkLst>
        </pc:spChg>
        <pc:spChg chg="del mod topLvl">
          <ac:chgData name="Amal R Babu" userId="3a292d0a-112b-4bc3-bf38-7771656893d2" providerId="ADAL" clId="{992600FB-E5A2-48A8-ADC9-6968E10B5B48}" dt="2022-11-28T09:11:33.584" v="695" actId="478"/>
          <ac:spMkLst>
            <pc:docMk/>
            <pc:sldMk cId="3017024285" sldId="258"/>
            <ac:spMk id="66" creationId="{343A34EE-FACA-87F6-C34C-C48FA261057B}"/>
          </ac:spMkLst>
        </pc:spChg>
        <pc:spChg chg="del mod topLvl">
          <ac:chgData name="Amal R Babu" userId="3a292d0a-112b-4bc3-bf38-7771656893d2" providerId="ADAL" clId="{992600FB-E5A2-48A8-ADC9-6968E10B5B48}" dt="2022-11-28T09:11:33.584" v="695" actId="478"/>
          <ac:spMkLst>
            <pc:docMk/>
            <pc:sldMk cId="3017024285" sldId="258"/>
            <ac:spMk id="74" creationId="{5B42EE59-4515-BD30-FCAE-280B6AFE3380}"/>
          </ac:spMkLst>
        </pc:spChg>
        <pc:spChg chg="del mod topLvl">
          <ac:chgData name="Amal R Babu" userId="3a292d0a-112b-4bc3-bf38-7771656893d2" providerId="ADAL" clId="{992600FB-E5A2-48A8-ADC9-6968E10B5B48}" dt="2022-11-28T09:11:33.584" v="695" actId="478"/>
          <ac:spMkLst>
            <pc:docMk/>
            <pc:sldMk cId="3017024285" sldId="258"/>
            <ac:spMk id="78" creationId="{76F5A106-D35F-A26F-E7EB-B416BEC7EDF2}"/>
          </ac:spMkLst>
        </pc:spChg>
        <pc:spChg chg="mod topLvl">
          <ac:chgData name="Amal R Babu" userId="3a292d0a-112b-4bc3-bf38-7771656893d2" providerId="ADAL" clId="{992600FB-E5A2-48A8-ADC9-6968E10B5B48}" dt="2022-11-28T09:56:49.100" v="784" actId="165"/>
          <ac:spMkLst>
            <pc:docMk/>
            <pc:sldMk cId="3017024285" sldId="258"/>
            <ac:spMk id="79" creationId="{658172E2-3787-64CE-5910-C25C444076A5}"/>
          </ac:spMkLst>
        </pc:spChg>
        <pc:spChg chg="del mod topLvl">
          <ac:chgData name="Amal R Babu" userId="3a292d0a-112b-4bc3-bf38-7771656893d2" providerId="ADAL" clId="{992600FB-E5A2-48A8-ADC9-6968E10B5B48}" dt="2022-11-28T09:11:34.888" v="696" actId="478"/>
          <ac:spMkLst>
            <pc:docMk/>
            <pc:sldMk cId="3017024285" sldId="258"/>
            <ac:spMk id="82" creationId="{26B1158B-41FF-E087-2774-50E4BA3B0F0E}"/>
          </ac:spMkLst>
        </pc:spChg>
        <pc:spChg chg="mod topLvl">
          <ac:chgData name="Amal R Babu" userId="3a292d0a-112b-4bc3-bf38-7771656893d2" providerId="ADAL" clId="{992600FB-E5A2-48A8-ADC9-6968E10B5B48}" dt="2022-11-28T10:55:12.042" v="1122" actId="1036"/>
          <ac:spMkLst>
            <pc:docMk/>
            <pc:sldMk cId="3017024285" sldId="258"/>
            <ac:spMk id="92" creationId="{232C2ADA-8B7B-4990-FB78-B27C9A79E87E}"/>
          </ac:spMkLst>
        </pc:spChg>
        <pc:spChg chg="mod topLvl">
          <ac:chgData name="Amal R Babu" userId="3a292d0a-112b-4bc3-bf38-7771656893d2" providerId="ADAL" clId="{992600FB-E5A2-48A8-ADC9-6968E10B5B48}" dt="2022-11-28T09:56:49.100" v="784" actId="165"/>
          <ac:spMkLst>
            <pc:docMk/>
            <pc:sldMk cId="3017024285" sldId="258"/>
            <ac:spMk id="94" creationId="{149494EE-3A8F-DAC0-A98E-4649108E72E4}"/>
          </ac:spMkLst>
        </pc:spChg>
        <pc:spChg chg="del mod topLvl">
          <ac:chgData name="Amal R Babu" userId="3a292d0a-112b-4bc3-bf38-7771656893d2" providerId="ADAL" clId="{992600FB-E5A2-48A8-ADC9-6968E10B5B48}" dt="2022-11-28T09:14:31.654" v="710" actId="478"/>
          <ac:spMkLst>
            <pc:docMk/>
            <pc:sldMk cId="3017024285" sldId="258"/>
            <ac:spMk id="95" creationId="{0D630C03-B36C-39F6-6C79-8F573621AEF4}"/>
          </ac:spMkLst>
        </pc:spChg>
        <pc:spChg chg="add del mod topLvl">
          <ac:chgData name="Amal R Babu" userId="3a292d0a-112b-4bc3-bf38-7771656893d2" providerId="ADAL" clId="{992600FB-E5A2-48A8-ADC9-6968E10B5B48}" dt="2022-11-28T09:56:49.100" v="784" actId="165"/>
          <ac:spMkLst>
            <pc:docMk/>
            <pc:sldMk cId="3017024285" sldId="258"/>
            <ac:spMk id="96" creationId="{1D716285-1ADB-8062-28AF-3D63F2CFC065}"/>
          </ac:spMkLst>
        </pc:spChg>
        <pc:spChg chg="del mod topLvl">
          <ac:chgData name="Amal R Babu" userId="3a292d0a-112b-4bc3-bf38-7771656893d2" providerId="ADAL" clId="{992600FB-E5A2-48A8-ADC9-6968E10B5B48}" dt="2022-11-28T09:14:38.767" v="713" actId="478"/>
          <ac:spMkLst>
            <pc:docMk/>
            <pc:sldMk cId="3017024285" sldId="258"/>
            <ac:spMk id="97" creationId="{90B083E3-3DE5-599E-82E5-4FCABDDC2E4A}"/>
          </ac:spMkLst>
        </pc:spChg>
        <pc:spChg chg="mod topLvl">
          <ac:chgData name="Amal R Babu" userId="3a292d0a-112b-4bc3-bf38-7771656893d2" providerId="ADAL" clId="{992600FB-E5A2-48A8-ADC9-6968E10B5B48}" dt="2022-11-28T09:56:49.100" v="784" actId="165"/>
          <ac:spMkLst>
            <pc:docMk/>
            <pc:sldMk cId="3017024285" sldId="258"/>
            <ac:spMk id="102" creationId="{BC336F4F-319C-E66A-14BA-28906300DE58}"/>
          </ac:spMkLst>
        </pc:spChg>
        <pc:spChg chg="mod topLvl">
          <ac:chgData name="Amal R Babu" userId="3a292d0a-112b-4bc3-bf38-7771656893d2" providerId="ADAL" clId="{992600FB-E5A2-48A8-ADC9-6968E10B5B48}" dt="2022-11-28T10:13:05.635" v="1004" actId="1076"/>
          <ac:spMkLst>
            <pc:docMk/>
            <pc:sldMk cId="3017024285" sldId="258"/>
            <ac:spMk id="103" creationId="{29B0C45B-43BB-5FBD-2EEB-988D2B901594}"/>
          </ac:spMkLst>
        </pc:spChg>
        <pc:spChg chg="mod topLvl">
          <ac:chgData name="Amal R Babu" userId="3a292d0a-112b-4bc3-bf38-7771656893d2" providerId="ADAL" clId="{992600FB-E5A2-48A8-ADC9-6968E10B5B48}" dt="2022-11-28T10:13:05.635" v="1004" actId="1076"/>
          <ac:spMkLst>
            <pc:docMk/>
            <pc:sldMk cId="3017024285" sldId="258"/>
            <ac:spMk id="104" creationId="{74C5E675-701B-8094-F5F5-D71CAAE61688}"/>
          </ac:spMkLst>
        </pc:spChg>
        <pc:spChg chg="del mod topLvl">
          <ac:chgData name="Amal R Babu" userId="3a292d0a-112b-4bc3-bf38-7771656893d2" providerId="ADAL" clId="{992600FB-E5A2-48A8-ADC9-6968E10B5B48}" dt="2022-11-28T09:51:55.228" v="726" actId="478"/>
          <ac:spMkLst>
            <pc:docMk/>
            <pc:sldMk cId="3017024285" sldId="258"/>
            <ac:spMk id="105" creationId="{047252B4-D7F8-C228-24FE-6D1897A378E6}"/>
          </ac:spMkLst>
        </pc:spChg>
        <pc:spChg chg="del mod topLvl">
          <ac:chgData name="Amal R Babu" userId="3a292d0a-112b-4bc3-bf38-7771656893d2" providerId="ADAL" clId="{992600FB-E5A2-48A8-ADC9-6968E10B5B48}" dt="2022-11-30T06:31:13.285" v="3456" actId="478"/>
          <ac:spMkLst>
            <pc:docMk/>
            <pc:sldMk cId="3017024285" sldId="258"/>
            <ac:spMk id="109" creationId="{B205D4A8-03D0-E92D-2A10-7A44B4A53BD1}"/>
          </ac:spMkLst>
        </pc:spChg>
        <pc:spChg chg="del mod topLvl">
          <ac:chgData name="Amal R Babu" userId="3a292d0a-112b-4bc3-bf38-7771656893d2" providerId="ADAL" clId="{992600FB-E5A2-48A8-ADC9-6968E10B5B48}" dt="2022-11-28T09:54:14.044" v="742" actId="478"/>
          <ac:spMkLst>
            <pc:docMk/>
            <pc:sldMk cId="3017024285" sldId="258"/>
            <ac:spMk id="110" creationId="{34BEFDCD-12C2-69E4-73F6-CBC34E15DD13}"/>
          </ac:spMkLst>
        </pc:spChg>
        <pc:spChg chg="del mod topLvl">
          <ac:chgData name="Amal R Babu" userId="3a292d0a-112b-4bc3-bf38-7771656893d2" providerId="ADAL" clId="{992600FB-E5A2-48A8-ADC9-6968E10B5B48}" dt="2022-11-28T09:54:14.044" v="742" actId="478"/>
          <ac:spMkLst>
            <pc:docMk/>
            <pc:sldMk cId="3017024285" sldId="258"/>
            <ac:spMk id="111" creationId="{1370D0EB-FC16-F252-85CC-517536061DBC}"/>
          </ac:spMkLst>
        </pc:spChg>
        <pc:spChg chg="del mod topLvl">
          <ac:chgData name="Amal R Babu" userId="3a292d0a-112b-4bc3-bf38-7771656893d2" providerId="ADAL" clId="{992600FB-E5A2-48A8-ADC9-6968E10B5B48}" dt="2022-11-28T09:54:14.044" v="742" actId="478"/>
          <ac:spMkLst>
            <pc:docMk/>
            <pc:sldMk cId="3017024285" sldId="258"/>
            <ac:spMk id="112" creationId="{0AECB292-1029-21A6-2E2A-AB91E7911531}"/>
          </ac:spMkLst>
        </pc:spChg>
        <pc:spChg chg="del mod topLvl">
          <ac:chgData name="Amal R Babu" userId="3a292d0a-112b-4bc3-bf38-7771656893d2" providerId="ADAL" clId="{992600FB-E5A2-48A8-ADC9-6968E10B5B48}" dt="2022-11-28T09:54:14.044" v="742" actId="478"/>
          <ac:spMkLst>
            <pc:docMk/>
            <pc:sldMk cId="3017024285" sldId="258"/>
            <ac:spMk id="113" creationId="{C62A8B6B-3814-DC4C-060A-B9DA22585D4E}"/>
          </ac:spMkLst>
        </pc:spChg>
        <pc:spChg chg="add mod topLvl">
          <ac:chgData name="Amal R Babu" userId="3a292d0a-112b-4bc3-bf38-7771656893d2" providerId="ADAL" clId="{992600FB-E5A2-48A8-ADC9-6968E10B5B48}" dt="2022-11-28T10:13:09.572" v="1005" actId="14100"/>
          <ac:spMkLst>
            <pc:docMk/>
            <pc:sldMk cId="3017024285" sldId="258"/>
            <ac:spMk id="128" creationId="{41223AA4-B730-3AEB-3564-71CF3E904C71}"/>
          </ac:spMkLst>
        </pc:spChg>
        <pc:spChg chg="mod topLvl">
          <ac:chgData name="Amal R Babu" userId="3a292d0a-112b-4bc3-bf38-7771656893d2" providerId="ADAL" clId="{992600FB-E5A2-48A8-ADC9-6968E10B5B48}" dt="2022-11-28T10:02:02.235" v="846" actId="165"/>
          <ac:spMkLst>
            <pc:docMk/>
            <pc:sldMk cId="3017024285" sldId="258"/>
            <ac:spMk id="130" creationId="{DE0006AF-31CB-231E-D4F6-D868DFE9BE73}"/>
          </ac:spMkLst>
        </pc:spChg>
        <pc:spChg chg="mod topLvl">
          <ac:chgData name="Amal R Babu" userId="3a292d0a-112b-4bc3-bf38-7771656893d2" providerId="ADAL" clId="{992600FB-E5A2-48A8-ADC9-6968E10B5B48}" dt="2022-11-28T10:02:02.235" v="846" actId="165"/>
          <ac:spMkLst>
            <pc:docMk/>
            <pc:sldMk cId="3017024285" sldId="258"/>
            <ac:spMk id="131" creationId="{9B399B2D-B4AD-4519-5980-902ACC86562F}"/>
          </ac:spMkLst>
        </pc:spChg>
        <pc:spChg chg="add del mod topLvl">
          <ac:chgData name="Amal R Babu" userId="3a292d0a-112b-4bc3-bf38-7771656893d2" providerId="ADAL" clId="{992600FB-E5A2-48A8-ADC9-6968E10B5B48}" dt="2022-11-28T10:01:32.283" v="838" actId="478"/>
          <ac:spMkLst>
            <pc:docMk/>
            <pc:sldMk cId="3017024285" sldId="258"/>
            <ac:spMk id="132" creationId="{C3503128-C014-83E8-067D-BE687CACD37C}"/>
          </ac:spMkLst>
        </pc:spChg>
        <pc:spChg chg="add del mod topLvl">
          <ac:chgData name="Amal R Babu" userId="3a292d0a-112b-4bc3-bf38-7771656893d2" providerId="ADAL" clId="{992600FB-E5A2-48A8-ADC9-6968E10B5B48}" dt="2022-11-28T10:01:32.283" v="838" actId="478"/>
          <ac:spMkLst>
            <pc:docMk/>
            <pc:sldMk cId="3017024285" sldId="258"/>
            <ac:spMk id="133" creationId="{22AC2BEF-659A-9BFF-B7F9-7B06A71275E0}"/>
          </ac:spMkLst>
        </pc:spChg>
        <pc:spChg chg="add mod topLvl">
          <ac:chgData name="Amal R Babu" userId="3a292d0a-112b-4bc3-bf38-7771656893d2" providerId="ADAL" clId="{992600FB-E5A2-48A8-ADC9-6968E10B5B48}" dt="2022-11-28T10:02:02.235" v="846" actId="165"/>
          <ac:spMkLst>
            <pc:docMk/>
            <pc:sldMk cId="3017024285" sldId="258"/>
            <ac:spMk id="134" creationId="{DCF34284-4ECD-5A3E-7B23-7CB453163349}"/>
          </ac:spMkLst>
        </pc:spChg>
        <pc:spChg chg="add mod topLvl">
          <ac:chgData name="Amal R Babu" userId="3a292d0a-112b-4bc3-bf38-7771656893d2" providerId="ADAL" clId="{992600FB-E5A2-48A8-ADC9-6968E10B5B48}" dt="2022-11-28T10:02:02.235" v="846" actId="165"/>
          <ac:spMkLst>
            <pc:docMk/>
            <pc:sldMk cId="3017024285" sldId="258"/>
            <ac:spMk id="135" creationId="{5BB3C482-6436-283A-CBED-C315BA5304DF}"/>
          </ac:spMkLst>
        </pc:spChg>
        <pc:spChg chg="mod topLvl">
          <ac:chgData name="Amal R Babu" userId="3a292d0a-112b-4bc3-bf38-7771656893d2" providerId="ADAL" clId="{992600FB-E5A2-48A8-ADC9-6968E10B5B48}" dt="2022-11-28T10:02:02.235" v="846" actId="165"/>
          <ac:spMkLst>
            <pc:docMk/>
            <pc:sldMk cId="3017024285" sldId="258"/>
            <ac:spMk id="137" creationId="{C47EE6C9-0F5E-321F-508D-CF1B448127FD}"/>
          </ac:spMkLst>
        </pc:spChg>
        <pc:spChg chg="mod topLvl">
          <ac:chgData name="Amal R Babu" userId="3a292d0a-112b-4bc3-bf38-7771656893d2" providerId="ADAL" clId="{992600FB-E5A2-48A8-ADC9-6968E10B5B48}" dt="2022-11-28T10:02:02.235" v="846" actId="165"/>
          <ac:spMkLst>
            <pc:docMk/>
            <pc:sldMk cId="3017024285" sldId="258"/>
            <ac:spMk id="138" creationId="{144A5030-D66D-D18E-5828-038F2F37BCCA}"/>
          </ac:spMkLst>
        </pc:spChg>
        <pc:spChg chg="mod topLvl">
          <ac:chgData name="Amal R Babu" userId="3a292d0a-112b-4bc3-bf38-7771656893d2" providerId="ADAL" clId="{992600FB-E5A2-48A8-ADC9-6968E10B5B48}" dt="2022-11-28T10:02:02.235" v="846" actId="165"/>
          <ac:spMkLst>
            <pc:docMk/>
            <pc:sldMk cId="3017024285" sldId="258"/>
            <ac:spMk id="139" creationId="{F2D7FC6B-3C09-EB09-0492-7F0722E8B635}"/>
          </ac:spMkLst>
        </pc:spChg>
        <pc:grpChg chg="add mod">
          <ac:chgData name="Amal R Babu" userId="3a292d0a-112b-4bc3-bf38-7771656893d2" providerId="ADAL" clId="{992600FB-E5A2-48A8-ADC9-6968E10B5B48}" dt="2022-11-30T07:41:53.720" v="3580" actId="164"/>
          <ac:grpSpMkLst>
            <pc:docMk/>
            <pc:sldMk cId="3017024285" sldId="258"/>
            <ac:grpSpMk id="2" creationId="{05962D93-2AB1-FDA1-8BCF-E7361E3886F7}"/>
          </ac:grpSpMkLst>
        </pc:grpChg>
        <pc:grpChg chg="add mod">
          <ac:chgData name="Amal R Babu" userId="3a292d0a-112b-4bc3-bf38-7771656893d2" providerId="ADAL" clId="{992600FB-E5A2-48A8-ADC9-6968E10B5B48}" dt="2022-11-30T07:42:42.278" v="3582" actId="164"/>
          <ac:grpSpMkLst>
            <pc:docMk/>
            <pc:sldMk cId="3017024285" sldId="258"/>
            <ac:grpSpMk id="10" creationId="{2E03A902-69A0-1B62-4408-118882C7F66E}"/>
          </ac:grpSpMkLst>
        </pc:grpChg>
        <pc:grpChg chg="add del mod">
          <ac:chgData name="Amal R Babu" userId="3a292d0a-112b-4bc3-bf38-7771656893d2" providerId="ADAL" clId="{992600FB-E5A2-48A8-ADC9-6968E10B5B48}" dt="2022-11-28T09:07:07.316" v="676" actId="478"/>
          <ac:grpSpMkLst>
            <pc:docMk/>
            <pc:sldMk cId="3017024285" sldId="258"/>
            <ac:grpSpMk id="10" creationId="{64361FE2-F125-DE31-C0C4-32F58154C347}"/>
          </ac:grpSpMkLst>
        </pc:grpChg>
        <pc:grpChg chg="add del mod">
          <ac:chgData name="Amal R Babu" userId="3a292d0a-112b-4bc3-bf38-7771656893d2" providerId="ADAL" clId="{992600FB-E5A2-48A8-ADC9-6968E10B5B48}" dt="2022-11-30T07:45:28.135" v="3586" actId="165"/>
          <ac:grpSpMkLst>
            <pc:docMk/>
            <pc:sldMk cId="3017024285" sldId="258"/>
            <ac:grpSpMk id="11" creationId="{83C02A96-27A4-EE56-BF45-FA61078DC666}"/>
          </ac:grpSpMkLst>
        </pc:grpChg>
        <pc:grpChg chg="add mod">
          <ac:chgData name="Amal R Babu" userId="3a292d0a-112b-4bc3-bf38-7771656893d2" providerId="ADAL" clId="{992600FB-E5A2-48A8-ADC9-6968E10B5B48}" dt="2022-11-30T07:46:06.929" v="3587" actId="164"/>
          <ac:grpSpMkLst>
            <pc:docMk/>
            <pc:sldMk cId="3017024285" sldId="258"/>
            <ac:grpSpMk id="12" creationId="{B49BF3CE-B5CC-0826-B505-034FA0112EB0}"/>
          </ac:grpSpMkLst>
        </pc:grpChg>
        <pc:grpChg chg="add del mod">
          <ac:chgData name="Amal R Babu" userId="3a292d0a-112b-4bc3-bf38-7771656893d2" providerId="ADAL" clId="{992600FB-E5A2-48A8-ADC9-6968E10B5B48}" dt="2022-11-28T09:10:03.151" v="688" actId="478"/>
          <ac:grpSpMkLst>
            <pc:docMk/>
            <pc:sldMk cId="3017024285" sldId="258"/>
            <ac:grpSpMk id="14" creationId="{E454F90C-F62A-F656-AD96-CB089E2628EB}"/>
          </ac:grpSpMkLst>
        </pc:grpChg>
        <pc:grpChg chg="add mod">
          <ac:chgData name="Amal R Babu" userId="3a292d0a-112b-4bc3-bf38-7771656893d2" providerId="ADAL" clId="{992600FB-E5A2-48A8-ADC9-6968E10B5B48}" dt="2022-11-30T07:46:54.843" v="3589" actId="164"/>
          <ac:grpSpMkLst>
            <pc:docMk/>
            <pc:sldMk cId="3017024285" sldId="258"/>
            <ac:grpSpMk id="14" creationId="{EA242ACD-15E5-8F2C-9A52-01A6F8C1149E}"/>
          </ac:grpSpMkLst>
        </pc:grpChg>
        <pc:grpChg chg="add del mod">
          <ac:chgData name="Amal R Babu" userId="3a292d0a-112b-4bc3-bf38-7771656893d2" providerId="ADAL" clId="{992600FB-E5A2-48A8-ADC9-6968E10B5B48}" dt="2022-11-28T09:11:56.613" v="704" actId="478"/>
          <ac:grpSpMkLst>
            <pc:docMk/>
            <pc:sldMk cId="3017024285" sldId="258"/>
            <ac:grpSpMk id="23" creationId="{9F6BA3C3-1108-046A-BB2C-5D845612F5D5}"/>
          </ac:grpSpMkLst>
        </pc:grpChg>
        <pc:grpChg chg="add del mod">
          <ac:chgData name="Amal R Babu" userId="3a292d0a-112b-4bc3-bf38-7771656893d2" providerId="ADAL" clId="{992600FB-E5A2-48A8-ADC9-6968E10B5B48}" dt="2022-11-28T09:14:55.579" v="719" actId="478"/>
          <ac:grpSpMkLst>
            <pc:docMk/>
            <pc:sldMk cId="3017024285" sldId="258"/>
            <ac:grpSpMk id="26" creationId="{7A7F2333-84D8-E5C3-977E-07F823A3AFAE}"/>
          </ac:grpSpMkLst>
        </pc:grpChg>
        <pc:grpChg chg="del mod topLvl">
          <ac:chgData name="Amal R Babu" userId="3a292d0a-112b-4bc3-bf38-7771656893d2" providerId="ADAL" clId="{992600FB-E5A2-48A8-ADC9-6968E10B5B48}" dt="2022-11-30T07:45:13.635" v="3583" actId="165"/>
          <ac:grpSpMkLst>
            <pc:docMk/>
            <pc:sldMk cId="3017024285" sldId="258"/>
            <ac:grpSpMk id="30" creationId="{9ECCC638-745A-4CD5-37F4-34E729654B57}"/>
          </ac:grpSpMkLst>
        </pc:grpChg>
        <pc:grpChg chg="add del mod">
          <ac:chgData name="Amal R Babu" userId="3a292d0a-112b-4bc3-bf38-7771656893d2" providerId="ADAL" clId="{992600FB-E5A2-48A8-ADC9-6968E10B5B48}" dt="2022-11-28T09:52:32.050" v="736" actId="478"/>
          <ac:grpSpMkLst>
            <pc:docMk/>
            <pc:sldMk cId="3017024285" sldId="258"/>
            <ac:grpSpMk id="36" creationId="{4B09580E-46F1-4989-1261-39E23238EFC0}"/>
          </ac:grpSpMkLst>
        </pc:grpChg>
        <pc:grpChg chg="add del mod">
          <ac:chgData name="Amal R Babu" userId="3a292d0a-112b-4bc3-bf38-7771656893d2" providerId="ADAL" clId="{992600FB-E5A2-48A8-ADC9-6968E10B5B48}" dt="2022-11-28T09:54:43.047" v="750" actId="478"/>
          <ac:grpSpMkLst>
            <pc:docMk/>
            <pc:sldMk cId="3017024285" sldId="258"/>
            <ac:grpSpMk id="39" creationId="{AB8EB1B6-1DFF-EBD9-F182-3B476CF36304}"/>
          </ac:grpSpMkLst>
        </pc:grpChg>
        <pc:grpChg chg="del mod topLvl">
          <ac:chgData name="Amal R Babu" userId="3a292d0a-112b-4bc3-bf38-7771656893d2" providerId="ADAL" clId="{992600FB-E5A2-48A8-ADC9-6968E10B5B48}" dt="2022-11-30T07:46:32.164" v="3588" actId="165"/>
          <ac:grpSpMkLst>
            <pc:docMk/>
            <pc:sldMk cId="3017024285" sldId="258"/>
            <ac:grpSpMk id="47" creationId="{5C6579D9-4E04-AE17-CF35-68ADBC5766B2}"/>
          </ac:grpSpMkLst>
        </pc:grpChg>
        <pc:grpChg chg="del mod">
          <ac:chgData name="Amal R Babu" userId="3a292d0a-112b-4bc3-bf38-7771656893d2" providerId="ADAL" clId="{992600FB-E5A2-48A8-ADC9-6968E10B5B48}" dt="2022-11-28T09:06:40.648" v="667" actId="165"/>
          <ac:grpSpMkLst>
            <pc:docMk/>
            <pc:sldMk cId="3017024285" sldId="258"/>
            <ac:grpSpMk id="48" creationId="{69AC939C-6A17-1EE3-FE9D-E06008DCC130}"/>
          </ac:grpSpMkLst>
        </pc:grpChg>
        <pc:grpChg chg="mod topLvl">
          <ac:chgData name="Amal R Babu" userId="3a292d0a-112b-4bc3-bf38-7771656893d2" providerId="ADAL" clId="{992600FB-E5A2-48A8-ADC9-6968E10B5B48}" dt="2022-11-28T09:56:52.066" v="785" actId="165"/>
          <ac:grpSpMkLst>
            <pc:docMk/>
            <pc:sldMk cId="3017024285" sldId="258"/>
            <ac:grpSpMk id="54" creationId="{73F997E9-B116-D8A6-6EF5-C091C7C77B6D}"/>
          </ac:grpSpMkLst>
        </pc:grpChg>
        <pc:grpChg chg="del mod">
          <ac:chgData name="Amal R Babu" userId="3a292d0a-112b-4bc3-bf38-7771656893d2" providerId="ADAL" clId="{992600FB-E5A2-48A8-ADC9-6968E10B5B48}" dt="2022-11-28T09:09:43.517" v="681" actId="165"/>
          <ac:grpSpMkLst>
            <pc:docMk/>
            <pc:sldMk cId="3017024285" sldId="258"/>
            <ac:grpSpMk id="57" creationId="{318616A6-1486-0920-E7B0-D5FE25D6A450}"/>
          </ac:grpSpMkLst>
        </pc:grpChg>
        <pc:grpChg chg="del mod">
          <ac:chgData name="Amal R Babu" userId="3a292d0a-112b-4bc3-bf38-7771656893d2" providerId="ADAL" clId="{992600FB-E5A2-48A8-ADC9-6968E10B5B48}" dt="2022-11-28T09:11:29.187" v="694" actId="165"/>
          <ac:grpSpMkLst>
            <pc:docMk/>
            <pc:sldMk cId="3017024285" sldId="258"/>
            <ac:grpSpMk id="63" creationId="{4B9540E7-160A-EFB7-38E8-A72CB3730515}"/>
          </ac:grpSpMkLst>
        </pc:grpChg>
        <pc:grpChg chg="del">
          <ac:chgData name="Amal R Babu" userId="3a292d0a-112b-4bc3-bf38-7771656893d2" providerId="ADAL" clId="{992600FB-E5A2-48A8-ADC9-6968E10B5B48}" dt="2022-11-28T08:59:55.876" v="526" actId="165"/>
          <ac:grpSpMkLst>
            <pc:docMk/>
            <pc:sldMk cId="3017024285" sldId="258"/>
            <ac:grpSpMk id="83" creationId="{584AD7E9-12CA-496B-E73B-15806CCA4ADE}"/>
          </ac:grpSpMkLst>
        </pc:grpChg>
        <pc:grpChg chg="del">
          <ac:chgData name="Amal R Babu" userId="3a292d0a-112b-4bc3-bf38-7771656893d2" providerId="ADAL" clId="{992600FB-E5A2-48A8-ADC9-6968E10B5B48}" dt="2022-11-28T08:59:55.876" v="526" actId="165"/>
          <ac:grpSpMkLst>
            <pc:docMk/>
            <pc:sldMk cId="3017024285" sldId="258"/>
            <ac:grpSpMk id="84" creationId="{1F54FA08-BB6C-5A06-1AE9-ECB567768EAB}"/>
          </ac:grpSpMkLst>
        </pc:grpChg>
        <pc:grpChg chg="del">
          <ac:chgData name="Amal R Babu" userId="3a292d0a-112b-4bc3-bf38-7771656893d2" providerId="ADAL" clId="{992600FB-E5A2-48A8-ADC9-6968E10B5B48}" dt="2022-11-28T08:59:55.876" v="526" actId="165"/>
          <ac:grpSpMkLst>
            <pc:docMk/>
            <pc:sldMk cId="3017024285" sldId="258"/>
            <ac:grpSpMk id="85" creationId="{9E971AB9-428A-DDC4-FE83-CC2EBEBD1A92}"/>
          </ac:grpSpMkLst>
        </pc:grpChg>
        <pc:grpChg chg="del">
          <ac:chgData name="Amal R Babu" userId="3a292d0a-112b-4bc3-bf38-7771656893d2" providerId="ADAL" clId="{992600FB-E5A2-48A8-ADC9-6968E10B5B48}" dt="2022-11-28T08:59:55.876" v="526" actId="165"/>
          <ac:grpSpMkLst>
            <pc:docMk/>
            <pc:sldMk cId="3017024285" sldId="258"/>
            <ac:grpSpMk id="86" creationId="{A5D1F4F4-0E92-59CE-16CE-A5A6032FF713}"/>
          </ac:grpSpMkLst>
        </pc:grpChg>
        <pc:grpChg chg="del">
          <ac:chgData name="Amal R Babu" userId="3a292d0a-112b-4bc3-bf38-7771656893d2" providerId="ADAL" clId="{992600FB-E5A2-48A8-ADC9-6968E10B5B48}" dt="2022-11-28T08:59:55.876" v="526" actId="165"/>
          <ac:grpSpMkLst>
            <pc:docMk/>
            <pc:sldMk cId="3017024285" sldId="258"/>
            <ac:grpSpMk id="87" creationId="{DEFE48C9-EE6A-BDBA-DD55-ADD4EB4186E5}"/>
          </ac:grpSpMkLst>
        </pc:grpChg>
        <pc:grpChg chg="add mod topLvl">
          <ac:chgData name="Amal R Babu" userId="3a292d0a-112b-4bc3-bf38-7771656893d2" providerId="ADAL" clId="{992600FB-E5A2-48A8-ADC9-6968E10B5B48}" dt="2022-11-28T09:56:49.100" v="784" actId="165"/>
          <ac:grpSpMkLst>
            <pc:docMk/>
            <pc:sldMk cId="3017024285" sldId="258"/>
            <ac:grpSpMk id="88" creationId="{5202437B-09C4-B9C2-DFB9-8FE4C3A1D94B}"/>
          </ac:grpSpMkLst>
        </pc:grpChg>
        <pc:grpChg chg="del mod">
          <ac:chgData name="Amal R Babu" userId="3a292d0a-112b-4bc3-bf38-7771656893d2" providerId="ADAL" clId="{992600FB-E5A2-48A8-ADC9-6968E10B5B48}" dt="2022-11-28T09:14:29.200" v="709" actId="165"/>
          <ac:grpSpMkLst>
            <pc:docMk/>
            <pc:sldMk cId="3017024285" sldId="258"/>
            <ac:grpSpMk id="93" creationId="{C6786E67-99B8-4F15-9618-F36270D68A30}"/>
          </ac:grpSpMkLst>
        </pc:grpChg>
        <pc:grpChg chg="add mod topLvl">
          <ac:chgData name="Amal R Babu" userId="3a292d0a-112b-4bc3-bf38-7771656893d2" providerId="ADAL" clId="{992600FB-E5A2-48A8-ADC9-6968E10B5B48}" dt="2022-11-28T09:56:49.100" v="784" actId="165"/>
          <ac:grpSpMkLst>
            <pc:docMk/>
            <pc:sldMk cId="3017024285" sldId="258"/>
            <ac:grpSpMk id="98" creationId="{5E12AE22-4B66-8998-2063-3E4A6A50C8CF}"/>
          </ac:grpSpMkLst>
        </pc:grpChg>
        <pc:grpChg chg="add del mod">
          <ac:chgData name="Amal R Babu" userId="3a292d0a-112b-4bc3-bf38-7771656893d2" providerId="ADAL" clId="{992600FB-E5A2-48A8-ADC9-6968E10B5B48}" dt="2022-11-28T09:51:53.387" v="725" actId="165"/>
          <ac:grpSpMkLst>
            <pc:docMk/>
            <pc:sldMk cId="3017024285" sldId="258"/>
            <ac:grpSpMk id="101" creationId="{3F44528B-8D8B-30EF-B71A-D6CDA1F31F32}"/>
          </ac:grpSpMkLst>
        </pc:grpChg>
        <pc:grpChg chg="del mod">
          <ac:chgData name="Amal R Babu" userId="3a292d0a-112b-4bc3-bf38-7771656893d2" providerId="ADAL" clId="{992600FB-E5A2-48A8-ADC9-6968E10B5B48}" dt="2022-11-28T09:54:08.191" v="741" actId="165"/>
          <ac:grpSpMkLst>
            <pc:docMk/>
            <pc:sldMk cId="3017024285" sldId="258"/>
            <ac:grpSpMk id="108" creationId="{4EAE90B7-6E98-FAE8-08EE-6FE1853FB360}"/>
          </ac:grpSpMkLst>
        </pc:grpChg>
        <pc:grpChg chg="add del mod topLvl">
          <ac:chgData name="Amal R Babu" userId="3a292d0a-112b-4bc3-bf38-7771656893d2" providerId="ADAL" clId="{992600FB-E5A2-48A8-ADC9-6968E10B5B48}" dt="2022-11-28T09:56:49.100" v="784" actId="165"/>
          <ac:grpSpMkLst>
            <pc:docMk/>
            <pc:sldMk cId="3017024285" sldId="258"/>
            <ac:grpSpMk id="114" creationId="{7D4B7063-1584-60F1-1CD1-11D42ACD2A6B}"/>
          </ac:grpSpMkLst>
        </pc:grpChg>
        <pc:grpChg chg="add del mod topLvl">
          <ac:chgData name="Amal R Babu" userId="3a292d0a-112b-4bc3-bf38-7771656893d2" providerId="ADAL" clId="{992600FB-E5A2-48A8-ADC9-6968E10B5B48}" dt="2022-11-28T09:56:49.100" v="784" actId="165"/>
          <ac:grpSpMkLst>
            <pc:docMk/>
            <pc:sldMk cId="3017024285" sldId="258"/>
            <ac:grpSpMk id="115" creationId="{8746B88C-518A-EC0D-1871-381978A06A2C}"/>
          </ac:grpSpMkLst>
        </pc:grpChg>
        <pc:grpChg chg="add del mod topLvl">
          <ac:chgData name="Amal R Babu" userId="3a292d0a-112b-4bc3-bf38-7771656893d2" providerId="ADAL" clId="{992600FB-E5A2-48A8-ADC9-6968E10B5B48}" dt="2022-11-28T09:56:49.100" v="784" actId="165"/>
          <ac:grpSpMkLst>
            <pc:docMk/>
            <pc:sldMk cId="3017024285" sldId="258"/>
            <ac:grpSpMk id="116" creationId="{D4B18844-F462-D59D-74D6-5BB4CACAA8ED}"/>
          </ac:grpSpMkLst>
        </pc:grpChg>
        <pc:grpChg chg="add del mod topLvl">
          <ac:chgData name="Amal R Babu" userId="3a292d0a-112b-4bc3-bf38-7771656893d2" providerId="ADAL" clId="{992600FB-E5A2-48A8-ADC9-6968E10B5B48}" dt="2022-11-28T09:56:49.100" v="784" actId="165"/>
          <ac:grpSpMkLst>
            <pc:docMk/>
            <pc:sldMk cId="3017024285" sldId="258"/>
            <ac:grpSpMk id="117" creationId="{175F7270-5C5D-B619-CE14-ADAFCF2AC851}"/>
          </ac:grpSpMkLst>
        </pc:grpChg>
        <pc:grpChg chg="add del mod topLvl">
          <ac:chgData name="Amal R Babu" userId="3a292d0a-112b-4bc3-bf38-7771656893d2" providerId="ADAL" clId="{992600FB-E5A2-48A8-ADC9-6968E10B5B48}" dt="2022-11-28T09:56:49.100" v="784" actId="165"/>
          <ac:grpSpMkLst>
            <pc:docMk/>
            <pc:sldMk cId="3017024285" sldId="258"/>
            <ac:grpSpMk id="118" creationId="{00FD97A6-7245-0F2E-D04C-5AA1A6D35B1D}"/>
          </ac:grpSpMkLst>
        </pc:grpChg>
        <pc:grpChg chg="add del mod topLvl">
          <ac:chgData name="Amal R Babu" userId="3a292d0a-112b-4bc3-bf38-7771656893d2" providerId="ADAL" clId="{992600FB-E5A2-48A8-ADC9-6968E10B5B48}" dt="2022-11-28T09:56:49.100" v="784" actId="165"/>
          <ac:grpSpMkLst>
            <pc:docMk/>
            <pc:sldMk cId="3017024285" sldId="258"/>
            <ac:grpSpMk id="119" creationId="{623EE5C5-1917-F903-E3E3-BB7DE70D973B}"/>
          </ac:grpSpMkLst>
        </pc:grpChg>
        <pc:grpChg chg="add del mod topLvl">
          <ac:chgData name="Amal R Babu" userId="3a292d0a-112b-4bc3-bf38-7771656893d2" providerId="ADAL" clId="{992600FB-E5A2-48A8-ADC9-6968E10B5B48}" dt="2022-11-28T09:56:52.066" v="785" actId="165"/>
          <ac:grpSpMkLst>
            <pc:docMk/>
            <pc:sldMk cId="3017024285" sldId="258"/>
            <ac:grpSpMk id="120" creationId="{3D9AF15B-F128-BF39-F764-EF44D62478B0}"/>
          </ac:grpSpMkLst>
        </pc:grpChg>
        <pc:grpChg chg="add del mod topLvl">
          <ac:chgData name="Amal R Babu" userId="3a292d0a-112b-4bc3-bf38-7771656893d2" providerId="ADAL" clId="{992600FB-E5A2-48A8-ADC9-6968E10B5B48}" dt="2022-11-28T09:56:52.066" v="785" actId="165"/>
          <ac:grpSpMkLst>
            <pc:docMk/>
            <pc:sldMk cId="3017024285" sldId="258"/>
            <ac:grpSpMk id="121" creationId="{28488857-8288-96D3-C668-9AF0D32AE0AE}"/>
          </ac:grpSpMkLst>
        </pc:grpChg>
        <pc:grpChg chg="add del mod topLvl">
          <ac:chgData name="Amal R Babu" userId="3a292d0a-112b-4bc3-bf38-7771656893d2" providerId="ADAL" clId="{992600FB-E5A2-48A8-ADC9-6968E10B5B48}" dt="2022-11-28T09:56:52.066" v="785" actId="165"/>
          <ac:grpSpMkLst>
            <pc:docMk/>
            <pc:sldMk cId="3017024285" sldId="258"/>
            <ac:grpSpMk id="122" creationId="{D8C49F0A-A0EA-CEBF-4C4B-A0FC830F75EA}"/>
          </ac:grpSpMkLst>
        </pc:grpChg>
        <pc:grpChg chg="add del mod topLvl">
          <ac:chgData name="Amal R Babu" userId="3a292d0a-112b-4bc3-bf38-7771656893d2" providerId="ADAL" clId="{992600FB-E5A2-48A8-ADC9-6968E10B5B48}" dt="2022-11-28T09:56:52.066" v="785" actId="165"/>
          <ac:grpSpMkLst>
            <pc:docMk/>
            <pc:sldMk cId="3017024285" sldId="258"/>
            <ac:grpSpMk id="123" creationId="{C9A75FEA-6E87-99B7-96BE-E3159407DD68}"/>
          </ac:grpSpMkLst>
        </pc:grpChg>
        <pc:grpChg chg="add del mod topLvl">
          <ac:chgData name="Amal R Babu" userId="3a292d0a-112b-4bc3-bf38-7771656893d2" providerId="ADAL" clId="{992600FB-E5A2-48A8-ADC9-6968E10B5B48}" dt="2022-11-28T09:56:52.066" v="785" actId="165"/>
          <ac:grpSpMkLst>
            <pc:docMk/>
            <pc:sldMk cId="3017024285" sldId="258"/>
            <ac:grpSpMk id="124" creationId="{2D25BD24-4F54-048E-FBF3-1668D71FE9CF}"/>
          </ac:grpSpMkLst>
        </pc:grpChg>
        <pc:grpChg chg="add del mod topLvl">
          <ac:chgData name="Amal R Babu" userId="3a292d0a-112b-4bc3-bf38-7771656893d2" providerId="ADAL" clId="{992600FB-E5A2-48A8-ADC9-6968E10B5B48}" dt="2022-11-28T09:56:47.220" v="783" actId="165"/>
          <ac:grpSpMkLst>
            <pc:docMk/>
            <pc:sldMk cId="3017024285" sldId="258"/>
            <ac:grpSpMk id="125" creationId="{9DE98B3E-CF20-A116-9FAD-586AE184402F}"/>
          </ac:grpSpMkLst>
        </pc:grpChg>
        <pc:grpChg chg="add del mod topLvl">
          <ac:chgData name="Amal R Babu" userId="3a292d0a-112b-4bc3-bf38-7771656893d2" providerId="ADAL" clId="{992600FB-E5A2-48A8-ADC9-6968E10B5B48}" dt="2022-11-28T09:56:47.220" v="783" actId="165"/>
          <ac:grpSpMkLst>
            <pc:docMk/>
            <pc:sldMk cId="3017024285" sldId="258"/>
            <ac:grpSpMk id="126" creationId="{ED74CB91-72D0-B9BE-FB1C-936A6CF6C653}"/>
          </ac:grpSpMkLst>
        </pc:grpChg>
        <pc:grpChg chg="add del mod">
          <ac:chgData name="Amal R Babu" userId="3a292d0a-112b-4bc3-bf38-7771656893d2" providerId="ADAL" clId="{992600FB-E5A2-48A8-ADC9-6968E10B5B48}" dt="2022-11-28T09:56:46.707" v="782" actId="165"/>
          <ac:grpSpMkLst>
            <pc:docMk/>
            <pc:sldMk cId="3017024285" sldId="258"/>
            <ac:grpSpMk id="127" creationId="{F656EDAF-C245-85F1-D5A8-47372AA9916E}"/>
          </ac:grpSpMkLst>
        </pc:grpChg>
        <pc:grpChg chg="add del mod">
          <ac:chgData name="Amal R Babu" userId="3a292d0a-112b-4bc3-bf38-7771656893d2" providerId="ADAL" clId="{992600FB-E5A2-48A8-ADC9-6968E10B5B48}" dt="2022-11-28T09:59:41.170" v="800" actId="165"/>
          <ac:grpSpMkLst>
            <pc:docMk/>
            <pc:sldMk cId="3017024285" sldId="258"/>
            <ac:grpSpMk id="129" creationId="{80A998FA-9585-DF90-A034-0A91AB981BF1}"/>
          </ac:grpSpMkLst>
        </pc:grpChg>
        <pc:grpChg chg="add del mod">
          <ac:chgData name="Amal R Babu" userId="3a292d0a-112b-4bc3-bf38-7771656893d2" providerId="ADAL" clId="{992600FB-E5A2-48A8-ADC9-6968E10B5B48}" dt="2022-11-28T10:01:26.648" v="837" actId="165"/>
          <ac:grpSpMkLst>
            <pc:docMk/>
            <pc:sldMk cId="3017024285" sldId="258"/>
            <ac:grpSpMk id="136" creationId="{8C84C2F0-4E33-4FA1-80DA-EB047523ED4F}"/>
          </ac:grpSpMkLst>
        </pc:grpChg>
        <pc:grpChg chg="add del mod">
          <ac:chgData name="Amal R Babu" userId="3a292d0a-112b-4bc3-bf38-7771656893d2" providerId="ADAL" clId="{992600FB-E5A2-48A8-ADC9-6968E10B5B48}" dt="2022-11-28T10:01:26.648" v="837" actId="165"/>
          <ac:grpSpMkLst>
            <pc:docMk/>
            <pc:sldMk cId="3017024285" sldId="258"/>
            <ac:grpSpMk id="140" creationId="{DCEBA8BC-CEB0-2B78-A677-7B4C67F6A0D4}"/>
          </ac:grpSpMkLst>
        </pc:grpChg>
        <pc:grpChg chg="add del mod">
          <ac:chgData name="Amal R Babu" userId="3a292d0a-112b-4bc3-bf38-7771656893d2" providerId="ADAL" clId="{992600FB-E5A2-48A8-ADC9-6968E10B5B48}" dt="2022-11-28T10:01:26.648" v="837" actId="165"/>
          <ac:grpSpMkLst>
            <pc:docMk/>
            <pc:sldMk cId="3017024285" sldId="258"/>
            <ac:grpSpMk id="141" creationId="{CC63F0C4-F87D-3FDF-6ACD-8658423E7347}"/>
          </ac:grpSpMkLst>
        </pc:grpChg>
        <pc:grpChg chg="add mod topLvl">
          <ac:chgData name="Amal R Babu" userId="3a292d0a-112b-4bc3-bf38-7771656893d2" providerId="ADAL" clId="{992600FB-E5A2-48A8-ADC9-6968E10B5B48}" dt="2022-11-28T10:13:05.635" v="1004" actId="1076"/>
          <ac:grpSpMkLst>
            <pc:docMk/>
            <pc:sldMk cId="3017024285" sldId="258"/>
            <ac:grpSpMk id="142" creationId="{26CF7FD9-2F2E-7BD1-706B-E16DA55CE7AD}"/>
          </ac:grpSpMkLst>
        </pc:grpChg>
        <pc:grpChg chg="add mod topLvl">
          <ac:chgData name="Amal R Babu" userId="3a292d0a-112b-4bc3-bf38-7771656893d2" providerId="ADAL" clId="{992600FB-E5A2-48A8-ADC9-6968E10B5B48}" dt="2022-11-28T10:13:05.635" v="1004" actId="1076"/>
          <ac:grpSpMkLst>
            <pc:docMk/>
            <pc:sldMk cId="3017024285" sldId="258"/>
            <ac:grpSpMk id="143" creationId="{7CCD7FD8-70CD-8FA0-78C1-11A113F427C6}"/>
          </ac:grpSpMkLst>
        </pc:grpChg>
        <pc:grpChg chg="add mod topLvl">
          <ac:chgData name="Amal R Babu" userId="3a292d0a-112b-4bc3-bf38-7771656893d2" providerId="ADAL" clId="{992600FB-E5A2-48A8-ADC9-6968E10B5B48}" dt="2022-11-28T10:13:05.635" v="1004" actId="1076"/>
          <ac:grpSpMkLst>
            <pc:docMk/>
            <pc:sldMk cId="3017024285" sldId="258"/>
            <ac:grpSpMk id="144" creationId="{264C77AC-6E12-D550-819C-EA9CFBBD3724}"/>
          </ac:grpSpMkLst>
        </pc:grpChg>
        <pc:grpChg chg="add del mod">
          <ac:chgData name="Amal R Babu" userId="3a292d0a-112b-4bc3-bf38-7771656893d2" providerId="ADAL" clId="{992600FB-E5A2-48A8-ADC9-6968E10B5B48}" dt="2022-11-28T10:02:02.235" v="846" actId="165"/>
          <ac:grpSpMkLst>
            <pc:docMk/>
            <pc:sldMk cId="3017024285" sldId="258"/>
            <ac:grpSpMk id="145" creationId="{770DF840-9733-DF1D-314A-EB9D81BDF3D3}"/>
          </ac:grpSpMkLst>
        </pc:grpChg>
        <pc:picChg chg="mod">
          <ac:chgData name="Amal R Babu" userId="3a292d0a-112b-4bc3-bf38-7771656893d2" providerId="ADAL" clId="{992600FB-E5A2-48A8-ADC9-6968E10B5B48}" dt="2022-11-28T09:03:04.245" v="580" actId="571"/>
          <ac:picMkLst>
            <pc:docMk/>
            <pc:sldMk cId="3017024285" sldId="258"/>
            <ac:picMk id="12" creationId="{DDC1C56E-12BF-F868-71C1-B51DBE153FD3}"/>
          </ac:picMkLst>
        </pc:picChg>
        <pc:picChg chg="mod">
          <ac:chgData name="Amal R Babu" userId="3a292d0a-112b-4bc3-bf38-7771656893d2" providerId="ADAL" clId="{992600FB-E5A2-48A8-ADC9-6968E10B5B48}" dt="2022-11-28T09:03:06.464" v="581" actId="571"/>
          <ac:picMkLst>
            <pc:docMk/>
            <pc:sldMk cId="3017024285" sldId="258"/>
            <ac:picMk id="25" creationId="{1BB43035-8E16-DA0C-31CC-0DBBF4E2AFB1}"/>
          </ac:picMkLst>
        </pc:picChg>
        <pc:picChg chg="mod">
          <ac:chgData name="Amal R Babu" userId="3a292d0a-112b-4bc3-bf38-7771656893d2" providerId="ADAL" clId="{992600FB-E5A2-48A8-ADC9-6968E10B5B48}" dt="2022-11-28T09:03:09.755" v="582" actId="571"/>
          <ac:picMkLst>
            <pc:docMk/>
            <pc:sldMk cId="3017024285" sldId="258"/>
            <ac:picMk id="38" creationId="{393A3833-DAA9-32F6-8D33-9EFE38BA2F78}"/>
          </ac:picMkLst>
        </pc:picChg>
        <pc:picChg chg="mod topLvl">
          <ac:chgData name="Amal R Babu" userId="3a292d0a-112b-4bc3-bf38-7771656893d2" providerId="ADAL" clId="{992600FB-E5A2-48A8-ADC9-6968E10B5B48}" dt="2022-11-30T07:46:54.843" v="3589" actId="164"/>
          <ac:picMkLst>
            <pc:docMk/>
            <pc:sldMk cId="3017024285" sldId="258"/>
            <ac:picMk id="44" creationId="{5B31FC8E-FC26-E411-4E49-286671264F79}"/>
          </ac:picMkLst>
        </pc:picChg>
        <pc:picChg chg="add del mod">
          <ac:chgData name="Amal R Babu" userId="3a292d0a-112b-4bc3-bf38-7771656893d2" providerId="ADAL" clId="{992600FB-E5A2-48A8-ADC9-6968E10B5B48}" dt="2022-11-28T09:06:38.515" v="666" actId="27803"/>
          <ac:picMkLst>
            <pc:docMk/>
            <pc:sldMk cId="3017024285" sldId="258"/>
            <ac:picMk id="46" creationId="{498BC3D1-73B0-F1B6-1025-14157905BB1A}"/>
          </ac:picMkLst>
        </pc:picChg>
        <pc:picChg chg="add del mod">
          <ac:chgData name="Amal R Babu" userId="3a292d0a-112b-4bc3-bf38-7771656893d2" providerId="ADAL" clId="{992600FB-E5A2-48A8-ADC9-6968E10B5B48}" dt="2022-11-28T09:09:41.246" v="680" actId="27803"/>
          <ac:picMkLst>
            <pc:docMk/>
            <pc:sldMk cId="3017024285" sldId="258"/>
            <ac:picMk id="56" creationId="{3698A973-6527-7A1B-9ED9-E18E495ED6E1}"/>
          </ac:picMkLst>
        </pc:picChg>
        <pc:picChg chg="add del mod">
          <ac:chgData name="Amal R Babu" userId="3a292d0a-112b-4bc3-bf38-7771656893d2" providerId="ADAL" clId="{992600FB-E5A2-48A8-ADC9-6968E10B5B48}" dt="2022-11-28T09:11:25.835" v="691" actId="27803"/>
          <ac:picMkLst>
            <pc:docMk/>
            <pc:sldMk cId="3017024285" sldId="258"/>
            <ac:picMk id="61" creationId="{86FD6291-BFA3-0199-C613-1A72C2C690D2}"/>
          </ac:picMkLst>
        </pc:picChg>
        <pc:picChg chg="add del mod">
          <ac:chgData name="Amal R Babu" userId="3a292d0a-112b-4bc3-bf38-7771656893d2" providerId="ADAL" clId="{992600FB-E5A2-48A8-ADC9-6968E10B5B48}" dt="2022-11-28T09:14:26.348" v="707" actId="27803"/>
          <ac:picMkLst>
            <pc:docMk/>
            <pc:sldMk cId="3017024285" sldId="258"/>
            <ac:picMk id="91" creationId="{6CF42618-01B6-51FF-AC31-8D4522CED501}"/>
          </ac:picMkLst>
        </pc:picChg>
        <pc:picChg chg="add del mod">
          <ac:chgData name="Amal R Babu" userId="3a292d0a-112b-4bc3-bf38-7771656893d2" providerId="ADAL" clId="{992600FB-E5A2-48A8-ADC9-6968E10B5B48}" dt="2022-11-28T09:51:49.673" v="722" actId="27803"/>
          <ac:picMkLst>
            <pc:docMk/>
            <pc:sldMk cId="3017024285" sldId="258"/>
            <ac:picMk id="100" creationId="{7925B93A-BDFC-E7BB-D4B0-3AB14A13B119}"/>
          </ac:picMkLst>
        </pc:picChg>
        <pc:picChg chg="add del mod">
          <ac:chgData name="Amal R Babu" userId="3a292d0a-112b-4bc3-bf38-7771656893d2" providerId="ADAL" clId="{992600FB-E5A2-48A8-ADC9-6968E10B5B48}" dt="2022-11-28T09:54:07.384" v="740" actId="27803"/>
          <ac:picMkLst>
            <pc:docMk/>
            <pc:sldMk cId="3017024285" sldId="258"/>
            <ac:picMk id="107" creationId="{8A332954-6206-48FA-59F4-9FFA841353DE}"/>
          </ac:picMkLst>
        </pc:picChg>
        <pc:cxnChg chg="add mod topLvl">
          <ac:chgData name="Amal R Babu" userId="3a292d0a-112b-4bc3-bf38-7771656893d2" providerId="ADAL" clId="{992600FB-E5A2-48A8-ADC9-6968E10B5B48}" dt="2022-11-28T09:56:46.707" v="782" actId="165"/>
          <ac:cxnSpMkLst>
            <pc:docMk/>
            <pc:sldMk cId="3017024285" sldId="258"/>
            <ac:cxnSpMk id="7" creationId="{1C225904-9D2F-F0C8-8BBE-32DEDB3F8B8F}"/>
          </ac:cxnSpMkLst>
        </pc:cxnChg>
        <pc:cxnChg chg="del">
          <ac:chgData name="Amal R Babu" userId="3a292d0a-112b-4bc3-bf38-7771656893d2" providerId="ADAL" clId="{992600FB-E5A2-48A8-ADC9-6968E10B5B48}" dt="2022-11-28T09:00:51.104" v="571" actId="478"/>
          <ac:cxnSpMkLst>
            <pc:docMk/>
            <pc:sldMk cId="3017024285" sldId="258"/>
            <ac:cxnSpMk id="89" creationId="{6BF68F3E-289A-8A2A-1546-18C89261EBF2}"/>
          </ac:cxnSpMkLst>
        </pc:cxnChg>
      </pc:sldChg>
      <pc:sldChg chg="addSp delSp modSp add mod setBg modClrScheme chgLayout">
        <pc:chgData name="Amal R Babu" userId="3a292d0a-112b-4bc3-bf38-7771656893d2" providerId="ADAL" clId="{992600FB-E5A2-48A8-ADC9-6968E10B5B48}" dt="2022-12-07T05:41:26.199" v="3709"/>
        <pc:sldMkLst>
          <pc:docMk/>
          <pc:sldMk cId="2051568008" sldId="259"/>
        </pc:sldMkLst>
        <pc:spChg chg="add mod">
          <ac:chgData name="Amal R Babu" userId="3a292d0a-112b-4bc3-bf38-7771656893d2" providerId="ADAL" clId="{992600FB-E5A2-48A8-ADC9-6968E10B5B48}" dt="2022-11-28T10:15:59.135" v="1043" actId="1076"/>
          <ac:spMkLst>
            <pc:docMk/>
            <pc:sldMk cId="2051568008" sldId="259"/>
            <ac:spMk id="2" creationId="{B89F2868-1113-D157-CFA3-323D793A70F6}"/>
          </ac:spMkLst>
        </pc:spChg>
        <pc:spChg chg="mod">
          <ac:chgData name="Amal R Babu" userId="3a292d0a-112b-4bc3-bf38-7771656893d2" providerId="ADAL" clId="{992600FB-E5A2-48A8-ADC9-6968E10B5B48}" dt="2022-11-30T07:54:08.489" v="3606" actId="34135"/>
          <ac:spMkLst>
            <pc:docMk/>
            <pc:sldMk cId="2051568008" sldId="259"/>
            <ac:spMk id="3" creationId="{1025ACCD-BEFE-4057-D0DA-23300AB28132}"/>
          </ac:spMkLst>
        </pc:spChg>
        <pc:spChg chg="add mod ord">
          <ac:chgData name="Amal R Babu" userId="3a292d0a-112b-4bc3-bf38-7771656893d2" providerId="ADAL" clId="{992600FB-E5A2-48A8-ADC9-6968E10B5B48}" dt="2022-12-07T05:31:53.592" v="3687" actId="108"/>
          <ac:spMkLst>
            <pc:docMk/>
            <pc:sldMk cId="2051568008" sldId="259"/>
            <ac:spMk id="7" creationId="{A2C0FB83-06E2-1081-1880-BBD48E7C14D0}"/>
          </ac:spMkLst>
        </pc:spChg>
        <pc:spChg chg="del mod">
          <ac:chgData name="Amal R Babu" userId="3a292d0a-112b-4bc3-bf38-7771656893d2" providerId="ADAL" clId="{992600FB-E5A2-48A8-ADC9-6968E10B5B48}" dt="2022-11-30T07:51:56.276" v="3592" actId="478"/>
          <ac:spMkLst>
            <pc:docMk/>
            <pc:sldMk cId="2051568008" sldId="259"/>
            <ac:spMk id="9" creationId="{67D53DBD-07C2-B89B-2A5E-6EA3F0CE967B}"/>
          </ac:spMkLst>
        </pc:spChg>
        <pc:spChg chg="add del mod ord">
          <ac:chgData name="Amal R Babu" userId="3a292d0a-112b-4bc3-bf38-7771656893d2" providerId="ADAL" clId="{992600FB-E5A2-48A8-ADC9-6968E10B5B48}" dt="2022-11-30T04:47:04.266" v="3083" actId="931"/>
          <ac:spMkLst>
            <pc:docMk/>
            <pc:sldMk cId="2051568008" sldId="259"/>
            <ac:spMk id="10" creationId="{5AAB4348-A26C-E0A8-1FE9-633F30F59407}"/>
          </ac:spMkLst>
        </pc:spChg>
        <pc:spChg chg="add del mod">
          <ac:chgData name="Amal R Babu" userId="3a292d0a-112b-4bc3-bf38-7771656893d2" providerId="ADAL" clId="{992600FB-E5A2-48A8-ADC9-6968E10B5B48}" dt="2022-12-07T05:31:49.304" v="3685" actId="478"/>
          <ac:spMkLst>
            <pc:docMk/>
            <pc:sldMk cId="2051568008" sldId="259"/>
            <ac:spMk id="10" creationId="{781635EE-5872-3B53-5A77-E859919C2941}"/>
          </ac:spMkLst>
        </pc:spChg>
        <pc:spChg chg="add del mod">
          <ac:chgData name="Amal R Babu" userId="3a292d0a-112b-4bc3-bf38-7771656893d2" providerId="ADAL" clId="{992600FB-E5A2-48A8-ADC9-6968E10B5B48}" dt="2022-12-07T05:32:56.130" v="3694" actId="931"/>
          <ac:spMkLst>
            <pc:docMk/>
            <pc:sldMk cId="2051568008" sldId="259"/>
            <ac:spMk id="11" creationId="{81EA46FC-8545-89AD-34A5-BA76930026E3}"/>
          </ac:spMkLst>
        </pc:spChg>
        <pc:spChg chg="add del mod">
          <ac:chgData name="Amal R Babu" userId="3a292d0a-112b-4bc3-bf38-7771656893d2" providerId="ADAL" clId="{992600FB-E5A2-48A8-ADC9-6968E10B5B48}" dt="2022-12-07T05:31:55.612" v="3688" actId="478"/>
          <ac:spMkLst>
            <pc:docMk/>
            <pc:sldMk cId="2051568008" sldId="259"/>
            <ac:spMk id="12" creationId="{9D6330B9-BA8C-ED93-BFAB-18042E986F94}"/>
          </ac:spMkLst>
        </pc:spChg>
        <pc:spChg chg="del mod">
          <ac:chgData name="Amal R Babu" userId="3a292d0a-112b-4bc3-bf38-7771656893d2" providerId="ADAL" clId="{992600FB-E5A2-48A8-ADC9-6968E10B5B48}" dt="2022-11-30T07:51:56.276" v="3592" actId="478"/>
          <ac:spMkLst>
            <pc:docMk/>
            <pc:sldMk cId="2051568008" sldId="259"/>
            <ac:spMk id="13" creationId="{4F3E08FA-4C08-7258-FA22-03C53F09604C}"/>
          </ac:spMkLst>
        </pc:spChg>
        <pc:spChg chg="add mod topLvl">
          <ac:chgData name="Amal R Babu" userId="3a292d0a-112b-4bc3-bf38-7771656893d2" providerId="ADAL" clId="{992600FB-E5A2-48A8-ADC9-6968E10B5B48}" dt="2022-11-28T10:13:48.657" v="1008" actId="1076"/>
          <ac:spMkLst>
            <pc:docMk/>
            <pc:sldMk cId="2051568008" sldId="259"/>
            <ac:spMk id="14" creationId="{C0BABBA1-52B1-52B0-7FCF-B752C026021A}"/>
          </ac:spMkLst>
        </pc:spChg>
        <pc:spChg chg="add mod topLvl">
          <ac:chgData name="Amal R Babu" userId="3a292d0a-112b-4bc3-bf38-7771656893d2" providerId="ADAL" clId="{992600FB-E5A2-48A8-ADC9-6968E10B5B48}" dt="2022-11-28T10:53:01.415" v="1105" actId="20577"/>
          <ac:spMkLst>
            <pc:docMk/>
            <pc:sldMk cId="2051568008" sldId="259"/>
            <ac:spMk id="15" creationId="{F2C65DD7-055A-8C16-568E-2CA02A423D72}"/>
          </ac:spMkLst>
        </pc:spChg>
        <pc:spChg chg="del mod">
          <ac:chgData name="Amal R Babu" userId="3a292d0a-112b-4bc3-bf38-7771656893d2" providerId="ADAL" clId="{992600FB-E5A2-48A8-ADC9-6968E10B5B48}" dt="2022-11-30T07:51:56.276" v="3592" actId="478"/>
          <ac:spMkLst>
            <pc:docMk/>
            <pc:sldMk cId="2051568008" sldId="259"/>
            <ac:spMk id="16" creationId="{2913EB48-94F5-98C7-C275-915A1AD4D3EA}"/>
          </ac:spMkLst>
        </pc:spChg>
        <pc:spChg chg="del mod">
          <ac:chgData name="Amal R Babu" userId="3a292d0a-112b-4bc3-bf38-7771656893d2" providerId="ADAL" clId="{992600FB-E5A2-48A8-ADC9-6968E10B5B48}" dt="2022-11-30T07:51:56.276" v="3592" actId="478"/>
          <ac:spMkLst>
            <pc:docMk/>
            <pc:sldMk cId="2051568008" sldId="259"/>
            <ac:spMk id="17" creationId="{29D393BC-86FC-4CA8-8830-E874EA43EE28}"/>
          </ac:spMkLst>
        </pc:spChg>
        <pc:spChg chg="del mod">
          <ac:chgData name="Amal R Babu" userId="3a292d0a-112b-4bc3-bf38-7771656893d2" providerId="ADAL" clId="{992600FB-E5A2-48A8-ADC9-6968E10B5B48}" dt="2022-11-30T07:51:56.276" v="3592" actId="478"/>
          <ac:spMkLst>
            <pc:docMk/>
            <pc:sldMk cId="2051568008" sldId="259"/>
            <ac:spMk id="19" creationId="{B5F22004-B568-5F9F-D315-B9048F8F933E}"/>
          </ac:spMkLst>
        </pc:spChg>
        <pc:spChg chg="mod">
          <ac:chgData name="Amal R Babu" userId="3a292d0a-112b-4bc3-bf38-7771656893d2" providerId="ADAL" clId="{992600FB-E5A2-48A8-ADC9-6968E10B5B48}" dt="2022-12-07T05:41:26.199" v="3709"/>
          <ac:spMkLst>
            <pc:docMk/>
            <pc:sldMk cId="2051568008" sldId="259"/>
            <ac:spMk id="19" creationId="{D1615F22-3E41-C662-BABC-D173AA9D4662}"/>
          </ac:spMkLst>
        </pc:spChg>
        <pc:spChg chg="mod">
          <ac:chgData name="Amal R Babu" userId="3a292d0a-112b-4bc3-bf38-7771656893d2" providerId="ADAL" clId="{992600FB-E5A2-48A8-ADC9-6968E10B5B48}" dt="2022-12-07T05:41:26.199" v="3709"/>
          <ac:spMkLst>
            <pc:docMk/>
            <pc:sldMk cId="2051568008" sldId="259"/>
            <ac:spMk id="20" creationId="{85EAA670-9709-3643-429F-38A8CF406997}"/>
          </ac:spMkLst>
        </pc:spChg>
        <pc:spChg chg="del mod">
          <ac:chgData name="Amal R Babu" userId="3a292d0a-112b-4bc3-bf38-7771656893d2" providerId="ADAL" clId="{992600FB-E5A2-48A8-ADC9-6968E10B5B48}" dt="2022-11-30T07:51:56.276" v="3592" actId="478"/>
          <ac:spMkLst>
            <pc:docMk/>
            <pc:sldMk cId="2051568008" sldId="259"/>
            <ac:spMk id="20" creationId="{DBD7492E-2CD4-61A0-9EEE-CEE4E61AED9D}"/>
          </ac:spMkLst>
        </pc:spChg>
        <pc:spChg chg="del mod">
          <ac:chgData name="Amal R Babu" userId="3a292d0a-112b-4bc3-bf38-7771656893d2" providerId="ADAL" clId="{992600FB-E5A2-48A8-ADC9-6968E10B5B48}" dt="2022-11-30T07:51:56.276" v="3592" actId="478"/>
          <ac:spMkLst>
            <pc:docMk/>
            <pc:sldMk cId="2051568008" sldId="259"/>
            <ac:spMk id="21" creationId="{88AF1956-F7FB-2ADE-A3E7-1F7329C9752A}"/>
          </ac:spMkLst>
        </pc:spChg>
        <pc:spChg chg="mod">
          <ac:chgData name="Amal R Babu" userId="3a292d0a-112b-4bc3-bf38-7771656893d2" providerId="ADAL" clId="{992600FB-E5A2-48A8-ADC9-6968E10B5B48}" dt="2022-12-07T05:41:26.199" v="3709"/>
          <ac:spMkLst>
            <pc:docMk/>
            <pc:sldMk cId="2051568008" sldId="259"/>
            <ac:spMk id="22" creationId="{48C22072-6BF1-7471-196B-2CA2A17BDDCF}"/>
          </ac:spMkLst>
        </pc:spChg>
        <pc:spChg chg="del mod">
          <ac:chgData name="Amal R Babu" userId="3a292d0a-112b-4bc3-bf38-7771656893d2" providerId="ADAL" clId="{992600FB-E5A2-48A8-ADC9-6968E10B5B48}" dt="2022-11-30T07:51:56.276" v="3592" actId="478"/>
          <ac:spMkLst>
            <pc:docMk/>
            <pc:sldMk cId="2051568008" sldId="259"/>
            <ac:spMk id="22" creationId="{B8560F59-A67B-8514-2A4E-47A28A1A48B1}"/>
          </ac:spMkLst>
        </pc:spChg>
        <pc:spChg chg="add mod">
          <ac:chgData name="Amal R Babu" userId="3a292d0a-112b-4bc3-bf38-7771656893d2" providerId="ADAL" clId="{992600FB-E5A2-48A8-ADC9-6968E10B5B48}" dt="2022-11-30T07:52:24.576" v="3594" actId="207"/>
          <ac:spMkLst>
            <pc:docMk/>
            <pc:sldMk cId="2051568008" sldId="259"/>
            <ac:spMk id="23" creationId="{D3FA469F-E622-B163-9A6E-C268636E70A7}"/>
          </ac:spMkLst>
        </pc:spChg>
        <pc:spChg chg="add mod">
          <ac:chgData name="Amal R Babu" userId="3a292d0a-112b-4bc3-bf38-7771656893d2" providerId="ADAL" clId="{992600FB-E5A2-48A8-ADC9-6968E10B5B48}" dt="2022-11-30T07:52:28.233" v="3595" actId="207"/>
          <ac:spMkLst>
            <pc:docMk/>
            <pc:sldMk cId="2051568008" sldId="259"/>
            <ac:spMk id="24" creationId="{AED3E656-4D43-0ED9-E65B-6DB0A29A96D3}"/>
          </ac:spMkLst>
        </pc:spChg>
        <pc:spChg chg="add mod">
          <ac:chgData name="Amal R Babu" userId="3a292d0a-112b-4bc3-bf38-7771656893d2" providerId="ADAL" clId="{992600FB-E5A2-48A8-ADC9-6968E10B5B48}" dt="2022-11-30T07:52:32.472" v="3596" actId="207"/>
          <ac:spMkLst>
            <pc:docMk/>
            <pc:sldMk cId="2051568008" sldId="259"/>
            <ac:spMk id="25" creationId="{4B9D06F2-6FEB-8C32-52F6-69010328E106}"/>
          </ac:spMkLst>
        </pc:spChg>
        <pc:spChg chg="mod">
          <ac:chgData name="Amal R Babu" userId="3a292d0a-112b-4bc3-bf38-7771656893d2" providerId="ADAL" clId="{992600FB-E5A2-48A8-ADC9-6968E10B5B48}" dt="2022-12-07T05:41:26.199" v="3709"/>
          <ac:spMkLst>
            <pc:docMk/>
            <pc:sldMk cId="2051568008" sldId="259"/>
            <ac:spMk id="26" creationId="{09359809-3B66-918D-1448-3627446086A3}"/>
          </ac:spMkLst>
        </pc:spChg>
        <pc:spChg chg="del mod topLvl">
          <ac:chgData name="Amal R Babu" userId="3a292d0a-112b-4bc3-bf38-7771656893d2" providerId="ADAL" clId="{992600FB-E5A2-48A8-ADC9-6968E10B5B48}" dt="2022-11-30T04:45:27.718" v="3081" actId="478"/>
          <ac:spMkLst>
            <pc:docMk/>
            <pc:sldMk cId="2051568008" sldId="259"/>
            <ac:spMk id="26" creationId="{EF4EB0B0-3304-650F-3100-F337800C6835}"/>
          </ac:spMkLst>
        </pc:spChg>
        <pc:spChg chg="mod topLvl">
          <ac:chgData name="Amal R Babu" userId="3a292d0a-112b-4bc3-bf38-7771656893d2" providerId="ADAL" clId="{992600FB-E5A2-48A8-ADC9-6968E10B5B48}" dt="2022-11-28T10:11:51.563" v="992" actId="165"/>
          <ac:spMkLst>
            <pc:docMk/>
            <pc:sldMk cId="2051568008" sldId="259"/>
            <ac:spMk id="31" creationId="{61B81A57-B5F8-CBF3-F647-EA407686C375}"/>
          </ac:spMkLst>
        </pc:spChg>
        <pc:spChg chg="mod topLvl">
          <ac:chgData name="Amal R Babu" userId="3a292d0a-112b-4bc3-bf38-7771656893d2" providerId="ADAL" clId="{992600FB-E5A2-48A8-ADC9-6968E10B5B48}" dt="2022-11-28T10:11:51.563" v="992" actId="165"/>
          <ac:spMkLst>
            <pc:docMk/>
            <pc:sldMk cId="2051568008" sldId="259"/>
            <ac:spMk id="32" creationId="{B631EEF1-030B-D12A-CF6E-E6652F6E6B24}"/>
          </ac:spMkLst>
        </pc:spChg>
        <pc:spChg chg="del mod">
          <ac:chgData name="Amal R Babu" userId="3a292d0a-112b-4bc3-bf38-7771656893d2" providerId="ADAL" clId="{992600FB-E5A2-48A8-ADC9-6968E10B5B48}" dt="2022-11-30T07:51:56.276" v="3592" actId="478"/>
          <ac:spMkLst>
            <pc:docMk/>
            <pc:sldMk cId="2051568008" sldId="259"/>
            <ac:spMk id="33" creationId="{06426368-13B9-05ED-7B4E-48B8C7532F65}"/>
          </ac:spMkLst>
        </pc:spChg>
        <pc:spChg chg="del mod">
          <ac:chgData name="Amal R Babu" userId="3a292d0a-112b-4bc3-bf38-7771656893d2" providerId="ADAL" clId="{992600FB-E5A2-48A8-ADC9-6968E10B5B48}" dt="2022-11-30T07:51:56.276" v="3592" actId="478"/>
          <ac:spMkLst>
            <pc:docMk/>
            <pc:sldMk cId="2051568008" sldId="259"/>
            <ac:spMk id="34" creationId="{15C24E6E-5086-DAC3-E400-3CB725E13353}"/>
          </ac:spMkLst>
        </pc:spChg>
        <pc:spChg chg="del mod">
          <ac:chgData name="Amal R Babu" userId="3a292d0a-112b-4bc3-bf38-7771656893d2" providerId="ADAL" clId="{992600FB-E5A2-48A8-ADC9-6968E10B5B48}" dt="2022-11-30T07:51:56.276" v="3592" actId="478"/>
          <ac:spMkLst>
            <pc:docMk/>
            <pc:sldMk cId="2051568008" sldId="259"/>
            <ac:spMk id="35" creationId="{D7FACB4C-BCA4-434A-8FA8-F4D0A8D4C109}"/>
          </ac:spMkLst>
        </pc:spChg>
        <pc:spChg chg="mod topLvl">
          <ac:chgData name="Amal R Babu" userId="3a292d0a-112b-4bc3-bf38-7771656893d2" providerId="ADAL" clId="{992600FB-E5A2-48A8-ADC9-6968E10B5B48}" dt="2022-11-28T10:11:51.563" v="992" actId="165"/>
          <ac:spMkLst>
            <pc:docMk/>
            <pc:sldMk cId="2051568008" sldId="259"/>
            <ac:spMk id="36" creationId="{90012A1E-28AA-E521-B656-ED2BA4A3E087}"/>
          </ac:spMkLst>
        </pc:spChg>
        <pc:spChg chg="mod topLvl">
          <ac:chgData name="Amal R Babu" userId="3a292d0a-112b-4bc3-bf38-7771656893d2" providerId="ADAL" clId="{992600FB-E5A2-48A8-ADC9-6968E10B5B48}" dt="2022-11-28T10:11:51.563" v="992" actId="165"/>
          <ac:spMkLst>
            <pc:docMk/>
            <pc:sldMk cId="2051568008" sldId="259"/>
            <ac:spMk id="37" creationId="{E0E7EAC4-16BE-9F14-7F8A-D62D087EB35B}"/>
          </ac:spMkLst>
        </pc:spChg>
        <pc:spChg chg="add mod">
          <ac:chgData name="Amal R Babu" userId="3a292d0a-112b-4bc3-bf38-7771656893d2" providerId="ADAL" clId="{992600FB-E5A2-48A8-ADC9-6968E10B5B48}" dt="2022-11-30T07:52:35.181" v="3597" actId="207"/>
          <ac:spMkLst>
            <pc:docMk/>
            <pc:sldMk cId="2051568008" sldId="259"/>
            <ac:spMk id="38" creationId="{025BF91C-5163-7619-C9C4-CF2840FE8738}"/>
          </ac:spMkLst>
        </pc:spChg>
        <pc:spChg chg="del mod topLvl">
          <ac:chgData name="Amal R Babu" userId="3a292d0a-112b-4bc3-bf38-7771656893d2" providerId="ADAL" clId="{992600FB-E5A2-48A8-ADC9-6968E10B5B48}" dt="2022-11-28T10:11:56.171" v="993" actId="478"/>
          <ac:spMkLst>
            <pc:docMk/>
            <pc:sldMk cId="2051568008" sldId="259"/>
            <ac:spMk id="38" creationId="{D4770C35-E970-F647-8FAC-E6E271587668}"/>
          </ac:spMkLst>
        </pc:spChg>
        <pc:spChg chg="add mod">
          <ac:chgData name="Amal R Babu" userId="3a292d0a-112b-4bc3-bf38-7771656893d2" providerId="ADAL" clId="{992600FB-E5A2-48A8-ADC9-6968E10B5B48}" dt="2022-11-30T07:51:57.059" v="3593"/>
          <ac:spMkLst>
            <pc:docMk/>
            <pc:sldMk cId="2051568008" sldId="259"/>
            <ac:spMk id="39" creationId="{359AB09C-2AD2-D62D-5194-BB885CA8C658}"/>
          </ac:spMkLst>
        </pc:spChg>
        <pc:spChg chg="del mod topLvl">
          <ac:chgData name="Amal R Babu" userId="3a292d0a-112b-4bc3-bf38-7771656893d2" providerId="ADAL" clId="{992600FB-E5A2-48A8-ADC9-6968E10B5B48}" dt="2022-11-28T10:11:56.171" v="993" actId="478"/>
          <ac:spMkLst>
            <pc:docMk/>
            <pc:sldMk cId="2051568008" sldId="259"/>
            <ac:spMk id="39" creationId="{A096A059-50C6-D8C8-B9F3-A0C4C3122640}"/>
          </ac:spMkLst>
        </pc:spChg>
        <pc:spChg chg="del mod topLvl">
          <ac:chgData name="Amal R Babu" userId="3a292d0a-112b-4bc3-bf38-7771656893d2" providerId="ADAL" clId="{992600FB-E5A2-48A8-ADC9-6968E10B5B48}" dt="2022-11-28T10:11:56.171" v="993" actId="478"/>
          <ac:spMkLst>
            <pc:docMk/>
            <pc:sldMk cId="2051568008" sldId="259"/>
            <ac:spMk id="40" creationId="{7BE09A2B-D398-10E6-7081-4157EC2A2CDF}"/>
          </ac:spMkLst>
        </pc:spChg>
        <pc:spChg chg="del mod">
          <ac:chgData name="Amal R Babu" userId="3a292d0a-112b-4bc3-bf38-7771656893d2" providerId="ADAL" clId="{992600FB-E5A2-48A8-ADC9-6968E10B5B48}" dt="2022-11-30T06:31:07.928" v="3455" actId="478"/>
          <ac:spMkLst>
            <pc:docMk/>
            <pc:sldMk cId="2051568008" sldId="259"/>
            <ac:spMk id="43" creationId="{4085F982-777E-59AD-4DB4-B07024AB9EAF}"/>
          </ac:spMkLst>
        </pc:spChg>
        <pc:spChg chg="mod">
          <ac:chgData name="Amal R Babu" userId="3a292d0a-112b-4bc3-bf38-7771656893d2" providerId="ADAL" clId="{992600FB-E5A2-48A8-ADC9-6968E10B5B48}" dt="2022-11-30T07:51:57.059" v="3593"/>
          <ac:spMkLst>
            <pc:docMk/>
            <pc:sldMk cId="2051568008" sldId="259"/>
            <ac:spMk id="45" creationId="{ACF70ACA-A992-4739-22D8-0986B44A36B1}"/>
          </ac:spMkLst>
        </pc:spChg>
        <pc:spChg chg="add mod">
          <ac:chgData name="Amal R Babu" userId="3a292d0a-112b-4bc3-bf38-7771656893d2" providerId="ADAL" clId="{992600FB-E5A2-48A8-ADC9-6968E10B5B48}" dt="2022-11-28T10:15:42.871" v="1037" actId="164"/>
          <ac:spMkLst>
            <pc:docMk/>
            <pc:sldMk cId="2051568008" sldId="259"/>
            <ac:spMk id="46" creationId="{99881D78-2B87-E12B-49E9-D3F730AF9CA4}"/>
          </ac:spMkLst>
        </pc:spChg>
        <pc:spChg chg="del">
          <ac:chgData name="Amal R Babu" userId="3a292d0a-112b-4bc3-bf38-7771656893d2" providerId="ADAL" clId="{992600FB-E5A2-48A8-ADC9-6968E10B5B48}" dt="2022-11-30T07:51:56.276" v="3592" actId="478"/>
          <ac:spMkLst>
            <pc:docMk/>
            <pc:sldMk cId="2051568008" sldId="259"/>
            <ac:spMk id="50" creationId="{0E2B6178-FB2D-9772-47AD-87A734026875}"/>
          </ac:spMkLst>
        </pc:spChg>
        <pc:spChg chg="del mod">
          <ac:chgData name="Amal R Babu" userId="3a292d0a-112b-4bc3-bf38-7771656893d2" providerId="ADAL" clId="{992600FB-E5A2-48A8-ADC9-6968E10B5B48}" dt="2022-11-30T07:51:56.276" v="3592" actId="478"/>
          <ac:spMkLst>
            <pc:docMk/>
            <pc:sldMk cId="2051568008" sldId="259"/>
            <ac:spMk id="55" creationId="{A2C13AB5-7A64-00F4-ECBF-90F667E097CA}"/>
          </ac:spMkLst>
        </pc:spChg>
        <pc:spChg chg="mod">
          <ac:chgData name="Amal R Babu" userId="3a292d0a-112b-4bc3-bf38-7771656893d2" providerId="ADAL" clId="{992600FB-E5A2-48A8-ADC9-6968E10B5B48}" dt="2022-11-28T10:15:53.419" v="1040" actId="207"/>
          <ac:spMkLst>
            <pc:docMk/>
            <pc:sldMk cId="2051568008" sldId="259"/>
            <ac:spMk id="56" creationId="{8B7B167F-4167-0978-E8FD-4722185AE5EB}"/>
          </ac:spMkLst>
        </pc:spChg>
        <pc:spChg chg="mod">
          <ac:chgData name="Amal R Babu" userId="3a292d0a-112b-4bc3-bf38-7771656893d2" providerId="ADAL" clId="{992600FB-E5A2-48A8-ADC9-6968E10B5B48}" dt="2022-11-28T10:15:53.419" v="1040" actId="207"/>
          <ac:spMkLst>
            <pc:docMk/>
            <pc:sldMk cId="2051568008" sldId="259"/>
            <ac:spMk id="57" creationId="{4D9D4210-23E0-E42F-33D1-91FBE9BBF1B2}"/>
          </ac:spMkLst>
        </pc:spChg>
        <pc:spChg chg="del">
          <ac:chgData name="Amal R Babu" userId="3a292d0a-112b-4bc3-bf38-7771656893d2" providerId="ADAL" clId="{992600FB-E5A2-48A8-ADC9-6968E10B5B48}" dt="2022-11-30T07:51:56.276" v="3592" actId="478"/>
          <ac:spMkLst>
            <pc:docMk/>
            <pc:sldMk cId="2051568008" sldId="259"/>
            <ac:spMk id="58" creationId="{84827C04-91A4-59E2-705C-138BA0A13DA9}"/>
          </ac:spMkLst>
        </pc:spChg>
        <pc:spChg chg="mod">
          <ac:chgData name="Amal R Babu" userId="3a292d0a-112b-4bc3-bf38-7771656893d2" providerId="ADAL" clId="{992600FB-E5A2-48A8-ADC9-6968E10B5B48}" dt="2022-11-28T10:15:53.419" v="1040" actId="207"/>
          <ac:spMkLst>
            <pc:docMk/>
            <pc:sldMk cId="2051568008" sldId="259"/>
            <ac:spMk id="59" creationId="{0C86B5FC-9245-D2ED-DD22-A728FE045334}"/>
          </ac:spMkLst>
        </pc:spChg>
        <pc:spChg chg="add mod">
          <ac:chgData name="Amal R Babu" userId="3a292d0a-112b-4bc3-bf38-7771656893d2" providerId="ADAL" clId="{992600FB-E5A2-48A8-ADC9-6968E10B5B48}" dt="2022-11-28T10:17:14.730" v="1057" actId="1076"/>
          <ac:spMkLst>
            <pc:docMk/>
            <pc:sldMk cId="2051568008" sldId="259"/>
            <ac:spMk id="60" creationId="{78B6EF03-8F3E-3607-3A1C-1F678C9186EF}"/>
          </ac:spMkLst>
        </pc:spChg>
        <pc:spChg chg="add mod">
          <ac:chgData name="Amal R Babu" userId="3a292d0a-112b-4bc3-bf38-7771656893d2" providerId="ADAL" clId="{992600FB-E5A2-48A8-ADC9-6968E10B5B48}" dt="2022-11-28T10:51:07.036" v="1072" actId="1076"/>
          <ac:spMkLst>
            <pc:docMk/>
            <pc:sldMk cId="2051568008" sldId="259"/>
            <ac:spMk id="61" creationId="{FB56885A-E1F6-9657-B73E-63BA2B77CF7F}"/>
          </ac:spMkLst>
        </pc:spChg>
        <pc:spChg chg="add mod">
          <ac:chgData name="Amal R Babu" userId="3a292d0a-112b-4bc3-bf38-7771656893d2" providerId="ADAL" clId="{992600FB-E5A2-48A8-ADC9-6968E10B5B48}" dt="2022-11-28T10:52:44.573" v="1085" actId="20577"/>
          <ac:spMkLst>
            <pc:docMk/>
            <pc:sldMk cId="2051568008" sldId="259"/>
            <ac:spMk id="63" creationId="{67A5FAC3-E100-BF32-3FC6-25618C52AB57}"/>
          </ac:spMkLst>
        </pc:spChg>
        <pc:spChg chg="add mod">
          <ac:chgData name="Amal R Babu" userId="3a292d0a-112b-4bc3-bf38-7771656893d2" providerId="ADAL" clId="{992600FB-E5A2-48A8-ADC9-6968E10B5B48}" dt="2022-11-28T10:51:43.107" v="1081" actId="1076"/>
          <ac:spMkLst>
            <pc:docMk/>
            <pc:sldMk cId="2051568008" sldId="259"/>
            <ac:spMk id="66" creationId="{71537340-6A15-D8D3-1FFE-EA843712D4E8}"/>
          </ac:spMkLst>
        </pc:spChg>
        <pc:spChg chg="mod">
          <ac:chgData name="Amal R Babu" userId="3a292d0a-112b-4bc3-bf38-7771656893d2" providerId="ADAL" clId="{992600FB-E5A2-48A8-ADC9-6968E10B5B48}" dt="2022-11-30T07:51:57.059" v="3593"/>
          <ac:spMkLst>
            <pc:docMk/>
            <pc:sldMk cId="2051568008" sldId="259"/>
            <ac:spMk id="74" creationId="{48A1C27E-E79E-600E-19AD-0E7A21AAFA05}"/>
          </ac:spMkLst>
        </pc:spChg>
        <pc:spChg chg="mod">
          <ac:chgData name="Amal R Babu" userId="3a292d0a-112b-4bc3-bf38-7771656893d2" providerId="ADAL" clId="{992600FB-E5A2-48A8-ADC9-6968E10B5B48}" dt="2022-11-30T07:51:57.059" v="3593"/>
          <ac:spMkLst>
            <pc:docMk/>
            <pc:sldMk cId="2051568008" sldId="259"/>
            <ac:spMk id="78" creationId="{1C51B741-E648-A941-AD8A-56EAD2FB31AB}"/>
          </ac:spMkLst>
        </pc:spChg>
        <pc:spChg chg="add mod">
          <ac:chgData name="Amal R Babu" userId="3a292d0a-112b-4bc3-bf38-7771656893d2" providerId="ADAL" clId="{992600FB-E5A2-48A8-ADC9-6968E10B5B48}" dt="2022-11-30T07:51:57.059" v="3593"/>
          <ac:spMkLst>
            <pc:docMk/>
            <pc:sldMk cId="2051568008" sldId="259"/>
            <ac:spMk id="82" creationId="{0EF0CFB5-F3B3-C886-0B34-37073995BBEC}"/>
          </ac:spMkLst>
        </pc:spChg>
        <pc:spChg chg="mod">
          <ac:chgData name="Amal R Babu" userId="3a292d0a-112b-4bc3-bf38-7771656893d2" providerId="ADAL" clId="{992600FB-E5A2-48A8-ADC9-6968E10B5B48}" dt="2022-11-30T07:51:57.059" v="3593"/>
          <ac:spMkLst>
            <pc:docMk/>
            <pc:sldMk cId="2051568008" sldId="259"/>
            <ac:spMk id="84" creationId="{635D0D8E-1492-6332-CC19-542BFD9A9EA0}"/>
          </ac:spMkLst>
        </pc:spChg>
        <pc:spChg chg="mod">
          <ac:chgData name="Amal R Babu" userId="3a292d0a-112b-4bc3-bf38-7771656893d2" providerId="ADAL" clId="{992600FB-E5A2-48A8-ADC9-6968E10B5B48}" dt="2022-11-30T07:51:57.059" v="3593"/>
          <ac:spMkLst>
            <pc:docMk/>
            <pc:sldMk cId="2051568008" sldId="259"/>
            <ac:spMk id="87" creationId="{B8ECA403-A96C-88F3-E721-B3C5D23243C2}"/>
          </ac:spMkLst>
        </pc:spChg>
        <pc:spChg chg="mod">
          <ac:chgData name="Amal R Babu" userId="3a292d0a-112b-4bc3-bf38-7771656893d2" providerId="ADAL" clId="{992600FB-E5A2-48A8-ADC9-6968E10B5B48}" dt="2022-11-30T07:51:57.059" v="3593"/>
          <ac:spMkLst>
            <pc:docMk/>
            <pc:sldMk cId="2051568008" sldId="259"/>
            <ac:spMk id="89" creationId="{E9F00506-D310-5C56-3779-3E9B20B069DB}"/>
          </ac:spMkLst>
        </pc:spChg>
        <pc:spChg chg="add mod">
          <ac:chgData name="Amal R Babu" userId="3a292d0a-112b-4bc3-bf38-7771656893d2" providerId="ADAL" clId="{992600FB-E5A2-48A8-ADC9-6968E10B5B48}" dt="2022-11-30T07:51:57.059" v="3593"/>
          <ac:spMkLst>
            <pc:docMk/>
            <pc:sldMk cId="2051568008" sldId="259"/>
            <ac:spMk id="90" creationId="{711B0783-1F60-F9EC-104D-9EA4B58AB1AF}"/>
          </ac:spMkLst>
        </pc:spChg>
        <pc:spChg chg="mod topLvl">
          <ac:chgData name="Amal R Babu" userId="3a292d0a-112b-4bc3-bf38-7771656893d2" providerId="ADAL" clId="{992600FB-E5A2-48A8-ADC9-6968E10B5B48}" dt="2022-11-28T10:13:48.657" v="1008" actId="1076"/>
          <ac:spMkLst>
            <pc:docMk/>
            <pc:sldMk cId="2051568008" sldId="259"/>
            <ac:spMk id="92" creationId="{232C2ADA-8B7B-4990-FB78-B27C9A79E87E}"/>
          </ac:spMkLst>
        </pc:spChg>
        <pc:spChg chg="add mod">
          <ac:chgData name="Amal R Babu" userId="3a292d0a-112b-4bc3-bf38-7771656893d2" providerId="ADAL" clId="{992600FB-E5A2-48A8-ADC9-6968E10B5B48}" dt="2022-11-30T07:51:57.059" v="3593"/>
          <ac:spMkLst>
            <pc:docMk/>
            <pc:sldMk cId="2051568008" sldId="259"/>
            <ac:spMk id="93" creationId="{BB05898C-40A1-C62A-816F-3C484466890B}"/>
          </ac:spMkLst>
        </pc:spChg>
        <pc:spChg chg="add mod">
          <ac:chgData name="Amal R Babu" userId="3a292d0a-112b-4bc3-bf38-7771656893d2" providerId="ADAL" clId="{992600FB-E5A2-48A8-ADC9-6968E10B5B48}" dt="2022-11-30T07:51:57.059" v="3593"/>
          <ac:spMkLst>
            <pc:docMk/>
            <pc:sldMk cId="2051568008" sldId="259"/>
            <ac:spMk id="95" creationId="{8F4E7E02-FCAA-405B-191E-94DAC3CB68E6}"/>
          </ac:spMkLst>
        </pc:spChg>
        <pc:spChg chg="add mod">
          <ac:chgData name="Amal R Babu" userId="3a292d0a-112b-4bc3-bf38-7771656893d2" providerId="ADAL" clId="{992600FB-E5A2-48A8-ADC9-6968E10B5B48}" dt="2022-11-30T07:51:57.059" v="3593"/>
          <ac:spMkLst>
            <pc:docMk/>
            <pc:sldMk cId="2051568008" sldId="259"/>
            <ac:spMk id="97" creationId="{F00E5FA7-49EE-6A60-5C53-2C02E0BE5369}"/>
          </ac:spMkLst>
        </pc:spChg>
        <pc:spChg chg="add mod">
          <ac:chgData name="Amal R Babu" userId="3a292d0a-112b-4bc3-bf38-7771656893d2" providerId="ADAL" clId="{992600FB-E5A2-48A8-ADC9-6968E10B5B48}" dt="2022-11-30T07:51:57.059" v="3593"/>
          <ac:spMkLst>
            <pc:docMk/>
            <pc:sldMk cId="2051568008" sldId="259"/>
            <ac:spMk id="99" creationId="{04F4EC89-89F2-7D05-31DA-7B4ADE18D9FA}"/>
          </ac:spMkLst>
        </pc:spChg>
        <pc:spChg chg="add mod">
          <ac:chgData name="Amal R Babu" userId="3a292d0a-112b-4bc3-bf38-7771656893d2" providerId="ADAL" clId="{992600FB-E5A2-48A8-ADC9-6968E10B5B48}" dt="2022-11-30T07:51:57.059" v="3593"/>
          <ac:spMkLst>
            <pc:docMk/>
            <pc:sldMk cId="2051568008" sldId="259"/>
            <ac:spMk id="100" creationId="{FEA6F88C-161F-8774-3C80-B0388F5AE887}"/>
          </ac:spMkLst>
        </pc:spChg>
        <pc:spChg chg="del">
          <ac:chgData name="Amal R Babu" userId="3a292d0a-112b-4bc3-bf38-7771656893d2" providerId="ADAL" clId="{992600FB-E5A2-48A8-ADC9-6968E10B5B48}" dt="2022-11-30T07:51:56.276" v="3592" actId="478"/>
          <ac:spMkLst>
            <pc:docMk/>
            <pc:sldMk cId="2051568008" sldId="259"/>
            <ac:spMk id="102" creationId="{BC336F4F-319C-E66A-14BA-28906300DE58}"/>
          </ac:spMkLst>
        </pc:spChg>
        <pc:spChg chg="del">
          <ac:chgData name="Amal R Babu" userId="3a292d0a-112b-4bc3-bf38-7771656893d2" providerId="ADAL" clId="{992600FB-E5A2-48A8-ADC9-6968E10B5B48}" dt="2022-11-28T10:02:50.638" v="853" actId="478"/>
          <ac:spMkLst>
            <pc:docMk/>
            <pc:sldMk cId="2051568008" sldId="259"/>
            <ac:spMk id="103" creationId="{29B0C45B-43BB-5FBD-2EEB-988D2B901594}"/>
          </ac:spMkLst>
        </pc:spChg>
        <pc:spChg chg="mod">
          <ac:chgData name="Amal R Babu" userId="3a292d0a-112b-4bc3-bf38-7771656893d2" providerId="ADAL" clId="{992600FB-E5A2-48A8-ADC9-6968E10B5B48}" dt="2022-11-30T07:51:57.059" v="3593"/>
          <ac:spMkLst>
            <pc:docMk/>
            <pc:sldMk cId="2051568008" sldId="259"/>
            <ac:spMk id="103" creationId="{C799AEB8-A84F-B8D0-7C08-38E30E24DBE1}"/>
          </ac:spMkLst>
        </pc:spChg>
        <pc:spChg chg="del">
          <ac:chgData name="Amal R Babu" userId="3a292d0a-112b-4bc3-bf38-7771656893d2" providerId="ADAL" clId="{992600FB-E5A2-48A8-ADC9-6968E10B5B48}" dt="2022-11-28T10:02:50.638" v="853" actId="478"/>
          <ac:spMkLst>
            <pc:docMk/>
            <pc:sldMk cId="2051568008" sldId="259"/>
            <ac:spMk id="104" creationId="{74C5E675-701B-8094-F5F5-D71CAAE61688}"/>
          </ac:spMkLst>
        </pc:spChg>
        <pc:spChg chg="mod">
          <ac:chgData name="Amal R Babu" userId="3a292d0a-112b-4bc3-bf38-7771656893d2" providerId="ADAL" clId="{992600FB-E5A2-48A8-ADC9-6968E10B5B48}" dt="2022-11-30T07:51:57.059" v="3593"/>
          <ac:spMkLst>
            <pc:docMk/>
            <pc:sldMk cId="2051568008" sldId="259"/>
            <ac:spMk id="104" creationId="{D07B674A-17D4-BF35-5E1E-558C8A5A74C9}"/>
          </ac:spMkLst>
        </pc:spChg>
        <pc:spChg chg="add mod">
          <ac:chgData name="Amal R Babu" userId="3a292d0a-112b-4bc3-bf38-7771656893d2" providerId="ADAL" clId="{992600FB-E5A2-48A8-ADC9-6968E10B5B48}" dt="2022-11-30T07:51:57.059" v="3593"/>
          <ac:spMkLst>
            <pc:docMk/>
            <pc:sldMk cId="2051568008" sldId="259"/>
            <ac:spMk id="105" creationId="{9B3D8659-A43F-0CF6-5B64-C5DFBDEB031C}"/>
          </ac:spMkLst>
        </pc:spChg>
        <pc:spChg chg="mod">
          <ac:chgData name="Amal R Babu" userId="3a292d0a-112b-4bc3-bf38-7771656893d2" providerId="ADAL" clId="{992600FB-E5A2-48A8-ADC9-6968E10B5B48}" dt="2022-11-30T07:51:57.059" v="3593"/>
          <ac:spMkLst>
            <pc:docMk/>
            <pc:sldMk cId="2051568008" sldId="259"/>
            <ac:spMk id="107" creationId="{B0D329EE-1360-27F0-8983-5E9999A48F1F}"/>
          </ac:spMkLst>
        </pc:spChg>
        <pc:spChg chg="mod">
          <ac:chgData name="Amal R Babu" userId="3a292d0a-112b-4bc3-bf38-7771656893d2" providerId="ADAL" clId="{992600FB-E5A2-48A8-ADC9-6968E10B5B48}" dt="2022-11-30T07:51:57.059" v="3593"/>
          <ac:spMkLst>
            <pc:docMk/>
            <pc:sldMk cId="2051568008" sldId="259"/>
            <ac:spMk id="108" creationId="{C9BC46E8-42DF-8D06-1DDE-575E632E1361}"/>
          </ac:spMkLst>
        </pc:spChg>
        <pc:spChg chg="del">
          <ac:chgData name="Amal R Babu" userId="3a292d0a-112b-4bc3-bf38-7771656893d2" providerId="ADAL" clId="{992600FB-E5A2-48A8-ADC9-6968E10B5B48}" dt="2022-11-30T06:31:07.928" v="3455" actId="478"/>
          <ac:spMkLst>
            <pc:docMk/>
            <pc:sldMk cId="2051568008" sldId="259"/>
            <ac:spMk id="109" creationId="{B205D4A8-03D0-E92D-2A10-7A44B4A53BD1}"/>
          </ac:spMkLst>
        </pc:spChg>
        <pc:spChg chg="add mod">
          <ac:chgData name="Amal R Babu" userId="3a292d0a-112b-4bc3-bf38-7771656893d2" providerId="ADAL" clId="{992600FB-E5A2-48A8-ADC9-6968E10B5B48}" dt="2022-11-30T07:51:57.059" v="3593"/>
          <ac:spMkLst>
            <pc:docMk/>
            <pc:sldMk cId="2051568008" sldId="259"/>
            <ac:spMk id="110" creationId="{7D2F89A2-3FE8-D639-025B-9BF4C329EFD8}"/>
          </ac:spMkLst>
        </pc:spChg>
        <pc:spChg chg="add mod">
          <ac:chgData name="Amal R Babu" userId="3a292d0a-112b-4bc3-bf38-7771656893d2" providerId="ADAL" clId="{992600FB-E5A2-48A8-ADC9-6968E10B5B48}" dt="2022-11-30T07:51:57.059" v="3593"/>
          <ac:spMkLst>
            <pc:docMk/>
            <pc:sldMk cId="2051568008" sldId="259"/>
            <ac:spMk id="111" creationId="{C73F4624-9527-8183-B180-2774B63512B2}"/>
          </ac:spMkLst>
        </pc:spChg>
        <pc:spChg chg="del">
          <ac:chgData name="Amal R Babu" userId="3a292d0a-112b-4bc3-bf38-7771656893d2" providerId="ADAL" clId="{992600FB-E5A2-48A8-ADC9-6968E10B5B48}" dt="2022-11-28T10:02:52.140" v="854" actId="478"/>
          <ac:spMkLst>
            <pc:docMk/>
            <pc:sldMk cId="2051568008" sldId="259"/>
            <ac:spMk id="128" creationId="{41223AA4-B730-3AEB-3564-71CF3E904C71}"/>
          </ac:spMkLst>
        </pc:spChg>
        <pc:grpChg chg="add mod">
          <ac:chgData name="Amal R Babu" userId="3a292d0a-112b-4bc3-bf38-7771656893d2" providerId="ADAL" clId="{992600FB-E5A2-48A8-ADC9-6968E10B5B48}" dt="2022-12-07T05:41:26.199" v="3709"/>
          <ac:grpSpMkLst>
            <pc:docMk/>
            <pc:sldMk cId="2051568008" sldId="259"/>
            <ac:grpSpMk id="17" creationId="{62C84D17-BBEB-3E1C-AE16-5AF0B8D675B5}"/>
          </ac:grpSpMkLst>
        </pc:grpChg>
        <pc:grpChg chg="add del mod">
          <ac:chgData name="Amal R Babu" userId="3a292d0a-112b-4bc3-bf38-7771656893d2" providerId="ADAL" clId="{992600FB-E5A2-48A8-ADC9-6968E10B5B48}" dt="2022-11-28T10:09:45.034" v="989" actId="165"/>
          <ac:grpSpMkLst>
            <pc:docMk/>
            <pc:sldMk cId="2051568008" sldId="259"/>
            <ac:grpSpMk id="18" creationId="{C09A7A08-794C-3D7E-3686-0FA709168F76}"/>
          </ac:grpSpMkLst>
        </pc:grpChg>
        <pc:grpChg chg="add mod">
          <ac:chgData name="Amal R Babu" userId="3a292d0a-112b-4bc3-bf38-7771656893d2" providerId="ADAL" clId="{992600FB-E5A2-48A8-ADC9-6968E10B5B48}" dt="2022-12-07T05:41:26.199" v="3709"/>
          <ac:grpSpMkLst>
            <pc:docMk/>
            <pc:sldMk cId="2051568008" sldId="259"/>
            <ac:grpSpMk id="21" creationId="{3CBB2942-9CD4-498A-7B56-660BF9D8C434}"/>
          </ac:grpSpMkLst>
        </pc:grpChg>
        <pc:grpChg chg="del mod">
          <ac:chgData name="Amal R Babu" userId="3a292d0a-112b-4bc3-bf38-7771656893d2" providerId="ADAL" clId="{992600FB-E5A2-48A8-ADC9-6968E10B5B48}" dt="2022-11-28T10:11:51.563" v="992" actId="165"/>
          <ac:grpSpMkLst>
            <pc:docMk/>
            <pc:sldMk cId="2051568008" sldId="259"/>
            <ac:grpSpMk id="25" creationId="{63BC3B76-2556-6FAC-F387-88457C3D3737}"/>
          </ac:grpSpMkLst>
        </pc:grpChg>
        <pc:grpChg chg="del">
          <ac:chgData name="Amal R Babu" userId="3a292d0a-112b-4bc3-bf38-7771656893d2" providerId="ADAL" clId="{992600FB-E5A2-48A8-ADC9-6968E10B5B48}" dt="2022-11-30T07:51:56.276" v="3592" actId="478"/>
          <ac:grpSpMkLst>
            <pc:docMk/>
            <pc:sldMk cId="2051568008" sldId="259"/>
            <ac:grpSpMk id="30" creationId="{9ECCC638-745A-4CD5-37F4-34E729654B57}"/>
          </ac:grpSpMkLst>
        </pc:grpChg>
        <pc:grpChg chg="add mod">
          <ac:chgData name="Amal R Babu" userId="3a292d0a-112b-4bc3-bf38-7771656893d2" providerId="ADAL" clId="{992600FB-E5A2-48A8-ADC9-6968E10B5B48}" dt="2022-11-30T07:51:57.059" v="3593"/>
          <ac:grpSpMkLst>
            <pc:docMk/>
            <pc:sldMk cId="2051568008" sldId="259"/>
            <ac:grpSpMk id="40" creationId="{3D5ED99E-B557-5BFE-E9CF-7341DD8C0784}"/>
          </ac:grpSpMkLst>
        </pc:grpChg>
        <pc:grpChg chg="del">
          <ac:chgData name="Amal R Babu" userId="3a292d0a-112b-4bc3-bf38-7771656893d2" providerId="ADAL" clId="{992600FB-E5A2-48A8-ADC9-6968E10B5B48}" dt="2022-11-30T07:51:56.276" v="3592" actId="478"/>
          <ac:grpSpMkLst>
            <pc:docMk/>
            <pc:sldMk cId="2051568008" sldId="259"/>
            <ac:grpSpMk id="47" creationId="{5C6579D9-4E04-AE17-CF35-68ADBC5766B2}"/>
          </ac:grpSpMkLst>
        </pc:grpChg>
        <pc:grpChg chg="add mod">
          <ac:chgData name="Amal R Babu" userId="3a292d0a-112b-4bc3-bf38-7771656893d2" providerId="ADAL" clId="{992600FB-E5A2-48A8-ADC9-6968E10B5B48}" dt="2022-11-28T10:15:45.707" v="1038" actId="1076"/>
          <ac:grpSpMkLst>
            <pc:docMk/>
            <pc:sldMk cId="2051568008" sldId="259"/>
            <ac:grpSpMk id="51" creationId="{6A199681-2294-F9B7-4824-2BE6E7A88CDA}"/>
          </ac:grpSpMkLst>
        </pc:grpChg>
        <pc:grpChg chg="add mod">
          <ac:chgData name="Amal R Babu" userId="3a292d0a-112b-4bc3-bf38-7771656893d2" providerId="ADAL" clId="{992600FB-E5A2-48A8-ADC9-6968E10B5B48}" dt="2022-11-28T10:16:01.650" v="1044" actId="1076"/>
          <ac:grpSpMkLst>
            <pc:docMk/>
            <pc:sldMk cId="2051568008" sldId="259"/>
            <ac:grpSpMk id="52" creationId="{86F99704-9C27-2873-9C3D-6F59808004D7}"/>
          </ac:grpSpMkLst>
        </pc:grpChg>
        <pc:grpChg chg="del">
          <ac:chgData name="Amal R Babu" userId="3a292d0a-112b-4bc3-bf38-7771656893d2" providerId="ADAL" clId="{992600FB-E5A2-48A8-ADC9-6968E10B5B48}" dt="2022-11-30T07:51:56.276" v="3592" actId="478"/>
          <ac:grpSpMkLst>
            <pc:docMk/>
            <pc:sldMk cId="2051568008" sldId="259"/>
            <ac:grpSpMk id="54" creationId="{73F997E9-B116-D8A6-6EF5-C091C7C77B6D}"/>
          </ac:grpSpMkLst>
        </pc:grpChg>
        <pc:grpChg chg="del">
          <ac:chgData name="Amal R Babu" userId="3a292d0a-112b-4bc3-bf38-7771656893d2" providerId="ADAL" clId="{992600FB-E5A2-48A8-ADC9-6968E10B5B48}" dt="2022-12-07T05:41:25.650" v="3708" actId="478"/>
          <ac:grpSpMkLst>
            <pc:docMk/>
            <pc:sldMk cId="2051568008" sldId="259"/>
            <ac:grpSpMk id="67" creationId="{6D8E5ACC-26DE-243B-180E-E19057A9EB34}"/>
          </ac:grpSpMkLst>
        </pc:grpChg>
        <pc:grpChg chg="del">
          <ac:chgData name="Amal R Babu" userId="3a292d0a-112b-4bc3-bf38-7771656893d2" providerId="ADAL" clId="{992600FB-E5A2-48A8-ADC9-6968E10B5B48}" dt="2022-12-07T05:41:25.650" v="3708" actId="478"/>
          <ac:grpSpMkLst>
            <pc:docMk/>
            <pc:sldMk cId="2051568008" sldId="259"/>
            <ac:grpSpMk id="68" creationId="{CE1D2690-EA4E-562F-8571-7A8695694CC3}"/>
          </ac:grpSpMkLst>
        </pc:grpChg>
        <pc:grpChg chg="add mod">
          <ac:chgData name="Amal R Babu" userId="3a292d0a-112b-4bc3-bf38-7771656893d2" providerId="ADAL" clId="{992600FB-E5A2-48A8-ADC9-6968E10B5B48}" dt="2022-11-30T07:51:57.059" v="3593"/>
          <ac:grpSpMkLst>
            <pc:docMk/>
            <pc:sldMk cId="2051568008" sldId="259"/>
            <ac:grpSpMk id="83" creationId="{B11A7E8C-B243-DF52-4016-8C7680D8C13F}"/>
          </ac:grpSpMkLst>
        </pc:grpChg>
        <pc:grpChg chg="add mod">
          <ac:chgData name="Amal R Babu" userId="3a292d0a-112b-4bc3-bf38-7771656893d2" providerId="ADAL" clId="{992600FB-E5A2-48A8-ADC9-6968E10B5B48}" dt="2022-11-30T07:51:57.059" v="3593"/>
          <ac:grpSpMkLst>
            <pc:docMk/>
            <pc:sldMk cId="2051568008" sldId="259"/>
            <ac:grpSpMk id="86" creationId="{849EF06A-D64C-0A2C-304F-DEE325AD824D}"/>
          </ac:grpSpMkLst>
        </pc:grpChg>
        <pc:grpChg chg="del">
          <ac:chgData name="Amal R Babu" userId="3a292d0a-112b-4bc3-bf38-7771656893d2" providerId="ADAL" clId="{992600FB-E5A2-48A8-ADC9-6968E10B5B48}" dt="2022-11-30T07:51:56.276" v="3592" actId="478"/>
          <ac:grpSpMkLst>
            <pc:docMk/>
            <pc:sldMk cId="2051568008" sldId="259"/>
            <ac:grpSpMk id="88" creationId="{5202437B-09C4-B9C2-DFB9-8FE4C3A1D94B}"/>
          </ac:grpSpMkLst>
        </pc:grpChg>
        <pc:grpChg chg="del">
          <ac:chgData name="Amal R Babu" userId="3a292d0a-112b-4bc3-bf38-7771656893d2" providerId="ADAL" clId="{992600FB-E5A2-48A8-ADC9-6968E10B5B48}" dt="2022-11-30T07:51:56.276" v="3592" actId="478"/>
          <ac:grpSpMkLst>
            <pc:docMk/>
            <pc:sldMk cId="2051568008" sldId="259"/>
            <ac:grpSpMk id="98" creationId="{5E12AE22-4B66-8998-2063-3E4A6A50C8CF}"/>
          </ac:grpSpMkLst>
        </pc:grpChg>
        <pc:grpChg chg="add mod">
          <ac:chgData name="Amal R Babu" userId="3a292d0a-112b-4bc3-bf38-7771656893d2" providerId="ADAL" clId="{992600FB-E5A2-48A8-ADC9-6968E10B5B48}" dt="2022-11-30T07:51:57.059" v="3593"/>
          <ac:grpSpMkLst>
            <pc:docMk/>
            <pc:sldMk cId="2051568008" sldId="259"/>
            <ac:grpSpMk id="101" creationId="{23FB786A-AA1D-0020-B126-3438384CE243}"/>
          </ac:grpSpMkLst>
        </pc:grpChg>
        <pc:grpChg chg="add mod">
          <ac:chgData name="Amal R Babu" userId="3a292d0a-112b-4bc3-bf38-7771656893d2" providerId="ADAL" clId="{992600FB-E5A2-48A8-ADC9-6968E10B5B48}" dt="2022-11-30T07:51:57.059" v="3593"/>
          <ac:grpSpMkLst>
            <pc:docMk/>
            <pc:sldMk cId="2051568008" sldId="259"/>
            <ac:grpSpMk id="106" creationId="{558620FA-33D6-57E5-03E6-A343CC80E2F8}"/>
          </ac:grpSpMkLst>
        </pc:grpChg>
        <pc:grpChg chg="del">
          <ac:chgData name="Amal R Babu" userId="3a292d0a-112b-4bc3-bf38-7771656893d2" providerId="ADAL" clId="{992600FB-E5A2-48A8-ADC9-6968E10B5B48}" dt="2022-11-28T10:02:50.638" v="853" actId="478"/>
          <ac:grpSpMkLst>
            <pc:docMk/>
            <pc:sldMk cId="2051568008" sldId="259"/>
            <ac:grpSpMk id="142" creationId="{26CF7FD9-2F2E-7BD1-706B-E16DA55CE7AD}"/>
          </ac:grpSpMkLst>
        </pc:grpChg>
        <pc:grpChg chg="del">
          <ac:chgData name="Amal R Babu" userId="3a292d0a-112b-4bc3-bf38-7771656893d2" providerId="ADAL" clId="{992600FB-E5A2-48A8-ADC9-6968E10B5B48}" dt="2022-11-28T10:02:50.638" v="853" actId="478"/>
          <ac:grpSpMkLst>
            <pc:docMk/>
            <pc:sldMk cId="2051568008" sldId="259"/>
            <ac:grpSpMk id="143" creationId="{7CCD7FD8-70CD-8FA0-78C1-11A113F427C6}"/>
          </ac:grpSpMkLst>
        </pc:grpChg>
        <pc:grpChg chg="del">
          <ac:chgData name="Amal R Babu" userId="3a292d0a-112b-4bc3-bf38-7771656893d2" providerId="ADAL" clId="{992600FB-E5A2-48A8-ADC9-6968E10B5B48}" dt="2022-11-28T10:02:50.638" v="853" actId="478"/>
          <ac:grpSpMkLst>
            <pc:docMk/>
            <pc:sldMk cId="2051568008" sldId="259"/>
            <ac:grpSpMk id="144" creationId="{264C77AC-6E12-D550-819C-EA9CFBBD3724}"/>
          </ac:grpSpMkLst>
        </pc:grpChg>
        <pc:picChg chg="add del mod">
          <ac:chgData name="Amal R Babu" userId="3a292d0a-112b-4bc3-bf38-7771656893d2" providerId="ADAL" clId="{992600FB-E5A2-48A8-ADC9-6968E10B5B48}" dt="2022-11-28T10:09:38.810" v="988" actId="21"/>
          <ac:picMkLst>
            <pc:docMk/>
            <pc:sldMk cId="2051568008" sldId="259"/>
            <ac:picMk id="11" creationId="{0C3F4E01-9EDF-554E-4FC8-2F6658EE75FD}"/>
          </ac:picMkLst>
        </pc:picChg>
        <pc:picChg chg="add mod">
          <ac:chgData name="Amal R Babu" userId="3a292d0a-112b-4bc3-bf38-7771656893d2" providerId="ADAL" clId="{992600FB-E5A2-48A8-ADC9-6968E10B5B48}" dt="2022-12-07T05:32:57.360" v="3695" actId="27614"/>
          <ac:picMkLst>
            <pc:docMk/>
            <pc:sldMk cId="2051568008" sldId="259"/>
            <ac:picMk id="16" creationId="{F0428254-93DC-0B61-79E4-EADDDF187257}"/>
          </ac:picMkLst>
        </pc:picChg>
        <pc:picChg chg="add del mod">
          <ac:chgData name="Amal R Babu" userId="3a292d0a-112b-4bc3-bf38-7771656893d2" providerId="ADAL" clId="{992600FB-E5A2-48A8-ADC9-6968E10B5B48}" dt="2022-12-07T05:31:47.539" v="3684" actId="478"/>
          <ac:picMkLst>
            <pc:docMk/>
            <pc:sldMk cId="2051568008" sldId="259"/>
            <ac:picMk id="18" creationId="{9976A235-3801-899A-D779-B0EF3171EFAC}"/>
          </ac:picMkLst>
        </pc:picChg>
        <pc:picChg chg="add del mod">
          <ac:chgData name="Amal R Babu" userId="3a292d0a-112b-4bc3-bf38-7771656893d2" providerId="ADAL" clId="{992600FB-E5A2-48A8-ADC9-6968E10B5B48}" dt="2022-11-28T10:11:50.103" v="991" actId="27803"/>
          <ac:picMkLst>
            <pc:docMk/>
            <pc:sldMk cId="2051568008" sldId="259"/>
            <ac:picMk id="24" creationId="{4B6AB6E3-8A47-5E65-44D2-7110A57E1F65}"/>
          </ac:picMkLst>
        </pc:picChg>
        <pc:picChg chg="add mod">
          <ac:chgData name="Amal R Babu" userId="3a292d0a-112b-4bc3-bf38-7771656893d2" providerId="ADAL" clId="{992600FB-E5A2-48A8-ADC9-6968E10B5B48}" dt="2022-11-28T10:15:42.871" v="1037" actId="164"/>
          <ac:picMkLst>
            <pc:docMk/>
            <pc:sldMk cId="2051568008" sldId="259"/>
            <ac:picMk id="48" creationId="{B7F712BE-E3CE-C76A-67E8-5029B03919D7}"/>
          </ac:picMkLst>
        </pc:picChg>
        <pc:picChg chg="mod">
          <ac:chgData name="Amal R Babu" userId="3a292d0a-112b-4bc3-bf38-7771656893d2" providerId="ADAL" clId="{992600FB-E5A2-48A8-ADC9-6968E10B5B48}" dt="2022-11-30T07:51:57.059" v="3593"/>
          <ac:picMkLst>
            <pc:docMk/>
            <pc:sldMk cId="2051568008" sldId="259"/>
            <ac:picMk id="85" creationId="{DFD080A1-7AB0-3E28-7207-21274491C070}"/>
          </ac:picMkLst>
        </pc:picChg>
        <pc:cxnChg chg="del">
          <ac:chgData name="Amal R Babu" userId="3a292d0a-112b-4bc3-bf38-7771656893d2" providerId="ADAL" clId="{992600FB-E5A2-48A8-ADC9-6968E10B5B48}" dt="2022-11-30T07:51:56.276" v="3592" actId="478"/>
          <ac:cxnSpMkLst>
            <pc:docMk/>
            <pc:sldMk cId="2051568008" sldId="259"/>
            <ac:cxnSpMk id="7" creationId="{1C225904-9D2F-F0C8-8BBE-32DEDB3F8B8F}"/>
          </ac:cxnSpMkLst>
        </pc:cxnChg>
        <pc:cxnChg chg="add mod">
          <ac:chgData name="Amal R Babu" userId="3a292d0a-112b-4bc3-bf38-7771656893d2" providerId="ADAL" clId="{992600FB-E5A2-48A8-ADC9-6968E10B5B48}" dt="2022-11-28T10:16:20.345" v="1047" actId="1076"/>
          <ac:cxnSpMkLst>
            <pc:docMk/>
            <pc:sldMk cId="2051568008" sldId="259"/>
            <ac:cxnSpMk id="42" creationId="{832D93DA-7362-88DB-1178-043B0197C6E0}"/>
          </ac:cxnSpMkLst>
        </pc:cxnChg>
        <pc:cxnChg chg="add mod">
          <ac:chgData name="Amal R Babu" userId="3a292d0a-112b-4bc3-bf38-7771656893d2" providerId="ADAL" clId="{992600FB-E5A2-48A8-ADC9-6968E10B5B48}" dt="2022-11-30T07:51:57.059" v="3593"/>
          <ac:cxnSpMkLst>
            <pc:docMk/>
            <pc:sldMk cId="2051568008" sldId="259"/>
            <ac:cxnSpMk id="91" creationId="{50CB58F2-034B-BA15-CF75-E681C76E3879}"/>
          </ac:cxnSpMkLst>
        </pc:cxnChg>
      </pc:sldChg>
      <pc:sldChg chg="addSp delSp modSp add mod setBg modClrScheme chgLayout">
        <pc:chgData name="Amal R Babu" userId="3a292d0a-112b-4bc3-bf38-7771656893d2" providerId="ADAL" clId="{992600FB-E5A2-48A8-ADC9-6968E10B5B48}" dt="2022-12-07T05:41:52.835" v="3713"/>
        <pc:sldMkLst>
          <pc:docMk/>
          <pc:sldMk cId="2124907517" sldId="260"/>
        </pc:sldMkLst>
        <pc:spChg chg="add mod">
          <ac:chgData name="Amal R Babu" userId="3a292d0a-112b-4bc3-bf38-7771656893d2" providerId="ADAL" clId="{992600FB-E5A2-48A8-ADC9-6968E10B5B48}" dt="2022-11-30T07:53:41.984" v="3600" actId="207"/>
          <ac:spMkLst>
            <pc:docMk/>
            <pc:sldMk cId="2124907517" sldId="260"/>
            <ac:spMk id="2" creationId="{0B46E278-23A9-8215-88C3-E08453E846EC}"/>
          </ac:spMkLst>
        </pc:spChg>
        <pc:spChg chg="del">
          <ac:chgData name="Amal R Babu" userId="3a292d0a-112b-4bc3-bf38-7771656893d2" providerId="ADAL" clId="{992600FB-E5A2-48A8-ADC9-6968E10B5B48}" dt="2022-11-28T10:53:23.722" v="1107" actId="478"/>
          <ac:spMkLst>
            <pc:docMk/>
            <pc:sldMk cId="2124907517" sldId="260"/>
            <ac:spMk id="2" creationId="{B89F2868-1113-D157-CFA3-323D793A70F6}"/>
          </ac:spMkLst>
        </pc:spChg>
        <pc:spChg chg="mod">
          <ac:chgData name="Amal R Babu" userId="3a292d0a-112b-4bc3-bf38-7771656893d2" providerId="ADAL" clId="{992600FB-E5A2-48A8-ADC9-6968E10B5B48}" dt="2022-11-30T07:54:02.818" v="3605" actId="34135"/>
          <ac:spMkLst>
            <pc:docMk/>
            <pc:sldMk cId="2124907517" sldId="260"/>
            <ac:spMk id="3" creationId="{1025ACCD-BEFE-4057-D0DA-23300AB28132}"/>
          </ac:spMkLst>
        </pc:spChg>
        <pc:spChg chg="mod">
          <ac:chgData name="Amal R Babu" userId="3a292d0a-112b-4bc3-bf38-7771656893d2" providerId="ADAL" clId="{992600FB-E5A2-48A8-ADC9-6968E10B5B48}" dt="2022-12-07T05:41:30.353" v="3711"/>
          <ac:spMkLst>
            <pc:docMk/>
            <pc:sldMk cId="2124907517" sldId="260"/>
            <ac:spMk id="9" creationId="{10D1C21B-7DBD-2F8D-DC30-3DFED976E27B}"/>
          </ac:spMkLst>
        </pc:spChg>
        <pc:spChg chg="del mod">
          <ac:chgData name="Amal R Babu" userId="3a292d0a-112b-4bc3-bf38-7771656893d2" providerId="ADAL" clId="{992600FB-E5A2-48A8-ADC9-6968E10B5B48}" dt="2022-11-30T07:53:34.609" v="3598" actId="478"/>
          <ac:spMkLst>
            <pc:docMk/>
            <pc:sldMk cId="2124907517" sldId="260"/>
            <ac:spMk id="9" creationId="{67D53DBD-07C2-B89B-2A5E-6EA3F0CE967B}"/>
          </ac:spMkLst>
        </pc:spChg>
        <pc:spChg chg="add mod">
          <ac:chgData name="Amal R Babu" userId="3a292d0a-112b-4bc3-bf38-7771656893d2" providerId="ADAL" clId="{992600FB-E5A2-48A8-ADC9-6968E10B5B48}" dt="2022-11-30T07:53:45.125" v="3601" actId="207"/>
          <ac:spMkLst>
            <pc:docMk/>
            <pc:sldMk cId="2124907517" sldId="260"/>
            <ac:spMk id="10" creationId="{366E9718-DDBF-6B72-7691-B501A4E4B38A}"/>
          </ac:spMkLst>
        </pc:spChg>
        <pc:spChg chg="add del mod">
          <ac:chgData name="Amal R Babu" userId="3a292d0a-112b-4bc3-bf38-7771656893d2" providerId="ADAL" clId="{992600FB-E5A2-48A8-ADC9-6968E10B5B48}" dt="2022-11-28T10:59:38.274" v="1246" actId="478"/>
          <ac:spMkLst>
            <pc:docMk/>
            <pc:sldMk cId="2124907517" sldId="260"/>
            <ac:spMk id="10" creationId="{A4EB61F4-75D6-162C-4C38-C6362D4685DE}"/>
          </ac:spMkLst>
        </pc:spChg>
        <pc:spChg chg="add mod">
          <ac:chgData name="Amal R Babu" userId="3a292d0a-112b-4bc3-bf38-7771656893d2" providerId="ADAL" clId="{992600FB-E5A2-48A8-ADC9-6968E10B5B48}" dt="2022-11-30T07:53:35.475" v="3599"/>
          <ac:spMkLst>
            <pc:docMk/>
            <pc:sldMk cId="2124907517" sldId="260"/>
            <ac:spMk id="11" creationId="{A81789D4-96F7-AC34-9BAA-E12E47FBF835}"/>
          </ac:spMkLst>
        </pc:spChg>
        <pc:spChg chg="add mod">
          <ac:chgData name="Amal R Babu" userId="3a292d0a-112b-4bc3-bf38-7771656893d2" providerId="ADAL" clId="{992600FB-E5A2-48A8-ADC9-6968E10B5B48}" dt="2022-11-30T07:53:35.475" v="3599"/>
          <ac:spMkLst>
            <pc:docMk/>
            <pc:sldMk cId="2124907517" sldId="260"/>
            <ac:spMk id="12" creationId="{1E46373F-14C9-7889-E000-300699BFDA33}"/>
          </ac:spMkLst>
        </pc:spChg>
        <pc:spChg chg="del">
          <ac:chgData name="Amal R Babu" userId="3a292d0a-112b-4bc3-bf38-7771656893d2" providerId="ADAL" clId="{992600FB-E5A2-48A8-ADC9-6968E10B5B48}" dt="2022-11-28T10:53:24.913" v="1108" actId="478"/>
          <ac:spMkLst>
            <pc:docMk/>
            <pc:sldMk cId="2124907517" sldId="260"/>
            <ac:spMk id="12" creationId="{9D6330B9-BA8C-ED93-BFAB-18042E986F94}"/>
          </ac:spMkLst>
        </pc:spChg>
        <pc:spChg chg="del">
          <ac:chgData name="Amal R Babu" userId="3a292d0a-112b-4bc3-bf38-7771656893d2" providerId="ADAL" clId="{992600FB-E5A2-48A8-ADC9-6968E10B5B48}" dt="2022-11-30T07:53:34.609" v="3598" actId="478"/>
          <ac:spMkLst>
            <pc:docMk/>
            <pc:sldMk cId="2124907517" sldId="260"/>
            <ac:spMk id="13" creationId="{4F3E08FA-4C08-7258-FA22-03C53F09604C}"/>
          </ac:spMkLst>
        </pc:spChg>
        <pc:spChg chg="mod">
          <ac:chgData name="Amal R Babu" userId="3a292d0a-112b-4bc3-bf38-7771656893d2" providerId="ADAL" clId="{992600FB-E5A2-48A8-ADC9-6968E10B5B48}" dt="2022-12-07T05:41:30.353" v="3711"/>
          <ac:spMkLst>
            <pc:docMk/>
            <pc:sldMk cId="2124907517" sldId="260"/>
            <ac:spMk id="13" creationId="{DE502EB7-22E4-69B2-DF07-F3D4D9FD5462}"/>
          </ac:spMkLst>
        </pc:spChg>
        <pc:spChg chg="add mod">
          <ac:chgData name="Amal R Babu" userId="3a292d0a-112b-4bc3-bf38-7771656893d2" providerId="ADAL" clId="{992600FB-E5A2-48A8-ADC9-6968E10B5B48}" dt="2022-11-30T07:53:49.479" v="3602" actId="207"/>
          <ac:spMkLst>
            <pc:docMk/>
            <pc:sldMk cId="2124907517" sldId="260"/>
            <ac:spMk id="14" creationId="{3F358CE8-FF7C-65F6-6459-DD3FD9E65E7B}"/>
          </ac:spMkLst>
        </pc:spChg>
        <pc:spChg chg="del">
          <ac:chgData name="Amal R Babu" userId="3a292d0a-112b-4bc3-bf38-7771656893d2" providerId="ADAL" clId="{992600FB-E5A2-48A8-ADC9-6968E10B5B48}" dt="2022-11-28T10:53:27.481" v="1110" actId="478"/>
          <ac:spMkLst>
            <pc:docMk/>
            <pc:sldMk cId="2124907517" sldId="260"/>
            <ac:spMk id="14" creationId="{C0BABBA1-52B1-52B0-7FCF-B752C026021A}"/>
          </ac:spMkLst>
        </pc:spChg>
        <pc:spChg chg="del">
          <ac:chgData name="Amal R Babu" userId="3a292d0a-112b-4bc3-bf38-7771656893d2" providerId="ADAL" clId="{992600FB-E5A2-48A8-ADC9-6968E10B5B48}" dt="2022-11-28T10:53:23.722" v="1107" actId="478"/>
          <ac:spMkLst>
            <pc:docMk/>
            <pc:sldMk cId="2124907517" sldId="260"/>
            <ac:spMk id="15" creationId="{F2C65DD7-055A-8C16-568E-2CA02A423D72}"/>
          </ac:spMkLst>
        </pc:spChg>
        <pc:spChg chg="del">
          <ac:chgData name="Amal R Babu" userId="3a292d0a-112b-4bc3-bf38-7771656893d2" providerId="ADAL" clId="{992600FB-E5A2-48A8-ADC9-6968E10B5B48}" dt="2022-11-30T07:53:34.609" v="3598" actId="478"/>
          <ac:spMkLst>
            <pc:docMk/>
            <pc:sldMk cId="2124907517" sldId="260"/>
            <ac:spMk id="16" creationId="{2913EB48-94F5-98C7-C275-915A1AD4D3EA}"/>
          </ac:spMkLst>
        </pc:spChg>
        <pc:spChg chg="del mod">
          <ac:chgData name="Amal R Babu" userId="3a292d0a-112b-4bc3-bf38-7771656893d2" providerId="ADAL" clId="{992600FB-E5A2-48A8-ADC9-6968E10B5B48}" dt="2022-11-30T07:53:34.609" v="3598" actId="478"/>
          <ac:spMkLst>
            <pc:docMk/>
            <pc:sldMk cId="2124907517" sldId="260"/>
            <ac:spMk id="17" creationId="{29D393BC-86FC-4CA8-8830-E874EA43EE28}"/>
          </ac:spMkLst>
        </pc:spChg>
        <pc:spChg chg="mod">
          <ac:chgData name="Amal R Babu" userId="3a292d0a-112b-4bc3-bf38-7771656893d2" providerId="ADAL" clId="{992600FB-E5A2-48A8-ADC9-6968E10B5B48}" dt="2022-12-07T05:41:30.353" v="3711"/>
          <ac:spMkLst>
            <pc:docMk/>
            <pc:sldMk cId="2124907517" sldId="260"/>
            <ac:spMk id="17" creationId="{F63995EE-BD47-EDE2-8AE4-EA3FA8DED41F}"/>
          </ac:spMkLst>
        </pc:spChg>
        <pc:spChg chg="mod">
          <ac:chgData name="Amal R Babu" userId="3a292d0a-112b-4bc3-bf38-7771656893d2" providerId="ADAL" clId="{992600FB-E5A2-48A8-ADC9-6968E10B5B48}" dt="2022-11-30T07:53:59.972" v="3604" actId="207"/>
          <ac:spMkLst>
            <pc:docMk/>
            <pc:sldMk cId="2124907517" sldId="260"/>
            <ac:spMk id="18" creationId="{95B6254D-D70D-BD51-97A5-BA4D4503FF4E}"/>
          </ac:spMkLst>
        </pc:spChg>
        <pc:spChg chg="mod">
          <ac:chgData name="Amal R Babu" userId="3a292d0a-112b-4bc3-bf38-7771656893d2" providerId="ADAL" clId="{992600FB-E5A2-48A8-ADC9-6968E10B5B48}" dt="2022-12-07T05:41:30.353" v="3711"/>
          <ac:spMkLst>
            <pc:docMk/>
            <pc:sldMk cId="2124907517" sldId="260"/>
            <ac:spMk id="19" creationId="{60ED34C9-25A9-C5FD-32E9-F5015A138207}"/>
          </ac:spMkLst>
        </pc:spChg>
        <pc:spChg chg="del mod">
          <ac:chgData name="Amal R Babu" userId="3a292d0a-112b-4bc3-bf38-7771656893d2" providerId="ADAL" clId="{992600FB-E5A2-48A8-ADC9-6968E10B5B48}" dt="2022-11-30T07:53:34.609" v="3598" actId="478"/>
          <ac:spMkLst>
            <pc:docMk/>
            <pc:sldMk cId="2124907517" sldId="260"/>
            <ac:spMk id="19" creationId="{B5F22004-B568-5F9F-D315-B9048F8F933E}"/>
          </ac:spMkLst>
        </pc:spChg>
        <pc:spChg chg="del mod">
          <ac:chgData name="Amal R Babu" userId="3a292d0a-112b-4bc3-bf38-7771656893d2" providerId="ADAL" clId="{992600FB-E5A2-48A8-ADC9-6968E10B5B48}" dt="2022-11-30T07:53:34.609" v="3598" actId="478"/>
          <ac:spMkLst>
            <pc:docMk/>
            <pc:sldMk cId="2124907517" sldId="260"/>
            <ac:spMk id="20" creationId="{DBD7492E-2CD4-61A0-9EEE-CEE4E61AED9D}"/>
          </ac:spMkLst>
        </pc:spChg>
        <pc:spChg chg="del mod">
          <ac:chgData name="Amal R Babu" userId="3a292d0a-112b-4bc3-bf38-7771656893d2" providerId="ADAL" clId="{992600FB-E5A2-48A8-ADC9-6968E10B5B48}" dt="2022-11-30T07:53:34.609" v="3598" actId="478"/>
          <ac:spMkLst>
            <pc:docMk/>
            <pc:sldMk cId="2124907517" sldId="260"/>
            <ac:spMk id="21" creationId="{88AF1956-F7FB-2ADE-A3E7-1F7329C9752A}"/>
          </ac:spMkLst>
        </pc:spChg>
        <pc:spChg chg="mod">
          <ac:chgData name="Amal R Babu" userId="3a292d0a-112b-4bc3-bf38-7771656893d2" providerId="ADAL" clId="{992600FB-E5A2-48A8-ADC9-6968E10B5B48}" dt="2022-12-07T05:41:52.835" v="3713"/>
          <ac:spMkLst>
            <pc:docMk/>
            <pc:sldMk cId="2124907517" sldId="260"/>
            <ac:spMk id="21" creationId="{B3381598-C206-30AD-42BC-5F9AB29C2FCD}"/>
          </ac:spMkLst>
        </pc:spChg>
        <pc:spChg chg="del mod">
          <ac:chgData name="Amal R Babu" userId="3a292d0a-112b-4bc3-bf38-7771656893d2" providerId="ADAL" clId="{992600FB-E5A2-48A8-ADC9-6968E10B5B48}" dt="2022-11-30T07:53:34.609" v="3598" actId="478"/>
          <ac:spMkLst>
            <pc:docMk/>
            <pc:sldMk cId="2124907517" sldId="260"/>
            <ac:spMk id="22" creationId="{B8560F59-A67B-8514-2A4E-47A28A1A48B1}"/>
          </ac:spMkLst>
        </pc:spChg>
        <pc:spChg chg="mod">
          <ac:chgData name="Amal R Babu" userId="3a292d0a-112b-4bc3-bf38-7771656893d2" providerId="ADAL" clId="{992600FB-E5A2-48A8-ADC9-6968E10B5B48}" dt="2022-12-07T05:41:52.835" v="3713"/>
          <ac:spMkLst>
            <pc:docMk/>
            <pc:sldMk cId="2124907517" sldId="260"/>
            <ac:spMk id="22" creationId="{F26F555F-9904-2E41-F5B3-B4FCA0928F0B}"/>
          </ac:spMkLst>
        </pc:spChg>
        <pc:spChg chg="add mod topLvl">
          <ac:chgData name="Amal R Babu" userId="3a292d0a-112b-4bc3-bf38-7771656893d2" providerId="ADAL" clId="{992600FB-E5A2-48A8-ADC9-6968E10B5B48}" dt="2022-11-28T11:02:56.872" v="1305" actId="165"/>
          <ac:spMkLst>
            <pc:docMk/>
            <pc:sldMk cId="2124907517" sldId="260"/>
            <ac:spMk id="23" creationId="{44AF4737-265B-A328-3F66-0E2783658E82}"/>
          </ac:spMkLst>
        </pc:spChg>
        <pc:spChg chg="add mod topLvl">
          <ac:chgData name="Amal R Babu" userId="3a292d0a-112b-4bc3-bf38-7771656893d2" providerId="ADAL" clId="{992600FB-E5A2-48A8-ADC9-6968E10B5B48}" dt="2022-11-28T11:03:00.322" v="1306" actId="165"/>
          <ac:spMkLst>
            <pc:docMk/>
            <pc:sldMk cId="2124907517" sldId="260"/>
            <ac:spMk id="24" creationId="{F12158AF-6318-3219-D94C-78935A2C0820}"/>
          </ac:spMkLst>
        </pc:spChg>
        <pc:spChg chg="add mod topLvl">
          <ac:chgData name="Amal R Babu" userId="3a292d0a-112b-4bc3-bf38-7771656893d2" providerId="ADAL" clId="{992600FB-E5A2-48A8-ADC9-6968E10B5B48}" dt="2022-11-28T11:03:00.322" v="1306" actId="165"/>
          <ac:spMkLst>
            <pc:docMk/>
            <pc:sldMk cId="2124907517" sldId="260"/>
            <ac:spMk id="25" creationId="{463FB830-207A-F9DF-711A-DFFC3BEF6B19}"/>
          </ac:spMkLst>
        </pc:spChg>
        <pc:spChg chg="mod">
          <ac:chgData name="Amal R Babu" userId="3a292d0a-112b-4bc3-bf38-7771656893d2" providerId="ADAL" clId="{992600FB-E5A2-48A8-ADC9-6968E10B5B48}" dt="2022-11-30T07:53:59.972" v="3604" actId="207"/>
          <ac:spMkLst>
            <pc:docMk/>
            <pc:sldMk cId="2124907517" sldId="260"/>
            <ac:spMk id="26" creationId="{B6F42C51-9662-B33D-28B2-BEA54846D409}"/>
          </ac:spMkLst>
        </pc:spChg>
        <pc:spChg chg="del">
          <ac:chgData name="Amal R Babu" userId="3a292d0a-112b-4bc3-bf38-7771656893d2" providerId="ADAL" clId="{992600FB-E5A2-48A8-ADC9-6968E10B5B48}" dt="2022-11-28T10:53:25.671" v="1109" actId="478"/>
          <ac:spMkLst>
            <pc:docMk/>
            <pc:sldMk cId="2124907517" sldId="260"/>
            <ac:spMk id="26" creationId="{EF4EB0B0-3304-650F-3100-F337800C6835}"/>
          </ac:spMkLst>
        </pc:spChg>
        <pc:spChg chg="mod">
          <ac:chgData name="Amal R Babu" userId="3a292d0a-112b-4bc3-bf38-7771656893d2" providerId="ADAL" clId="{992600FB-E5A2-48A8-ADC9-6968E10B5B48}" dt="2022-11-28T10:53:48.077" v="1114" actId="207"/>
          <ac:spMkLst>
            <pc:docMk/>
            <pc:sldMk cId="2124907517" sldId="260"/>
            <ac:spMk id="27" creationId="{0B437083-C79F-3320-0862-0AE0534D9648}"/>
          </ac:spMkLst>
        </pc:spChg>
        <pc:spChg chg="mod">
          <ac:chgData name="Amal R Babu" userId="3a292d0a-112b-4bc3-bf38-7771656893d2" providerId="ADAL" clId="{992600FB-E5A2-48A8-ADC9-6968E10B5B48}" dt="2022-11-28T10:53:48.077" v="1114" actId="207"/>
          <ac:spMkLst>
            <pc:docMk/>
            <pc:sldMk cId="2124907517" sldId="260"/>
            <ac:spMk id="28" creationId="{3A74A947-106C-8861-FA4A-4F68E2601555}"/>
          </ac:spMkLst>
        </pc:spChg>
        <pc:spChg chg="mod">
          <ac:chgData name="Amal R Babu" userId="3a292d0a-112b-4bc3-bf38-7771656893d2" providerId="ADAL" clId="{992600FB-E5A2-48A8-ADC9-6968E10B5B48}" dt="2022-12-07T05:41:52.835" v="3713"/>
          <ac:spMkLst>
            <pc:docMk/>
            <pc:sldMk cId="2124907517" sldId="260"/>
            <ac:spMk id="28" creationId="{8D1C0A7E-463D-967C-2847-7EBD6C3D88AF}"/>
          </ac:spMkLst>
        </pc:spChg>
        <pc:spChg chg="mod">
          <ac:chgData name="Amal R Babu" userId="3a292d0a-112b-4bc3-bf38-7771656893d2" providerId="ADAL" clId="{992600FB-E5A2-48A8-ADC9-6968E10B5B48}" dt="2022-12-07T05:41:52.835" v="3713"/>
          <ac:spMkLst>
            <pc:docMk/>
            <pc:sldMk cId="2124907517" sldId="260"/>
            <ac:spMk id="29" creationId="{14F77C75-4D59-9780-69C6-6137BEDF88E2}"/>
          </ac:spMkLst>
        </pc:spChg>
        <pc:spChg chg="mod">
          <ac:chgData name="Amal R Babu" userId="3a292d0a-112b-4bc3-bf38-7771656893d2" providerId="ADAL" clId="{992600FB-E5A2-48A8-ADC9-6968E10B5B48}" dt="2022-11-28T10:53:48.077" v="1114" actId="207"/>
          <ac:spMkLst>
            <pc:docMk/>
            <pc:sldMk cId="2124907517" sldId="260"/>
            <ac:spMk id="29" creationId="{D2697409-DA9B-84CF-C5C5-4FA11D3D158F}"/>
          </ac:spMkLst>
        </pc:spChg>
        <pc:spChg chg="mod">
          <ac:chgData name="Amal R Babu" userId="3a292d0a-112b-4bc3-bf38-7771656893d2" providerId="ADAL" clId="{992600FB-E5A2-48A8-ADC9-6968E10B5B48}" dt="2022-11-30T07:53:59.972" v="3604" actId="207"/>
          <ac:spMkLst>
            <pc:docMk/>
            <pc:sldMk cId="2124907517" sldId="260"/>
            <ac:spMk id="31" creationId="{438D7A2F-D478-0FC3-DA8D-B4ED9CFD636D}"/>
          </ac:spMkLst>
        </pc:spChg>
        <pc:spChg chg="del">
          <ac:chgData name="Amal R Babu" userId="3a292d0a-112b-4bc3-bf38-7771656893d2" providerId="ADAL" clId="{992600FB-E5A2-48A8-ADC9-6968E10B5B48}" dt="2022-11-28T10:53:23.722" v="1107" actId="478"/>
          <ac:spMkLst>
            <pc:docMk/>
            <pc:sldMk cId="2124907517" sldId="260"/>
            <ac:spMk id="31" creationId="{61B81A57-B5F8-CBF3-F647-EA407686C375}"/>
          </ac:spMkLst>
        </pc:spChg>
        <pc:spChg chg="del">
          <ac:chgData name="Amal R Babu" userId="3a292d0a-112b-4bc3-bf38-7771656893d2" providerId="ADAL" clId="{992600FB-E5A2-48A8-ADC9-6968E10B5B48}" dt="2022-11-28T10:53:23.722" v="1107" actId="478"/>
          <ac:spMkLst>
            <pc:docMk/>
            <pc:sldMk cId="2124907517" sldId="260"/>
            <ac:spMk id="32" creationId="{B631EEF1-030B-D12A-CF6E-E6652F6E6B24}"/>
          </ac:spMkLst>
        </pc:spChg>
        <pc:spChg chg="add mod">
          <ac:chgData name="Amal R Babu" userId="3a292d0a-112b-4bc3-bf38-7771656893d2" providerId="ADAL" clId="{992600FB-E5A2-48A8-ADC9-6968E10B5B48}" dt="2022-11-30T07:53:35.475" v="3599"/>
          <ac:spMkLst>
            <pc:docMk/>
            <pc:sldMk cId="2124907517" sldId="260"/>
            <ac:spMk id="32" creationId="{DA3D1271-F68C-191E-232A-5F059AF6C197}"/>
          </ac:spMkLst>
        </pc:spChg>
        <pc:spChg chg="del mod">
          <ac:chgData name="Amal R Babu" userId="3a292d0a-112b-4bc3-bf38-7771656893d2" providerId="ADAL" clId="{992600FB-E5A2-48A8-ADC9-6968E10B5B48}" dt="2022-11-30T07:53:34.609" v="3598" actId="478"/>
          <ac:spMkLst>
            <pc:docMk/>
            <pc:sldMk cId="2124907517" sldId="260"/>
            <ac:spMk id="33" creationId="{06426368-13B9-05ED-7B4E-48B8C7532F65}"/>
          </ac:spMkLst>
        </pc:spChg>
        <pc:spChg chg="del mod">
          <ac:chgData name="Amal R Babu" userId="3a292d0a-112b-4bc3-bf38-7771656893d2" providerId="ADAL" clId="{992600FB-E5A2-48A8-ADC9-6968E10B5B48}" dt="2022-11-30T07:53:34.609" v="3598" actId="478"/>
          <ac:spMkLst>
            <pc:docMk/>
            <pc:sldMk cId="2124907517" sldId="260"/>
            <ac:spMk id="34" creationId="{15C24E6E-5086-DAC3-E400-3CB725E13353}"/>
          </ac:spMkLst>
        </pc:spChg>
        <pc:spChg chg="del mod">
          <ac:chgData name="Amal R Babu" userId="3a292d0a-112b-4bc3-bf38-7771656893d2" providerId="ADAL" clId="{992600FB-E5A2-48A8-ADC9-6968E10B5B48}" dt="2022-11-30T07:53:34.609" v="3598" actId="478"/>
          <ac:spMkLst>
            <pc:docMk/>
            <pc:sldMk cId="2124907517" sldId="260"/>
            <ac:spMk id="35" creationId="{D7FACB4C-BCA4-434A-8FA8-F4D0A8D4C109}"/>
          </ac:spMkLst>
        </pc:spChg>
        <pc:spChg chg="del">
          <ac:chgData name="Amal R Babu" userId="3a292d0a-112b-4bc3-bf38-7771656893d2" providerId="ADAL" clId="{992600FB-E5A2-48A8-ADC9-6968E10B5B48}" dt="2022-11-28T10:53:23.722" v="1107" actId="478"/>
          <ac:spMkLst>
            <pc:docMk/>
            <pc:sldMk cId="2124907517" sldId="260"/>
            <ac:spMk id="36" creationId="{90012A1E-28AA-E521-B656-ED2BA4A3E087}"/>
          </ac:spMkLst>
        </pc:spChg>
        <pc:spChg chg="mod">
          <ac:chgData name="Amal R Babu" userId="3a292d0a-112b-4bc3-bf38-7771656893d2" providerId="ADAL" clId="{992600FB-E5A2-48A8-ADC9-6968E10B5B48}" dt="2022-11-30T07:53:35.475" v="3599"/>
          <ac:spMkLst>
            <pc:docMk/>
            <pc:sldMk cId="2124907517" sldId="260"/>
            <ac:spMk id="37" creationId="{15F3B0A5-D2BE-E5E3-FDB6-1F9915EF20C3}"/>
          </ac:spMkLst>
        </pc:spChg>
        <pc:spChg chg="del">
          <ac:chgData name="Amal R Babu" userId="3a292d0a-112b-4bc3-bf38-7771656893d2" providerId="ADAL" clId="{992600FB-E5A2-48A8-ADC9-6968E10B5B48}" dt="2022-11-28T10:53:23.722" v="1107" actId="478"/>
          <ac:spMkLst>
            <pc:docMk/>
            <pc:sldMk cId="2124907517" sldId="260"/>
            <ac:spMk id="37" creationId="{E0E7EAC4-16BE-9F14-7F8A-D62D087EB35B}"/>
          </ac:spMkLst>
        </pc:spChg>
        <pc:spChg chg="add mod topLvl">
          <ac:chgData name="Amal R Babu" userId="3a292d0a-112b-4bc3-bf38-7771656893d2" providerId="ADAL" clId="{992600FB-E5A2-48A8-ADC9-6968E10B5B48}" dt="2022-11-28T11:03:00.322" v="1306" actId="165"/>
          <ac:spMkLst>
            <pc:docMk/>
            <pc:sldMk cId="2124907517" sldId="260"/>
            <ac:spMk id="38" creationId="{2C698C38-9263-C833-2790-1B56D04A60D9}"/>
          </ac:spMkLst>
        </pc:spChg>
        <pc:spChg chg="mod">
          <ac:chgData name="Amal R Babu" userId="3a292d0a-112b-4bc3-bf38-7771656893d2" providerId="ADAL" clId="{992600FB-E5A2-48A8-ADC9-6968E10B5B48}" dt="2022-11-30T07:53:35.475" v="3599"/>
          <ac:spMkLst>
            <pc:docMk/>
            <pc:sldMk cId="2124907517" sldId="260"/>
            <ac:spMk id="42" creationId="{7060D5A4-C85A-2A52-9269-D0E00F0186B7}"/>
          </ac:spMkLst>
        </pc:spChg>
        <pc:spChg chg="del mod">
          <ac:chgData name="Amal R Babu" userId="3a292d0a-112b-4bc3-bf38-7771656893d2" providerId="ADAL" clId="{992600FB-E5A2-48A8-ADC9-6968E10B5B48}" dt="2022-11-30T06:31:03.987" v="3454" actId="478"/>
          <ac:spMkLst>
            <pc:docMk/>
            <pc:sldMk cId="2124907517" sldId="260"/>
            <ac:spMk id="43" creationId="{4085F982-777E-59AD-4DB4-B07024AB9EAF}"/>
          </ac:spMkLst>
        </pc:spChg>
        <pc:spChg chg="mod">
          <ac:chgData name="Amal R Babu" userId="3a292d0a-112b-4bc3-bf38-7771656893d2" providerId="ADAL" clId="{992600FB-E5A2-48A8-ADC9-6968E10B5B48}" dt="2022-11-30T07:53:35.475" v="3599"/>
          <ac:spMkLst>
            <pc:docMk/>
            <pc:sldMk cId="2124907517" sldId="260"/>
            <ac:spMk id="45" creationId="{D4238884-2D30-A259-79E6-2AB9141C994A}"/>
          </ac:spMkLst>
        </pc:spChg>
        <pc:spChg chg="add mod">
          <ac:chgData name="Amal R Babu" userId="3a292d0a-112b-4bc3-bf38-7771656893d2" providerId="ADAL" clId="{992600FB-E5A2-48A8-ADC9-6968E10B5B48}" dt="2022-11-30T07:53:35.475" v="3599"/>
          <ac:spMkLst>
            <pc:docMk/>
            <pc:sldMk cId="2124907517" sldId="260"/>
            <ac:spMk id="46" creationId="{EB4FAC46-A5DF-AAF4-8BC2-8703217A2AAB}"/>
          </ac:spMkLst>
        </pc:spChg>
        <pc:spChg chg="del">
          <ac:chgData name="Amal R Babu" userId="3a292d0a-112b-4bc3-bf38-7771656893d2" providerId="ADAL" clId="{992600FB-E5A2-48A8-ADC9-6968E10B5B48}" dt="2022-11-30T07:53:34.609" v="3598" actId="478"/>
          <ac:spMkLst>
            <pc:docMk/>
            <pc:sldMk cId="2124907517" sldId="260"/>
            <ac:spMk id="50" creationId="{0E2B6178-FB2D-9772-47AD-87A734026875}"/>
          </ac:spMkLst>
        </pc:spChg>
        <pc:spChg chg="add mod">
          <ac:chgData name="Amal R Babu" userId="3a292d0a-112b-4bc3-bf38-7771656893d2" providerId="ADAL" clId="{992600FB-E5A2-48A8-ADC9-6968E10B5B48}" dt="2022-11-30T07:53:35.475" v="3599"/>
          <ac:spMkLst>
            <pc:docMk/>
            <pc:sldMk cId="2124907517" sldId="260"/>
            <ac:spMk id="51" creationId="{37361D8A-D18A-180D-06BD-B8389A50F5C6}"/>
          </ac:spMkLst>
        </pc:spChg>
        <pc:spChg chg="add mod">
          <ac:chgData name="Amal R Babu" userId="3a292d0a-112b-4bc3-bf38-7771656893d2" providerId="ADAL" clId="{992600FB-E5A2-48A8-ADC9-6968E10B5B48}" dt="2022-11-30T07:53:35.475" v="3599"/>
          <ac:spMkLst>
            <pc:docMk/>
            <pc:sldMk cId="2124907517" sldId="260"/>
            <ac:spMk id="52" creationId="{54A9F67F-78BE-2ECE-1A81-C1F0A0F4CB75}"/>
          </ac:spMkLst>
        </pc:spChg>
        <pc:spChg chg="del mod">
          <ac:chgData name="Amal R Babu" userId="3a292d0a-112b-4bc3-bf38-7771656893d2" providerId="ADAL" clId="{992600FB-E5A2-48A8-ADC9-6968E10B5B48}" dt="2022-11-30T07:53:34.609" v="3598" actId="478"/>
          <ac:spMkLst>
            <pc:docMk/>
            <pc:sldMk cId="2124907517" sldId="260"/>
            <ac:spMk id="55" creationId="{A2C13AB5-7A64-00F4-ECBF-90F667E097CA}"/>
          </ac:spMkLst>
        </pc:spChg>
        <pc:spChg chg="add mod">
          <ac:chgData name="Amal R Babu" userId="3a292d0a-112b-4bc3-bf38-7771656893d2" providerId="ADAL" clId="{992600FB-E5A2-48A8-ADC9-6968E10B5B48}" dt="2022-11-30T07:53:35.475" v="3599"/>
          <ac:spMkLst>
            <pc:docMk/>
            <pc:sldMk cId="2124907517" sldId="260"/>
            <ac:spMk id="56" creationId="{84C818EA-467A-B992-99CD-B19352014EED}"/>
          </ac:spMkLst>
        </pc:spChg>
        <pc:spChg chg="add mod">
          <ac:chgData name="Amal R Babu" userId="3a292d0a-112b-4bc3-bf38-7771656893d2" providerId="ADAL" clId="{992600FB-E5A2-48A8-ADC9-6968E10B5B48}" dt="2022-11-30T07:53:35.475" v="3599"/>
          <ac:spMkLst>
            <pc:docMk/>
            <pc:sldMk cId="2124907517" sldId="260"/>
            <ac:spMk id="57" creationId="{2A7B7EE5-335C-0611-3B61-8B8322EF30C9}"/>
          </ac:spMkLst>
        </pc:spChg>
        <pc:spChg chg="del">
          <ac:chgData name="Amal R Babu" userId="3a292d0a-112b-4bc3-bf38-7771656893d2" providerId="ADAL" clId="{992600FB-E5A2-48A8-ADC9-6968E10B5B48}" dt="2022-11-30T07:53:34.609" v="3598" actId="478"/>
          <ac:spMkLst>
            <pc:docMk/>
            <pc:sldMk cId="2124907517" sldId="260"/>
            <ac:spMk id="58" creationId="{84827C04-91A4-59E2-705C-138BA0A13DA9}"/>
          </ac:spMkLst>
        </pc:spChg>
        <pc:spChg chg="add mod">
          <ac:chgData name="Amal R Babu" userId="3a292d0a-112b-4bc3-bf38-7771656893d2" providerId="ADAL" clId="{992600FB-E5A2-48A8-ADC9-6968E10B5B48}" dt="2022-11-30T07:53:35.475" v="3599"/>
          <ac:spMkLst>
            <pc:docMk/>
            <pc:sldMk cId="2124907517" sldId="260"/>
            <ac:spMk id="59" creationId="{20501C96-6E48-40A5-BF63-3D83051637C6}"/>
          </ac:spMkLst>
        </pc:spChg>
        <pc:spChg chg="del">
          <ac:chgData name="Amal R Babu" userId="3a292d0a-112b-4bc3-bf38-7771656893d2" providerId="ADAL" clId="{992600FB-E5A2-48A8-ADC9-6968E10B5B48}" dt="2022-11-28T10:53:23.722" v="1107" actId="478"/>
          <ac:spMkLst>
            <pc:docMk/>
            <pc:sldMk cId="2124907517" sldId="260"/>
            <ac:spMk id="60" creationId="{78B6EF03-8F3E-3607-3A1C-1F678C9186EF}"/>
          </ac:spMkLst>
        </pc:spChg>
        <pc:spChg chg="mod">
          <ac:chgData name="Amal R Babu" userId="3a292d0a-112b-4bc3-bf38-7771656893d2" providerId="ADAL" clId="{992600FB-E5A2-48A8-ADC9-6968E10B5B48}" dt="2022-11-30T07:53:35.475" v="3599"/>
          <ac:spMkLst>
            <pc:docMk/>
            <pc:sldMk cId="2124907517" sldId="260"/>
            <ac:spMk id="61" creationId="{0CEC1BFB-7227-CF22-C307-71672E5190BC}"/>
          </ac:spMkLst>
        </pc:spChg>
        <pc:spChg chg="del">
          <ac:chgData name="Amal R Babu" userId="3a292d0a-112b-4bc3-bf38-7771656893d2" providerId="ADAL" clId="{992600FB-E5A2-48A8-ADC9-6968E10B5B48}" dt="2022-11-28T10:53:23.722" v="1107" actId="478"/>
          <ac:spMkLst>
            <pc:docMk/>
            <pc:sldMk cId="2124907517" sldId="260"/>
            <ac:spMk id="61" creationId="{FB56885A-E1F6-9657-B73E-63BA2B77CF7F}"/>
          </ac:spMkLst>
        </pc:spChg>
        <pc:spChg chg="del">
          <ac:chgData name="Amal R Babu" userId="3a292d0a-112b-4bc3-bf38-7771656893d2" providerId="ADAL" clId="{992600FB-E5A2-48A8-ADC9-6968E10B5B48}" dt="2022-11-28T10:53:23.722" v="1107" actId="478"/>
          <ac:spMkLst>
            <pc:docMk/>
            <pc:sldMk cId="2124907517" sldId="260"/>
            <ac:spMk id="63" creationId="{67A5FAC3-E100-BF32-3FC6-25618C52AB57}"/>
          </ac:spMkLst>
        </pc:spChg>
        <pc:spChg chg="mod">
          <ac:chgData name="Amal R Babu" userId="3a292d0a-112b-4bc3-bf38-7771656893d2" providerId="ADAL" clId="{992600FB-E5A2-48A8-ADC9-6968E10B5B48}" dt="2022-11-30T07:53:35.475" v="3599"/>
          <ac:spMkLst>
            <pc:docMk/>
            <pc:sldMk cId="2124907517" sldId="260"/>
            <ac:spMk id="63" creationId="{BAD5285B-3F1E-EAD7-6CD3-45EDBA30983E}"/>
          </ac:spMkLst>
        </pc:spChg>
        <pc:spChg chg="del">
          <ac:chgData name="Amal R Babu" userId="3a292d0a-112b-4bc3-bf38-7771656893d2" providerId="ADAL" clId="{992600FB-E5A2-48A8-ADC9-6968E10B5B48}" dt="2022-11-28T10:53:23.722" v="1107" actId="478"/>
          <ac:spMkLst>
            <pc:docMk/>
            <pc:sldMk cId="2124907517" sldId="260"/>
            <ac:spMk id="66" creationId="{71537340-6A15-D8D3-1FFE-EA843712D4E8}"/>
          </ac:spMkLst>
        </pc:spChg>
        <pc:spChg chg="add mod">
          <ac:chgData name="Amal R Babu" userId="3a292d0a-112b-4bc3-bf38-7771656893d2" providerId="ADAL" clId="{992600FB-E5A2-48A8-ADC9-6968E10B5B48}" dt="2022-11-30T07:53:35.475" v="3599"/>
          <ac:spMkLst>
            <pc:docMk/>
            <pc:sldMk cId="2124907517" sldId="260"/>
            <ac:spMk id="66" creationId="{D72CC54A-26A6-20D4-07B9-66D7998606FF}"/>
          </ac:spMkLst>
        </pc:spChg>
        <pc:spChg chg="mod">
          <ac:chgData name="Amal R Babu" userId="3a292d0a-112b-4bc3-bf38-7771656893d2" providerId="ADAL" clId="{992600FB-E5A2-48A8-ADC9-6968E10B5B48}" dt="2022-11-28T11:01:26.884" v="1286" actId="571"/>
          <ac:spMkLst>
            <pc:docMk/>
            <pc:sldMk cId="2124907517" sldId="260"/>
            <ac:spMk id="74" creationId="{896077D8-528B-2133-8AF6-2FFEFD40A14F}"/>
          </ac:spMkLst>
        </pc:spChg>
        <pc:spChg chg="mod">
          <ac:chgData name="Amal R Babu" userId="3a292d0a-112b-4bc3-bf38-7771656893d2" providerId="ADAL" clId="{992600FB-E5A2-48A8-ADC9-6968E10B5B48}" dt="2022-11-30T07:53:35.475" v="3599"/>
          <ac:spMkLst>
            <pc:docMk/>
            <pc:sldMk cId="2124907517" sldId="260"/>
            <ac:spMk id="78" creationId="{77CABA8C-E67C-EE77-BD52-4E978DE612EB}"/>
          </ac:spMkLst>
        </pc:spChg>
        <pc:spChg chg="mod">
          <ac:chgData name="Amal R Babu" userId="3a292d0a-112b-4bc3-bf38-7771656893d2" providerId="ADAL" clId="{992600FB-E5A2-48A8-ADC9-6968E10B5B48}" dt="2022-11-28T11:01:26.884" v="1286" actId="571"/>
          <ac:spMkLst>
            <pc:docMk/>
            <pc:sldMk cId="2124907517" sldId="260"/>
            <ac:spMk id="82" creationId="{76E2FD19-85FC-3B21-2BD4-826E94C8873B}"/>
          </ac:spMkLst>
        </pc:spChg>
        <pc:spChg chg="mod">
          <ac:chgData name="Amal R Babu" userId="3a292d0a-112b-4bc3-bf38-7771656893d2" providerId="ADAL" clId="{992600FB-E5A2-48A8-ADC9-6968E10B5B48}" dt="2022-11-30T07:53:35.475" v="3599"/>
          <ac:spMkLst>
            <pc:docMk/>
            <pc:sldMk cId="2124907517" sldId="260"/>
            <ac:spMk id="82" creationId="{8EF55A4A-E3D7-E6D1-4813-AB3F3590D6A3}"/>
          </ac:spMkLst>
        </pc:spChg>
        <pc:spChg chg="mod">
          <ac:chgData name="Amal R Babu" userId="3a292d0a-112b-4bc3-bf38-7771656893d2" providerId="ADAL" clId="{992600FB-E5A2-48A8-ADC9-6968E10B5B48}" dt="2022-11-28T11:01:26.884" v="1286" actId="571"/>
          <ac:spMkLst>
            <pc:docMk/>
            <pc:sldMk cId="2124907517" sldId="260"/>
            <ac:spMk id="83" creationId="{91F1806A-4D0B-0993-AB1B-DBCFEB2F5C40}"/>
          </ac:spMkLst>
        </pc:spChg>
        <pc:spChg chg="add mod">
          <ac:chgData name="Amal R Babu" userId="3a292d0a-112b-4bc3-bf38-7771656893d2" providerId="ADAL" clId="{992600FB-E5A2-48A8-ADC9-6968E10B5B48}" dt="2022-11-30T07:53:35.475" v="3599"/>
          <ac:spMkLst>
            <pc:docMk/>
            <pc:sldMk cId="2124907517" sldId="260"/>
            <ac:spMk id="83" creationId="{EECCB751-E259-83B5-8DAC-A342B78C343D}"/>
          </ac:spMkLst>
        </pc:spChg>
        <pc:spChg chg="add mod">
          <ac:chgData name="Amal R Babu" userId="3a292d0a-112b-4bc3-bf38-7771656893d2" providerId="ADAL" clId="{992600FB-E5A2-48A8-ADC9-6968E10B5B48}" dt="2022-11-30T07:53:35.475" v="3599"/>
          <ac:spMkLst>
            <pc:docMk/>
            <pc:sldMk cId="2124907517" sldId="260"/>
            <ac:spMk id="84" creationId="{347C2EFA-066A-BEDF-4E4F-67CEE4E968F6}"/>
          </ac:spMkLst>
        </pc:spChg>
        <pc:spChg chg="mod">
          <ac:chgData name="Amal R Babu" userId="3a292d0a-112b-4bc3-bf38-7771656893d2" providerId="ADAL" clId="{992600FB-E5A2-48A8-ADC9-6968E10B5B48}" dt="2022-11-28T11:01:26.884" v="1286" actId="571"/>
          <ac:spMkLst>
            <pc:docMk/>
            <pc:sldMk cId="2124907517" sldId="260"/>
            <ac:spMk id="84" creationId="{A1F4407B-E3E4-0E28-3CFA-CC61ACD04B81}"/>
          </ac:spMkLst>
        </pc:spChg>
        <pc:spChg chg="mod">
          <ac:chgData name="Amal R Babu" userId="3a292d0a-112b-4bc3-bf38-7771656893d2" providerId="ADAL" clId="{992600FB-E5A2-48A8-ADC9-6968E10B5B48}" dt="2022-11-28T11:01:34.963" v="1288" actId="571"/>
          <ac:spMkLst>
            <pc:docMk/>
            <pc:sldMk cId="2124907517" sldId="260"/>
            <ac:spMk id="86" creationId="{5B11B376-2B98-8470-6F54-DFE9A101C9D1}"/>
          </ac:spMkLst>
        </pc:spChg>
        <pc:spChg chg="mod">
          <ac:chgData name="Amal R Babu" userId="3a292d0a-112b-4bc3-bf38-7771656893d2" providerId="ADAL" clId="{992600FB-E5A2-48A8-ADC9-6968E10B5B48}" dt="2022-11-28T11:01:34.963" v="1288" actId="571"/>
          <ac:spMkLst>
            <pc:docMk/>
            <pc:sldMk cId="2124907517" sldId="260"/>
            <ac:spMk id="89" creationId="{E411216C-DAC2-FEEF-5AF0-C8E98AFA8E1D}"/>
          </ac:spMkLst>
        </pc:spChg>
        <pc:spChg chg="mod">
          <ac:chgData name="Amal R Babu" userId="3a292d0a-112b-4bc3-bf38-7771656893d2" providerId="ADAL" clId="{992600FB-E5A2-48A8-ADC9-6968E10B5B48}" dt="2022-11-28T11:01:34.963" v="1288" actId="571"/>
          <ac:spMkLst>
            <pc:docMk/>
            <pc:sldMk cId="2124907517" sldId="260"/>
            <ac:spMk id="90" creationId="{FFDBA36C-4F57-A40B-EB51-B6D165DF7671}"/>
          </ac:spMkLst>
        </pc:spChg>
        <pc:spChg chg="mod">
          <ac:chgData name="Amal R Babu" userId="3a292d0a-112b-4bc3-bf38-7771656893d2" providerId="ADAL" clId="{992600FB-E5A2-48A8-ADC9-6968E10B5B48}" dt="2022-11-28T11:01:34.963" v="1288" actId="571"/>
          <ac:spMkLst>
            <pc:docMk/>
            <pc:sldMk cId="2124907517" sldId="260"/>
            <ac:spMk id="91" creationId="{C97E5183-59A2-08F2-3B5C-E31188464B05}"/>
          </ac:spMkLst>
        </pc:spChg>
        <pc:spChg chg="mod">
          <ac:chgData name="Amal R Babu" userId="3a292d0a-112b-4bc3-bf38-7771656893d2" providerId="ADAL" clId="{992600FB-E5A2-48A8-ADC9-6968E10B5B48}" dt="2022-11-28T10:55:22.413" v="1132" actId="20577"/>
          <ac:spMkLst>
            <pc:docMk/>
            <pc:sldMk cId="2124907517" sldId="260"/>
            <ac:spMk id="92" creationId="{232C2ADA-8B7B-4990-FB78-B27C9A79E87E}"/>
          </ac:spMkLst>
        </pc:spChg>
        <pc:spChg chg="mod">
          <ac:chgData name="Amal R Babu" userId="3a292d0a-112b-4bc3-bf38-7771656893d2" providerId="ADAL" clId="{992600FB-E5A2-48A8-ADC9-6968E10B5B48}" dt="2022-11-28T11:01:51.653" v="1291" actId="571"/>
          <ac:spMkLst>
            <pc:docMk/>
            <pc:sldMk cId="2124907517" sldId="260"/>
            <ac:spMk id="95" creationId="{390AE318-F2A7-8CC7-790A-E1E2253584AB}"/>
          </ac:spMkLst>
        </pc:spChg>
        <pc:spChg chg="mod">
          <ac:chgData name="Amal R Babu" userId="3a292d0a-112b-4bc3-bf38-7771656893d2" providerId="ADAL" clId="{992600FB-E5A2-48A8-ADC9-6968E10B5B48}" dt="2022-11-28T11:01:51.653" v="1291" actId="571"/>
          <ac:spMkLst>
            <pc:docMk/>
            <pc:sldMk cId="2124907517" sldId="260"/>
            <ac:spMk id="99" creationId="{740D017F-6B1D-9082-1B38-16BE1087928D}"/>
          </ac:spMkLst>
        </pc:spChg>
        <pc:spChg chg="mod">
          <ac:chgData name="Amal R Babu" userId="3a292d0a-112b-4bc3-bf38-7771656893d2" providerId="ADAL" clId="{992600FB-E5A2-48A8-ADC9-6968E10B5B48}" dt="2022-11-28T11:01:51.653" v="1291" actId="571"/>
          <ac:spMkLst>
            <pc:docMk/>
            <pc:sldMk cId="2124907517" sldId="260"/>
            <ac:spMk id="100" creationId="{33884735-D6AF-4529-55A2-AF25F8550797}"/>
          </ac:spMkLst>
        </pc:spChg>
        <pc:spChg chg="mod">
          <ac:chgData name="Amal R Babu" userId="3a292d0a-112b-4bc3-bf38-7771656893d2" providerId="ADAL" clId="{992600FB-E5A2-48A8-ADC9-6968E10B5B48}" dt="2022-11-28T11:01:51.653" v="1291" actId="571"/>
          <ac:spMkLst>
            <pc:docMk/>
            <pc:sldMk cId="2124907517" sldId="260"/>
            <ac:spMk id="101" creationId="{E91F6EF4-28CA-A539-ED9C-253CF7EA8AFF}"/>
          </ac:spMkLst>
        </pc:spChg>
        <pc:spChg chg="del">
          <ac:chgData name="Amal R Babu" userId="3a292d0a-112b-4bc3-bf38-7771656893d2" providerId="ADAL" clId="{992600FB-E5A2-48A8-ADC9-6968E10B5B48}" dt="2022-11-30T07:53:34.609" v="3598" actId="478"/>
          <ac:spMkLst>
            <pc:docMk/>
            <pc:sldMk cId="2124907517" sldId="260"/>
            <ac:spMk id="102" creationId="{BC336F4F-319C-E66A-14BA-28906300DE58}"/>
          </ac:spMkLst>
        </pc:spChg>
        <pc:spChg chg="mod topLvl">
          <ac:chgData name="Amal R Babu" userId="3a292d0a-112b-4bc3-bf38-7771656893d2" providerId="ADAL" clId="{992600FB-E5A2-48A8-ADC9-6968E10B5B48}" dt="2022-11-28T11:02:56.872" v="1305" actId="165"/>
          <ac:spMkLst>
            <pc:docMk/>
            <pc:sldMk cId="2124907517" sldId="260"/>
            <ac:spMk id="106" creationId="{037904D4-79E1-6049-546D-A8BBF89913C3}"/>
          </ac:spMkLst>
        </pc:spChg>
        <pc:spChg chg="mod topLvl">
          <ac:chgData name="Amal R Babu" userId="3a292d0a-112b-4bc3-bf38-7771656893d2" providerId="ADAL" clId="{992600FB-E5A2-48A8-ADC9-6968E10B5B48}" dt="2022-11-28T11:03:00.322" v="1306" actId="165"/>
          <ac:spMkLst>
            <pc:docMk/>
            <pc:sldMk cId="2124907517" sldId="260"/>
            <ac:spMk id="108" creationId="{B6217125-7520-BCA5-9D64-5E4DE1EB5BEC}"/>
          </ac:spMkLst>
        </pc:spChg>
        <pc:spChg chg="del">
          <ac:chgData name="Amal R Babu" userId="3a292d0a-112b-4bc3-bf38-7771656893d2" providerId="ADAL" clId="{992600FB-E5A2-48A8-ADC9-6968E10B5B48}" dt="2022-11-30T06:31:03.987" v="3454" actId="478"/>
          <ac:spMkLst>
            <pc:docMk/>
            <pc:sldMk cId="2124907517" sldId="260"/>
            <ac:spMk id="109" creationId="{B205D4A8-03D0-E92D-2A10-7A44B4A53BD1}"/>
          </ac:spMkLst>
        </pc:spChg>
        <pc:spChg chg="mod topLvl">
          <ac:chgData name="Amal R Babu" userId="3a292d0a-112b-4bc3-bf38-7771656893d2" providerId="ADAL" clId="{992600FB-E5A2-48A8-ADC9-6968E10B5B48}" dt="2022-11-28T11:05:08.947" v="1343" actId="313"/>
          <ac:spMkLst>
            <pc:docMk/>
            <pc:sldMk cId="2124907517" sldId="260"/>
            <ac:spMk id="110" creationId="{E8D14ACA-4A8B-CC2F-8B69-E77BE4C4C77C}"/>
          </ac:spMkLst>
        </pc:spChg>
        <pc:spChg chg="mod topLvl">
          <ac:chgData name="Amal R Babu" userId="3a292d0a-112b-4bc3-bf38-7771656893d2" providerId="ADAL" clId="{992600FB-E5A2-48A8-ADC9-6968E10B5B48}" dt="2022-11-28T11:03:00.322" v="1306" actId="165"/>
          <ac:spMkLst>
            <pc:docMk/>
            <pc:sldMk cId="2124907517" sldId="260"/>
            <ac:spMk id="111" creationId="{70847954-1D86-8E34-0C5F-F52295DFC94A}"/>
          </ac:spMkLst>
        </pc:spChg>
        <pc:spChg chg="mod topLvl">
          <ac:chgData name="Amal R Babu" userId="3a292d0a-112b-4bc3-bf38-7771656893d2" providerId="ADAL" clId="{992600FB-E5A2-48A8-ADC9-6968E10B5B48}" dt="2022-11-28T11:02:56.872" v="1305" actId="165"/>
          <ac:spMkLst>
            <pc:docMk/>
            <pc:sldMk cId="2124907517" sldId="260"/>
            <ac:spMk id="113" creationId="{A7F600A5-7D5A-A214-0742-9DAA77F157D4}"/>
          </ac:spMkLst>
        </pc:spChg>
        <pc:spChg chg="mod topLvl">
          <ac:chgData name="Amal R Babu" userId="3a292d0a-112b-4bc3-bf38-7771656893d2" providerId="ADAL" clId="{992600FB-E5A2-48A8-ADC9-6968E10B5B48}" dt="2022-11-28T11:03:00.322" v="1306" actId="165"/>
          <ac:spMkLst>
            <pc:docMk/>
            <pc:sldMk cId="2124907517" sldId="260"/>
            <ac:spMk id="115" creationId="{A27FDE62-9799-EB5A-814E-FA23C3CC50A6}"/>
          </ac:spMkLst>
        </pc:spChg>
        <pc:spChg chg="mod topLvl">
          <ac:chgData name="Amal R Babu" userId="3a292d0a-112b-4bc3-bf38-7771656893d2" providerId="ADAL" clId="{992600FB-E5A2-48A8-ADC9-6968E10B5B48}" dt="2022-11-28T11:04:39.374" v="1342" actId="20577"/>
          <ac:spMkLst>
            <pc:docMk/>
            <pc:sldMk cId="2124907517" sldId="260"/>
            <ac:spMk id="116" creationId="{CDAFE034-1DDF-0B78-4CF8-BF4AC861806D}"/>
          </ac:spMkLst>
        </pc:spChg>
        <pc:spChg chg="mod topLvl">
          <ac:chgData name="Amal R Babu" userId="3a292d0a-112b-4bc3-bf38-7771656893d2" providerId="ADAL" clId="{992600FB-E5A2-48A8-ADC9-6968E10B5B48}" dt="2022-11-28T11:03:00.322" v="1306" actId="165"/>
          <ac:spMkLst>
            <pc:docMk/>
            <pc:sldMk cId="2124907517" sldId="260"/>
            <ac:spMk id="117" creationId="{D871040F-67CE-EB91-C424-A658A003FCAF}"/>
          </ac:spMkLst>
        </pc:spChg>
        <pc:spChg chg="mod topLvl">
          <ac:chgData name="Amal R Babu" userId="3a292d0a-112b-4bc3-bf38-7771656893d2" providerId="ADAL" clId="{992600FB-E5A2-48A8-ADC9-6968E10B5B48}" dt="2022-11-28T11:02:56.872" v="1305" actId="165"/>
          <ac:spMkLst>
            <pc:docMk/>
            <pc:sldMk cId="2124907517" sldId="260"/>
            <ac:spMk id="119" creationId="{424534C7-782C-3874-2BB3-1B9469066184}"/>
          </ac:spMkLst>
        </pc:spChg>
        <pc:spChg chg="mod topLvl">
          <ac:chgData name="Amal R Babu" userId="3a292d0a-112b-4bc3-bf38-7771656893d2" providerId="ADAL" clId="{992600FB-E5A2-48A8-ADC9-6968E10B5B48}" dt="2022-11-28T11:03:00.322" v="1306" actId="165"/>
          <ac:spMkLst>
            <pc:docMk/>
            <pc:sldMk cId="2124907517" sldId="260"/>
            <ac:spMk id="121" creationId="{19F46ABE-616C-D9F7-AE04-12D9CD5300BD}"/>
          </ac:spMkLst>
        </pc:spChg>
        <pc:spChg chg="mod topLvl">
          <ac:chgData name="Amal R Babu" userId="3a292d0a-112b-4bc3-bf38-7771656893d2" providerId="ADAL" clId="{992600FB-E5A2-48A8-ADC9-6968E10B5B48}" dt="2022-11-28T11:13:22.980" v="1461" actId="20577"/>
          <ac:spMkLst>
            <pc:docMk/>
            <pc:sldMk cId="2124907517" sldId="260"/>
            <ac:spMk id="122" creationId="{6D8DF8F6-B8E2-B147-77D0-91F2AEF0E849}"/>
          </ac:spMkLst>
        </pc:spChg>
        <pc:spChg chg="mod topLvl">
          <ac:chgData name="Amal R Babu" userId="3a292d0a-112b-4bc3-bf38-7771656893d2" providerId="ADAL" clId="{992600FB-E5A2-48A8-ADC9-6968E10B5B48}" dt="2022-11-28T11:03:00.322" v="1306" actId="165"/>
          <ac:spMkLst>
            <pc:docMk/>
            <pc:sldMk cId="2124907517" sldId="260"/>
            <ac:spMk id="123" creationId="{47854B95-65DE-90B4-D0E4-300A8804A8F6}"/>
          </ac:spMkLst>
        </pc:spChg>
        <pc:spChg chg="add del mod ord">
          <ac:chgData name="Amal R Babu" userId="3a292d0a-112b-4bc3-bf38-7771656893d2" providerId="ADAL" clId="{992600FB-E5A2-48A8-ADC9-6968E10B5B48}" dt="2022-11-28T11:08:28.014" v="1350" actId="931"/>
          <ac:spMkLst>
            <pc:docMk/>
            <pc:sldMk cId="2124907517" sldId="260"/>
            <ac:spMk id="124" creationId="{CD59BCFA-FEEB-2B84-1F97-E45C7B606ECB}"/>
          </ac:spMkLst>
        </pc:spChg>
        <pc:spChg chg="add del mod ord">
          <ac:chgData name="Amal R Babu" userId="3a292d0a-112b-4bc3-bf38-7771656893d2" providerId="ADAL" clId="{992600FB-E5A2-48A8-ADC9-6968E10B5B48}" dt="2022-11-28T11:11:43.652" v="1444" actId="931"/>
          <ac:spMkLst>
            <pc:docMk/>
            <pc:sldMk cId="2124907517" sldId="260"/>
            <ac:spMk id="125" creationId="{F16AF470-FA3D-F7C5-0B0C-C734AD50AB40}"/>
          </ac:spMkLst>
        </pc:spChg>
        <pc:spChg chg="add del mod ord">
          <ac:chgData name="Amal R Babu" userId="3a292d0a-112b-4bc3-bf38-7771656893d2" providerId="ADAL" clId="{992600FB-E5A2-48A8-ADC9-6968E10B5B48}" dt="2022-11-28T11:12:26.105" v="1447" actId="931"/>
          <ac:spMkLst>
            <pc:docMk/>
            <pc:sldMk cId="2124907517" sldId="260"/>
            <ac:spMk id="126" creationId="{1E6A3D78-B0EE-F3CA-C805-DD34E52C3245}"/>
          </ac:spMkLst>
        </pc:spChg>
        <pc:spChg chg="add del mod ord">
          <ac:chgData name="Amal R Babu" userId="3a292d0a-112b-4bc3-bf38-7771656893d2" providerId="ADAL" clId="{992600FB-E5A2-48A8-ADC9-6968E10B5B48}" dt="2022-11-28T11:14:02.389" v="1462" actId="931"/>
          <ac:spMkLst>
            <pc:docMk/>
            <pc:sldMk cId="2124907517" sldId="260"/>
            <ac:spMk id="127" creationId="{A9E33972-0251-8E25-D9FB-10B896A6F96F}"/>
          </ac:spMkLst>
        </pc:spChg>
        <pc:grpChg chg="add del mod">
          <ac:chgData name="Amal R Babu" userId="3a292d0a-112b-4bc3-bf38-7771656893d2" providerId="ADAL" clId="{992600FB-E5A2-48A8-ADC9-6968E10B5B48}" dt="2022-12-07T05:41:51.655" v="3712" actId="478"/>
          <ac:grpSpMkLst>
            <pc:docMk/>
            <pc:sldMk cId="2124907517" sldId="260"/>
            <ac:grpSpMk id="7" creationId="{BB795FD1-5CA1-03FA-77E0-DDF2C508B9FC}"/>
          </ac:grpSpMkLst>
        </pc:grpChg>
        <pc:grpChg chg="add mod">
          <ac:chgData name="Amal R Babu" userId="3a292d0a-112b-4bc3-bf38-7771656893d2" providerId="ADAL" clId="{992600FB-E5A2-48A8-ADC9-6968E10B5B48}" dt="2022-11-30T07:53:59.972" v="3604" actId="207"/>
          <ac:grpSpMkLst>
            <pc:docMk/>
            <pc:sldMk cId="2124907517" sldId="260"/>
            <ac:grpSpMk id="15" creationId="{C314E235-4DDD-BB35-E446-2F46A2C8207C}"/>
          </ac:grpSpMkLst>
        </pc:grpChg>
        <pc:grpChg chg="add del mod">
          <ac:chgData name="Amal R Babu" userId="3a292d0a-112b-4bc3-bf38-7771656893d2" providerId="ADAL" clId="{992600FB-E5A2-48A8-ADC9-6968E10B5B48}" dt="2022-12-07T05:41:51.655" v="3712" actId="478"/>
          <ac:grpSpMkLst>
            <pc:docMk/>
            <pc:sldMk cId="2124907517" sldId="260"/>
            <ac:grpSpMk id="16" creationId="{8A0EBE5B-A2D1-4A1B-02C0-3B3A6D7E9C90}"/>
          </ac:grpSpMkLst>
        </pc:grpChg>
        <pc:grpChg chg="add mod">
          <ac:chgData name="Amal R Babu" userId="3a292d0a-112b-4bc3-bf38-7771656893d2" providerId="ADAL" clId="{992600FB-E5A2-48A8-ADC9-6968E10B5B48}" dt="2022-12-07T05:41:52.835" v="3713"/>
          <ac:grpSpMkLst>
            <pc:docMk/>
            <pc:sldMk cId="2124907517" sldId="260"/>
            <ac:grpSpMk id="20" creationId="{E7C78772-CF0D-FAE7-01E1-5AE6826A2D37}"/>
          </ac:grpSpMkLst>
        </pc:grpChg>
        <pc:grpChg chg="add mod">
          <ac:chgData name="Amal R Babu" userId="3a292d0a-112b-4bc3-bf38-7771656893d2" providerId="ADAL" clId="{992600FB-E5A2-48A8-ADC9-6968E10B5B48}" dt="2022-12-07T05:41:52.835" v="3713"/>
          <ac:grpSpMkLst>
            <pc:docMk/>
            <pc:sldMk cId="2124907517" sldId="260"/>
            <ac:grpSpMk id="27" creationId="{EA506E3E-B360-F6CC-2884-D76F97DE4294}"/>
          </ac:grpSpMkLst>
        </pc:grpChg>
        <pc:grpChg chg="del mod">
          <ac:chgData name="Amal R Babu" userId="3a292d0a-112b-4bc3-bf38-7771656893d2" providerId="ADAL" clId="{992600FB-E5A2-48A8-ADC9-6968E10B5B48}" dt="2022-11-30T07:53:34.609" v="3598" actId="478"/>
          <ac:grpSpMkLst>
            <pc:docMk/>
            <pc:sldMk cId="2124907517" sldId="260"/>
            <ac:grpSpMk id="30" creationId="{9ECCC638-745A-4CD5-37F4-34E729654B57}"/>
          </ac:grpSpMkLst>
        </pc:grpChg>
        <pc:grpChg chg="add mod">
          <ac:chgData name="Amal R Babu" userId="3a292d0a-112b-4bc3-bf38-7771656893d2" providerId="ADAL" clId="{992600FB-E5A2-48A8-ADC9-6968E10B5B48}" dt="2022-11-30T07:53:35.475" v="3599"/>
          <ac:grpSpMkLst>
            <pc:docMk/>
            <pc:sldMk cId="2124907517" sldId="260"/>
            <ac:grpSpMk id="36" creationId="{2E701B61-D98B-A7BB-9E0E-BF726365F018}"/>
          </ac:grpSpMkLst>
        </pc:grpChg>
        <pc:grpChg chg="add del mod topLvl">
          <ac:chgData name="Amal R Babu" userId="3a292d0a-112b-4bc3-bf38-7771656893d2" providerId="ADAL" clId="{992600FB-E5A2-48A8-ADC9-6968E10B5B48}" dt="2022-11-28T11:02:08.352" v="1296" actId="165"/>
          <ac:grpSpMkLst>
            <pc:docMk/>
            <pc:sldMk cId="2124907517" sldId="260"/>
            <ac:grpSpMk id="39" creationId="{31A5BC2C-1881-BB2F-4C23-4AF66A5EBA4B}"/>
          </ac:grpSpMkLst>
        </pc:grpChg>
        <pc:grpChg chg="add mod">
          <ac:chgData name="Amal R Babu" userId="3a292d0a-112b-4bc3-bf38-7771656893d2" providerId="ADAL" clId="{992600FB-E5A2-48A8-ADC9-6968E10B5B48}" dt="2022-11-30T07:53:35.475" v="3599"/>
          <ac:grpSpMkLst>
            <pc:docMk/>
            <pc:sldMk cId="2124907517" sldId="260"/>
            <ac:grpSpMk id="40" creationId="{4AE02BE0-FD2C-7D28-36BC-8FD1682F4394}"/>
          </ac:grpSpMkLst>
        </pc:grpChg>
        <pc:grpChg chg="add del mod">
          <ac:chgData name="Amal R Babu" userId="3a292d0a-112b-4bc3-bf38-7771656893d2" providerId="ADAL" clId="{992600FB-E5A2-48A8-ADC9-6968E10B5B48}" dt="2022-11-28T11:02:03.519" v="1294" actId="165"/>
          <ac:grpSpMkLst>
            <pc:docMk/>
            <pc:sldMk cId="2124907517" sldId="260"/>
            <ac:grpSpMk id="40" creationId="{CFE2740A-3E8D-D114-59AD-1B9BAAC709D9}"/>
          </ac:grpSpMkLst>
        </pc:grpChg>
        <pc:grpChg chg="add del mod">
          <ac:chgData name="Amal R Babu" userId="3a292d0a-112b-4bc3-bf38-7771656893d2" providerId="ADAL" clId="{992600FB-E5A2-48A8-ADC9-6968E10B5B48}" dt="2022-11-28T11:02:01.945" v="1293" actId="478"/>
          <ac:grpSpMkLst>
            <pc:docMk/>
            <pc:sldMk cId="2124907517" sldId="260"/>
            <ac:grpSpMk id="45" creationId="{26E52E77-0483-2800-CB69-D3E506F9D515}"/>
          </ac:grpSpMkLst>
        </pc:grpChg>
        <pc:grpChg chg="del">
          <ac:chgData name="Amal R Babu" userId="3a292d0a-112b-4bc3-bf38-7771656893d2" providerId="ADAL" clId="{992600FB-E5A2-48A8-ADC9-6968E10B5B48}" dt="2022-11-30T07:53:34.609" v="3598" actId="478"/>
          <ac:grpSpMkLst>
            <pc:docMk/>
            <pc:sldMk cId="2124907517" sldId="260"/>
            <ac:grpSpMk id="47" creationId="{5C6579D9-4E04-AE17-CF35-68ADBC5766B2}"/>
          </ac:grpSpMkLst>
        </pc:grpChg>
        <pc:grpChg chg="del">
          <ac:chgData name="Amal R Babu" userId="3a292d0a-112b-4bc3-bf38-7771656893d2" providerId="ADAL" clId="{992600FB-E5A2-48A8-ADC9-6968E10B5B48}" dt="2022-11-28T10:53:23.722" v="1107" actId="478"/>
          <ac:grpSpMkLst>
            <pc:docMk/>
            <pc:sldMk cId="2124907517" sldId="260"/>
            <ac:grpSpMk id="51" creationId="{6A199681-2294-F9B7-4824-2BE6E7A88CDA}"/>
          </ac:grpSpMkLst>
        </pc:grpChg>
        <pc:grpChg chg="del">
          <ac:chgData name="Amal R Babu" userId="3a292d0a-112b-4bc3-bf38-7771656893d2" providerId="ADAL" clId="{992600FB-E5A2-48A8-ADC9-6968E10B5B48}" dt="2022-11-28T10:53:23.722" v="1107" actId="478"/>
          <ac:grpSpMkLst>
            <pc:docMk/>
            <pc:sldMk cId="2124907517" sldId="260"/>
            <ac:grpSpMk id="52" creationId="{86F99704-9C27-2873-9C3D-6F59808004D7}"/>
          </ac:grpSpMkLst>
        </pc:grpChg>
        <pc:grpChg chg="del">
          <ac:chgData name="Amal R Babu" userId="3a292d0a-112b-4bc3-bf38-7771656893d2" providerId="ADAL" clId="{992600FB-E5A2-48A8-ADC9-6968E10B5B48}" dt="2022-11-30T07:53:34.609" v="3598" actId="478"/>
          <ac:grpSpMkLst>
            <pc:docMk/>
            <pc:sldMk cId="2124907517" sldId="260"/>
            <ac:grpSpMk id="54" creationId="{73F997E9-B116-D8A6-6EF5-C091C7C77B6D}"/>
          </ac:grpSpMkLst>
        </pc:grpChg>
        <pc:grpChg chg="add mod">
          <ac:chgData name="Amal R Babu" userId="3a292d0a-112b-4bc3-bf38-7771656893d2" providerId="ADAL" clId="{992600FB-E5A2-48A8-ADC9-6968E10B5B48}" dt="2022-11-30T07:53:35.475" v="3599"/>
          <ac:grpSpMkLst>
            <pc:docMk/>
            <pc:sldMk cId="2124907517" sldId="260"/>
            <ac:grpSpMk id="60" creationId="{C89FAEF3-7D2F-F5FA-C52C-D2A360029E47}"/>
          </ac:grpSpMkLst>
        </pc:grpChg>
        <pc:grpChg chg="del">
          <ac:chgData name="Amal R Babu" userId="3a292d0a-112b-4bc3-bf38-7771656893d2" providerId="ADAL" clId="{992600FB-E5A2-48A8-ADC9-6968E10B5B48}" dt="2022-12-07T05:41:29.889" v="3710" actId="478"/>
          <ac:grpSpMkLst>
            <pc:docMk/>
            <pc:sldMk cId="2124907517" sldId="260"/>
            <ac:grpSpMk id="67" creationId="{6D8E5ACC-26DE-243B-180E-E19057A9EB34}"/>
          </ac:grpSpMkLst>
        </pc:grpChg>
        <pc:grpChg chg="del">
          <ac:chgData name="Amal R Babu" userId="3a292d0a-112b-4bc3-bf38-7771656893d2" providerId="ADAL" clId="{992600FB-E5A2-48A8-ADC9-6968E10B5B48}" dt="2022-12-07T05:41:29.889" v="3710" actId="478"/>
          <ac:grpSpMkLst>
            <pc:docMk/>
            <pc:sldMk cId="2124907517" sldId="260"/>
            <ac:grpSpMk id="68" creationId="{CE1D2690-EA4E-562F-8571-7A8695694CC3}"/>
          </ac:grpSpMkLst>
        </pc:grpChg>
        <pc:grpChg chg="add mod">
          <ac:chgData name="Amal R Babu" userId="3a292d0a-112b-4bc3-bf38-7771656893d2" providerId="ADAL" clId="{992600FB-E5A2-48A8-ADC9-6968E10B5B48}" dt="2022-11-30T07:53:35.475" v="3599"/>
          <ac:grpSpMkLst>
            <pc:docMk/>
            <pc:sldMk cId="2124907517" sldId="260"/>
            <ac:grpSpMk id="74" creationId="{E8E4F8DF-6F61-642E-140D-C9E9923458B8}"/>
          </ac:grpSpMkLst>
        </pc:grpChg>
        <pc:grpChg chg="mod">
          <ac:chgData name="Amal R Babu" userId="3a292d0a-112b-4bc3-bf38-7771656893d2" providerId="ADAL" clId="{992600FB-E5A2-48A8-ADC9-6968E10B5B48}" dt="2022-11-28T11:01:26.884" v="1286" actId="571"/>
          <ac:grpSpMkLst>
            <pc:docMk/>
            <pc:sldMk cId="2124907517" sldId="260"/>
            <ac:grpSpMk id="78" creationId="{D1842521-749D-1402-67DB-C3C18613C51B}"/>
          </ac:grpSpMkLst>
        </pc:grpChg>
        <pc:grpChg chg="add del mod">
          <ac:chgData name="Amal R Babu" userId="3a292d0a-112b-4bc3-bf38-7771656893d2" providerId="ADAL" clId="{992600FB-E5A2-48A8-ADC9-6968E10B5B48}" dt="2022-11-28T11:02:01.945" v="1293" actId="478"/>
          <ac:grpSpMkLst>
            <pc:docMk/>
            <pc:sldMk cId="2124907517" sldId="260"/>
            <ac:grpSpMk id="85" creationId="{B79D60B3-9121-5213-E344-205B593280A9}"/>
          </ac:grpSpMkLst>
        </pc:grpChg>
        <pc:grpChg chg="mod">
          <ac:chgData name="Amal R Babu" userId="3a292d0a-112b-4bc3-bf38-7771656893d2" providerId="ADAL" clId="{992600FB-E5A2-48A8-ADC9-6968E10B5B48}" dt="2022-11-28T11:01:34.963" v="1288" actId="571"/>
          <ac:grpSpMkLst>
            <pc:docMk/>
            <pc:sldMk cId="2124907517" sldId="260"/>
            <ac:grpSpMk id="87" creationId="{D727F5CA-BE74-DDAD-491E-8C946470DBC3}"/>
          </ac:grpSpMkLst>
        </pc:grpChg>
        <pc:grpChg chg="del">
          <ac:chgData name="Amal R Babu" userId="3a292d0a-112b-4bc3-bf38-7771656893d2" providerId="ADAL" clId="{992600FB-E5A2-48A8-ADC9-6968E10B5B48}" dt="2022-11-30T07:53:34.609" v="3598" actId="478"/>
          <ac:grpSpMkLst>
            <pc:docMk/>
            <pc:sldMk cId="2124907517" sldId="260"/>
            <ac:grpSpMk id="88" creationId="{5202437B-09C4-B9C2-DFB9-8FE4C3A1D94B}"/>
          </ac:grpSpMkLst>
        </pc:grpChg>
        <pc:grpChg chg="add del mod">
          <ac:chgData name="Amal R Babu" userId="3a292d0a-112b-4bc3-bf38-7771656893d2" providerId="ADAL" clId="{992600FB-E5A2-48A8-ADC9-6968E10B5B48}" dt="2022-11-28T11:02:01.945" v="1293" actId="478"/>
          <ac:grpSpMkLst>
            <pc:docMk/>
            <pc:sldMk cId="2124907517" sldId="260"/>
            <ac:grpSpMk id="93" creationId="{FA205FAF-BFFF-C038-B709-8F4BBDC8980B}"/>
          </ac:grpSpMkLst>
        </pc:grpChg>
        <pc:grpChg chg="mod">
          <ac:chgData name="Amal R Babu" userId="3a292d0a-112b-4bc3-bf38-7771656893d2" providerId="ADAL" clId="{992600FB-E5A2-48A8-ADC9-6968E10B5B48}" dt="2022-11-28T11:01:51.653" v="1291" actId="571"/>
          <ac:grpSpMkLst>
            <pc:docMk/>
            <pc:sldMk cId="2124907517" sldId="260"/>
            <ac:grpSpMk id="97" creationId="{69A3281E-5190-BBF3-464C-CF7A5B849928}"/>
          </ac:grpSpMkLst>
        </pc:grpChg>
        <pc:grpChg chg="del">
          <ac:chgData name="Amal R Babu" userId="3a292d0a-112b-4bc3-bf38-7771656893d2" providerId="ADAL" clId="{992600FB-E5A2-48A8-ADC9-6968E10B5B48}" dt="2022-11-30T07:53:34.609" v="3598" actId="478"/>
          <ac:grpSpMkLst>
            <pc:docMk/>
            <pc:sldMk cId="2124907517" sldId="260"/>
            <ac:grpSpMk id="98" creationId="{5E12AE22-4B66-8998-2063-3E4A6A50C8CF}"/>
          </ac:grpSpMkLst>
        </pc:grpChg>
        <pc:grpChg chg="add del mod topLvl">
          <ac:chgData name="Amal R Babu" userId="3a292d0a-112b-4bc3-bf38-7771656893d2" providerId="ADAL" clId="{992600FB-E5A2-48A8-ADC9-6968E10B5B48}" dt="2022-11-28T11:03:00.322" v="1306" actId="165"/>
          <ac:grpSpMkLst>
            <pc:docMk/>
            <pc:sldMk cId="2124907517" sldId="260"/>
            <ac:grpSpMk id="103" creationId="{3A763F4A-0F50-67A5-F10F-7C5146B93A99}"/>
          </ac:grpSpMkLst>
        </pc:grpChg>
        <pc:grpChg chg="add del mod">
          <ac:chgData name="Amal R Babu" userId="3a292d0a-112b-4bc3-bf38-7771656893d2" providerId="ADAL" clId="{992600FB-E5A2-48A8-ADC9-6968E10B5B48}" dt="2022-11-28T11:02:56.872" v="1305" actId="165"/>
          <ac:grpSpMkLst>
            <pc:docMk/>
            <pc:sldMk cId="2124907517" sldId="260"/>
            <ac:grpSpMk id="104" creationId="{0FF7C545-D5A1-C5BD-3B0C-420C63447C84}"/>
          </ac:grpSpMkLst>
        </pc:grpChg>
        <pc:grpChg chg="add del mod">
          <ac:chgData name="Amal R Babu" userId="3a292d0a-112b-4bc3-bf38-7771656893d2" providerId="ADAL" clId="{992600FB-E5A2-48A8-ADC9-6968E10B5B48}" dt="2022-11-28T11:02:56.872" v="1305" actId="165"/>
          <ac:grpSpMkLst>
            <pc:docMk/>
            <pc:sldMk cId="2124907517" sldId="260"/>
            <ac:grpSpMk id="105" creationId="{F03DD6BC-3C62-F141-85F2-B03751F284DC}"/>
          </ac:grpSpMkLst>
        </pc:grpChg>
        <pc:grpChg chg="del mod topLvl">
          <ac:chgData name="Amal R Babu" userId="3a292d0a-112b-4bc3-bf38-7771656893d2" providerId="ADAL" clId="{992600FB-E5A2-48A8-ADC9-6968E10B5B48}" dt="2022-11-28T11:03:00.322" v="1306" actId="165"/>
          <ac:grpSpMkLst>
            <pc:docMk/>
            <pc:sldMk cId="2124907517" sldId="260"/>
            <ac:grpSpMk id="107" creationId="{FC0CB09D-225B-5FBB-B429-3D0DF9D7A3B2}"/>
          </ac:grpSpMkLst>
        </pc:grpChg>
        <pc:grpChg chg="add del mod">
          <ac:chgData name="Amal R Babu" userId="3a292d0a-112b-4bc3-bf38-7771656893d2" providerId="ADAL" clId="{992600FB-E5A2-48A8-ADC9-6968E10B5B48}" dt="2022-11-28T11:02:56.872" v="1305" actId="165"/>
          <ac:grpSpMkLst>
            <pc:docMk/>
            <pc:sldMk cId="2124907517" sldId="260"/>
            <ac:grpSpMk id="112" creationId="{5DB116CF-8C10-4BED-D18F-65574806E6FE}"/>
          </ac:grpSpMkLst>
        </pc:grpChg>
        <pc:grpChg chg="del mod topLvl">
          <ac:chgData name="Amal R Babu" userId="3a292d0a-112b-4bc3-bf38-7771656893d2" providerId="ADAL" clId="{992600FB-E5A2-48A8-ADC9-6968E10B5B48}" dt="2022-11-28T11:03:00.322" v="1306" actId="165"/>
          <ac:grpSpMkLst>
            <pc:docMk/>
            <pc:sldMk cId="2124907517" sldId="260"/>
            <ac:grpSpMk id="114" creationId="{6A369F8F-934A-9E93-A652-E8B18AC5E203}"/>
          </ac:grpSpMkLst>
        </pc:grpChg>
        <pc:grpChg chg="add del mod">
          <ac:chgData name="Amal R Babu" userId="3a292d0a-112b-4bc3-bf38-7771656893d2" providerId="ADAL" clId="{992600FB-E5A2-48A8-ADC9-6968E10B5B48}" dt="2022-11-28T11:02:56.872" v="1305" actId="165"/>
          <ac:grpSpMkLst>
            <pc:docMk/>
            <pc:sldMk cId="2124907517" sldId="260"/>
            <ac:grpSpMk id="118" creationId="{D523FE3F-5711-C115-00C2-6AB7BBCA6495}"/>
          </ac:grpSpMkLst>
        </pc:grpChg>
        <pc:grpChg chg="del mod topLvl">
          <ac:chgData name="Amal R Babu" userId="3a292d0a-112b-4bc3-bf38-7771656893d2" providerId="ADAL" clId="{992600FB-E5A2-48A8-ADC9-6968E10B5B48}" dt="2022-11-28T11:03:00.322" v="1306" actId="165"/>
          <ac:grpSpMkLst>
            <pc:docMk/>
            <pc:sldMk cId="2124907517" sldId="260"/>
            <ac:grpSpMk id="120" creationId="{3F60EDA8-C0DA-0680-58C3-B990ECB161D6}"/>
          </ac:grpSpMkLst>
        </pc:grpChg>
        <pc:picChg chg="add del mod">
          <ac:chgData name="Amal R Babu" userId="3a292d0a-112b-4bc3-bf38-7771656893d2" providerId="ADAL" clId="{992600FB-E5A2-48A8-ADC9-6968E10B5B48}" dt="2022-11-28T11:01:28.507" v="1287" actId="478"/>
          <ac:picMkLst>
            <pc:docMk/>
            <pc:sldMk cId="2124907517" sldId="260"/>
            <ac:picMk id="18" creationId="{E5AB6721-BC92-63F2-093F-E83E06F4DECA}"/>
          </ac:picMkLst>
        </pc:picChg>
        <pc:picChg chg="mod">
          <ac:chgData name="Amal R Babu" userId="3a292d0a-112b-4bc3-bf38-7771656893d2" providerId="ADAL" clId="{992600FB-E5A2-48A8-ADC9-6968E10B5B48}" dt="2022-11-30T07:53:35.475" v="3599"/>
          <ac:picMkLst>
            <pc:docMk/>
            <pc:sldMk cId="2124907517" sldId="260"/>
            <ac:picMk id="39" creationId="{90AE3B26-120A-7D21-5119-C249504ACCE1}"/>
          </ac:picMkLst>
        </pc:picChg>
        <pc:picChg chg="add mod">
          <ac:chgData name="Amal R Babu" userId="3a292d0a-112b-4bc3-bf38-7771656893d2" providerId="ADAL" clId="{992600FB-E5A2-48A8-ADC9-6968E10B5B48}" dt="2022-11-28T11:08:29.465" v="1351" actId="27614"/>
          <ac:picMkLst>
            <pc:docMk/>
            <pc:sldMk cId="2124907517" sldId="260"/>
            <ac:picMk id="129" creationId="{620E740B-981C-EA48-B440-8BD78B5F6DBD}"/>
          </ac:picMkLst>
        </pc:picChg>
        <pc:picChg chg="add mod">
          <ac:chgData name="Amal R Babu" userId="3a292d0a-112b-4bc3-bf38-7771656893d2" providerId="ADAL" clId="{992600FB-E5A2-48A8-ADC9-6968E10B5B48}" dt="2022-11-28T11:11:45.247" v="1446" actId="962"/>
          <ac:picMkLst>
            <pc:docMk/>
            <pc:sldMk cId="2124907517" sldId="260"/>
            <ac:picMk id="131" creationId="{B69AF3C8-289A-E969-969C-1D44BF52141B}"/>
          </ac:picMkLst>
        </pc:picChg>
        <pc:picChg chg="add mod">
          <ac:chgData name="Amal R Babu" userId="3a292d0a-112b-4bc3-bf38-7771656893d2" providerId="ADAL" clId="{992600FB-E5A2-48A8-ADC9-6968E10B5B48}" dt="2022-11-28T11:12:26.991" v="1449" actId="962"/>
          <ac:picMkLst>
            <pc:docMk/>
            <pc:sldMk cId="2124907517" sldId="260"/>
            <ac:picMk id="133" creationId="{C7C8D3D3-205C-5534-E5B1-B4274EF5DB3C}"/>
          </ac:picMkLst>
        </pc:picChg>
        <pc:picChg chg="add mod">
          <ac:chgData name="Amal R Babu" userId="3a292d0a-112b-4bc3-bf38-7771656893d2" providerId="ADAL" clId="{992600FB-E5A2-48A8-ADC9-6968E10B5B48}" dt="2022-11-28T11:14:03.740" v="1464" actId="962"/>
          <ac:picMkLst>
            <pc:docMk/>
            <pc:sldMk cId="2124907517" sldId="260"/>
            <ac:picMk id="135" creationId="{49D8565B-C397-D9DC-E7EB-16966D7FA288}"/>
          </ac:picMkLst>
        </pc:picChg>
        <pc:cxnChg chg="del">
          <ac:chgData name="Amal R Babu" userId="3a292d0a-112b-4bc3-bf38-7771656893d2" providerId="ADAL" clId="{992600FB-E5A2-48A8-ADC9-6968E10B5B48}" dt="2022-11-30T07:53:34.609" v="3598" actId="478"/>
          <ac:cxnSpMkLst>
            <pc:docMk/>
            <pc:sldMk cId="2124907517" sldId="260"/>
            <ac:cxnSpMk id="7" creationId="{1C225904-9D2F-F0C8-8BBE-32DEDB3F8B8F}"/>
          </ac:cxnSpMkLst>
        </pc:cxnChg>
        <pc:cxnChg chg="del">
          <ac:chgData name="Amal R Babu" userId="3a292d0a-112b-4bc3-bf38-7771656893d2" providerId="ADAL" clId="{992600FB-E5A2-48A8-ADC9-6968E10B5B48}" dt="2022-11-28T10:53:23.722" v="1107" actId="478"/>
          <ac:cxnSpMkLst>
            <pc:docMk/>
            <pc:sldMk cId="2124907517" sldId="260"/>
            <ac:cxnSpMk id="42" creationId="{832D93DA-7362-88DB-1178-043B0197C6E0}"/>
          </ac:cxnSpMkLst>
        </pc:cxnChg>
        <pc:cxnChg chg="add mod">
          <ac:chgData name="Amal R Babu" userId="3a292d0a-112b-4bc3-bf38-7771656893d2" providerId="ADAL" clId="{992600FB-E5A2-48A8-ADC9-6968E10B5B48}" dt="2022-11-30T07:53:35.475" v="3599"/>
          <ac:cxnSpMkLst>
            <pc:docMk/>
            <pc:sldMk cId="2124907517" sldId="260"/>
            <ac:cxnSpMk id="48" creationId="{92AA4F4C-9B63-CF90-C495-C44A2CDC1C0D}"/>
          </ac:cxnSpMkLst>
        </pc:cxnChg>
      </pc:sldChg>
      <pc:sldChg chg="addSp delSp modSp add del mod modClrScheme chgLayout">
        <pc:chgData name="Amal R Babu" userId="3a292d0a-112b-4bc3-bf38-7771656893d2" providerId="ADAL" clId="{992600FB-E5A2-48A8-ADC9-6968E10B5B48}" dt="2022-11-28T11:20:49.460" v="1508" actId="47"/>
        <pc:sldMkLst>
          <pc:docMk/>
          <pc:sldMk cId="766209077" sldId="261"/>
        </pc:sldMkLst>
        <pc:spChg chg="add del mod">
          <ac:chgData name="Amal R Babu" userId="3a292d0a-112b-4bc3-bf38-7771656893d2" providerId="ADAL" clId="{992600FB-E5A2-48A8-ADC9-6968E10B5B48}" dt="2022-11-28T11:14:19.364" v="1467" actId="700"/>
          <ac:spMkLst>
            <pc:docMk/>
            <pc:sldMk cId="766209077" sldId="261"/>
            <ac:spMk id="10" creationId="{17E2AC5A-A843-D372-65D3-B0C8CC8A0B54}"/>
          </ac:spMkLst>
        </pc:spChg>
        <pc:spChg chg="add del mod">
          <ac:chgData name="Amal R Babu" userId="3a292d0a-112b-4bc3-bf38-7771656893d2" providerId="ADAL" clId="{992600FB-E5A2-48A8-ADC9-6968E10B5B48}" dt="2022-11-28T11:14:19.364" v="1467" actId="700"/>
          <ac:spMkLst>
            <pc:docMk/>
            <pc:sldMk cId="766209077" sldId="261"/>
            <ac:spMk id="12" creationId="{79352451-2188-D265-3EC9-BA0122DD4238}"/>
          </ac:spMkLst>
        </pc:spChg>
        <pc:spChg chg="add del mod">
          <ac:chgData name="Amal R Babu" userId="3a292d0a-112b-4bc3-bf38-7771656893d2" providerId="ADAL" clId="{992600FB-E5A2-48A8-ADC9-6968E10B5B48}" dt="2022-11-28T11:14:19.364" v="1467" actId="700"/>
          <ac:spMkLst>
            <pc:docMk/>
            <pc:sldMk cId="766209077" sldId="261"/>
            <ac:spMk id="15" creationId="{E3C200CA-922B-524E-82D7-5706BAA2F538}"/>
          </ac:spMkLst>
        </pc:spChg>
        <pc:spChg chg="mod">
          <ac:chgData name="Amal R Babu" userId="3a292d0a-112b-4bc3-bf38-7771656893d2" providerId="ADAL" clId="{992600FB-E5A2-48A8-ADC9-6968E10B5B48}" dt="2022-11-28T11:14:26.999" v="1468" actId="207"/>
          <ac:spMkLst>
            <pc:docMk/>
            <pc:sldMk cId="766209077" sldId="261"/>
            <ac:spMk id="22" creationId="{B8560F59-A67B-8514-2A4E-47A28A1A48B1}"/>
          </ac:spMkLst>
        </pc:spChg>
        <pc:spChg chg="del">
          <ac:chgData name="Amal R Babu" userId="3a292d0a-112b-4bc3-bf38-7771656893d2" providerId="ADAL" clId="{992600FB-E5A2-48A8-ADC9-6968E10B5B48}" dt="2022-11-28T11:14:16.631" v="1466" actId="478"/>
          <ac:spMkLst>
            <pc:docMk/>
            <pc:sldMk cId="766209077" sldId="261"/>
            <ac:spMk id="23" creationId="{44AF4737-265B-A328-3F66-0E2783658E82}"/>
          </ac:spMkLst>
        </pc:spChg>
        <pc:spChg chg="del">
          <ac:chgData name="Amal R Babu" userId="3a292d0a-112b-4bc3-bf38-7771656893d2" providerId="ADAL" clId="{992600FB-E5A2-48A8-ADC9-6968E10B5B48}" dt="2022-11-28T11:14:16.631" v="1466" actId="478"/>
          <ac:spMkLst>
            <pc:docMk/>
            <pc:sldMk cId="766209077" sldId="261"/>
            <ac:spMk id="24" creationId="{F12158AF-6318-3219-D94C-78935A2C0820}"/>
          </ac:spMkLst>
        </pc:spChg>
        <pc:spChg chg="del">
          <ac:chgData name="Amal R Babu" userId="3a292d0a-112b-4bc3-bf38-7771656893d2" providerId="ADAL" clId="{992600FB-E5A2-48A8-ADC9-6968E10B5B48}" dt="2022-11-28T11:14:16.631" v="1466" actId="478"/>
          <ac:spMkLst>
            <pc:docMk/>
            <pc:sldMk cId="766209077" sldId="261"/>
            <ac:spMk id="25" creationId="{463FB830-207A-F9DF-711A-DFFC3BEF6B19}"/>
          </ac:spMkLst>
        </pc:spChg>
        <pc:spChg chg="add del mod">
          <ac:chgData name="Amal R Babu" userId="3a292d0a-112b-4bc3-bf38-7771656893d2" providerId="ADAL" clId="{992600FB-E5A2-48A8-ADC9-6968E10B5B48}" dt="2022-11-28T11:14:19.364" v="1467" actId="700"/>
          <ac:spMkLst>
            <pc:docMk/>
            <pc:sldMk cId="766209077" sldId="261"/>
            <ac:spMk id="26" creationId="{7F0FB151-1EDF-2722-A640-FFCD83C9F8DB}"/>
          </ac:spMkLst>
        </pc:spChg>
        <pc:spChg chg="mod">
          <ac:chgData name="Amal R Babu" userId="3a292d0a-112b-4bc3-bf38-7771656893d2" providerId="ADAL" clId="{992600FB-E5A2-48A8-ADC9-6968E10B5B48}" dt="2022-11-28T11:14:30.557" v="1469" actId="207"/>
          <ac:spMkLst>
            <pc:docMk/>
            <pc:sldMk cId="766209077" sldId="261"/>
            <ac:spMk id="27" creationId="{0B437083-C79F-3320-0862-0AE0534D9648}"/>
          </ac:spMkLst>
        </pc:spChg>
        <pc:spChg chg="mod">
          <ac:chgData name="Amal R Babu" userId="3a292d0a-112b-4bc3-bf38-7771656893d2" providerId="ADAL" clId="{992600FB-E5A2-48A8-ADC9-6968E10B5B48}" dt="2022-11-28T11:14:30.557" v="1469" actId="207"/>
          <ac:spMkLst>
            <pc:docMk/>
            <pc:sldMk cId="766209077" sldId="261"/>
            <ac:spMk id="28" creationId="{3A74A947-106C-8861-FA4A-4F68E2601555}"/>
          </ac:spMkLst>
        </pc:spChg>
        <pc:spChg chg="mod">
          <ac:chgData name="Amal R Babu" userId="3a292d0a-112b-4bc3-bf38-7771656893d2" providerId="ADAL" clId="{992600FB-E5A2-48A8-ADC9-6968E10B5B48}" dt="2022-11-28T11:14:30.557" v="1469" actId="207"/>
          <ac:spMkLst>
            <pc:docMk/>
            <pc:sldMk cId="766209077" sldId="261"/>
            <ac:spMk id="29" creationId="{D2697409-DA9B-84CF-C5C5-4FA11D3D158F}"/>
          </ac:spMkLst>
        </pc:spChg>
        <pc:spChg chg="mod">
          <ac:chgData name="Amal R Babu" userId="3a292d0a-112b-4bc3-bf38-7771656893d2" providerId="ADAL" clId="{992600FB-E5A2-48A8-ADC9-6968E10B5B48}" dt="2022-11-28T11:20:19.612" v="1480" actId="20577"/>
          <ac:spMkLst>
            <pc:docMk/>
            <pc:sldMk cId="766209077" sldId="261"/>
            <ac:spMk id="35" creationId="{D7FACB4C-BCA4-434A-8FA8-F4D0A8D4C109}"/>
          </ac:spMkLst>
        </pc:spChg>
        <pc:spChg chg="del">
          <ac:chgData name="Amal R Babu" userId="3a292d0a-112b-4bc3-bf38-7771656893d2" providerId="ADAL" clId="{992600FB-E5A2-48A8-ADC9-6968E10B5B48}" dt="2022-11-28T11:14:16.631" v="1466" actId="478"/>
          <ac:spMkLst>
            <pc:docMk/>
            <pc:sldMk cId="766209077" sldId="261"/>
            <ac:spMk id="38" creationId="{2C698C38-9263-C833-2790-1B56D04A60D9}"/>
          </ac:spMkLst>
        </pc:spChg>
        <pc:spChg chg="mod">
          <ac:chgData name="Amal R Babu" userId="3a292d0a-112b-4bc3-bf38-7771656893d2" providerId="ADAL" clId="{992600FB-E5A2-48A8-ADC9-6968E10B5B48}" dt="2022-11-28T11:14:46.172" v="1473" actId="207"/>
          <ac:spMkLst>
            <pc:docMk/>
            <pc:sldMk cId="766209077" sldId="261"/>
            <ac:spMk id="41" creationId="{04DE6D2B-6CE6-28FD-8F23-17896ED36EF7}"/>
          </ac:spMkLst>
        </pc:spChg>
        <pc:spChg chg="mod">
          <ac:chgData name="Amal R Babu" userId="3a292d0a-112b-4bc3-bf38-7771656893d2" providerId="ADAL" clId="{992600FB-E5A2-48A8-ADC9-6968E10B5B48}" dt="2022-11-28T11:20:39.798" v="1504" actId="20577"/>
          <ac:spMkLst>
            <pc:docMk/>
            <pc:sldMk cId="766209077" sldId="261"/>
            <ac:spMk id="92" creationId="{232C2ADA-8B7B-4990-FB78-B27C9A79E87E}"/>
          </ac:spMkLst>
        </pc:spChg>
        <pc:spChg chg="del">
          <ac:chgData name="Amal R Babu" userId="3a292d0a-112b-4bc3-bf38-7771656893d2" providerId="ADAL" clId="{992600FB-E5A2-48A8-ADC9-6968E10B5B48}" dt="2022-11-28T11:14:16.631" v="1466" actId="478"/>
          <ac:spMkLst>
            <pc:docMk/>
            <pc:sldMk cId="766209077" sldId="261"/>
            <ac:spMk id="106" creationId="{037904D4-79E1-6049-546D-A8BBF89913C3}"/>
          </ac:spMkLst>
        </pc:spChg>
        <pc:spChg chg="del">
          <ac:chgData name="Amal R Babu" userId="3a292d0a-112b-4bc3-bf38-7771656893d2" providerId="ADAL" clId="{992600FB-E5A2-48A8-ADC9-6968E10B5B48}" dt="2022-11-28T11:14:16.631" v="1466" actId="478"/>
          <ac:spMkLst>
            <pc:docMk/>
            <pc:sldMk cId="766209077" sldId="261"/>
            <ac:spMk id="108" creationId="{B6217125-7520-BCA5-9D64-5E4DE1EB5BEC}"/>
          </ac:spMkLst>
        </pc:spChg>
        <pc:spChg chg="del">
          <ac:chgData name="Amal R Babu" userId="3a292d0a-112b-4bc3-bf38-7771656893d2" providerId="ADAL" clId="{992600FB-E5A2-48A8-ADC9-6968E10B5B48}" dt="2022-11-28T11:14:16.631" v="1466" actId="478"/>
          <ac:spMkLst>
            <pc:docMk/>
            <pc:sldMk cId="766209077" sldId="261"/>
            <ac:spMk id="110" creationId="{E8D14ACA-4A8B-CC2F-8B69-E77BE4C4C77C}"/>
          </ac:spMkLst>
        </pc:spChg>
        <pc:spChg chg="del">
          <ac:chgData name="Amal R Babu" userId="3a292d0a-112b-4bc3-bf38-7771656893d2" providerId="ADAL" clId="{992600FB-E5A2-48A8-ADC9-6968E10B5B48}" dt="2022-11-28T11:14:16.631" v="1466" actId="478"/>
          <ac:spMkLst>
            <pc:docMk/>
            <pc:sldMk cId="766209077" sldId="261"/>
            <ac:spMk id="111" creationId="{70847954-1D86-8E34-0C5F-F52295DFC94A}"/>
          </ac:spMkLst>
        </pc:spChg>
        <pc:spChg chg="del">
          <ac:chgData name="Amal R Babu" userId="3a292d0a-112b-4bc3-bf38-7771656893d2" providerId="ADAL" clId="{992600FB-E5A2-48A8-ADC9-6968E10B5B48}" dt="2022-11-28T11:14:16.631" v="1466" actId="478"/>
          <ac:spMkLst>
            <pc:docMk/>
            <pc:sldMk cId="766209077" sldId="261"/>
            <ac:spMk id="113" creationId="{A7F600A5-7D5A-A214-0742-9DAA77F157D4}"/>
          </ac:spMkLst>
        </pc:spChg>
        <pc:spChg chg="del">
          <ac:chgData name="Amal R Babu" userId="3a292d0a-112b-4bc3-bf38-7771656893d2" providerId="ADAL" clId="{992600FB-E5A2-48A8-ADC9-6968E10B5B48}" dt="2022-11-28T11:14:16.631" v="1466" actId="478"/>
          <ac:spMkLst>
            <pc:docMk/>
            <pc:sldMk cId="766209077" sldId="261"/>
            <ac:spMk id="115" creationId="{A27FDE62-9799-EB5A-814E-FA23C3CC50A6}"/>
          </ac:spMkLst>
        </pc:spChg>
        <pc:spChg chg="del">
          <ac:chgData name="Amal R Babu" userId="3a292d0a-112b-4bc3-bf38-7771656893d2" providerId="ADAL" clId="{992600FB-E5A2-48A8-ADC9-6968E10B5B48}" dt="2022-11-28T11:14:16.631" v="1466" actId="478"/>
          <ac:spMkLst>
            <pc:docMk/>
            <pc:sldMk cId="766209077" sldId="261"/>
            <ac:spMk id="116" creationId="{CDAFE034-1DDF-0B78-4CF8-BF4AC861806D}"/>
          </ac:spMkLst>
        </pc:spChg>
        <pc:spChg chg="del">
          <ac:chgData name="Amal R Babu" userId="3a292d0a-112b-4bc3-bf38-7771656893d2" providerId="ADAL" clId="{992600FB-E5A2-48A8-ADC9-6968E10B5B48}" dt="2022-11-28T11:14:16.631" v="1466" actId="478"/>
          <ac:spMkLst>
            <pc:docMk/>
            <pc:sldMk cId="766209077" sldId="261"/>
            <ac:spMk id="117" creationId="{D871040F-67CE-EB91-C424-A658A003FCAF}"/>
          </ac:spMkLst>
        </pc:spChg>
        <pc:spChg chg="del">
          <ac:chgData name="Amal R Babu" userId="3a292d0a-112b-4bc3-bf38-7771656893d2" providerId="ADAL" clId="{992600FB-E5A2-48A8-ADC9-6968E10B5B48}" dt="2022-11-28T11:14:16.631" v="1466" actId="478"/>
          <ac:spMkLst>
            <pc:docMk/>
            <pc:sldMk cId="766209077" sldId="261"/>
            <ac:spMk id="119" creationId="{424534C7-782C-3874-2BB3-1B9469066184}"/>
          </ac:spMkLst>
        </pc:spChg>
        <pc:spChg chg="del">
          <ac:chgData name="Amal R Babu" userId="3a292d0a-112b-4bc3-bf38-7771656893d2" providerId="ADAL" clId="{992600FB-E5A2-48A8-ADC9-6968E10B5B48}" dt="2022-11-28T11:14:16.631" v="1466" actId="478"/>
          <ac:spMkLst>
            <pc:docMk/>
            <pc:sldMk cId="766209077" sldId="261"/>
            <ac:spMk id="121" creationId="{19F46ABE-616C-D9F7-AE04-12D9CD5300BD}"/>
          </ac:spMkLst>
        </pc:spChg>
        <pc:spChg chg="del">
          <ac:chgData name="Amal R Babu" userId="3a292d0a-112b-4bc3-bf38-7771656893d2" providerId="ADAL" clId="{992600FB-E5A2-48A8-ADC9-6968E10B5B48}" dt="2022-11-28T11:14:16.631" v="1466" actId="478"/>
          <ac:spMkLst>
            <pc:docMk/>
            <pc:sldMk cId="766209077" sldId="261"/>
            <ac:spMk id="122" creationId="{6D8DF8F6-B8E2-B147-77D0-91F2AEF0E849}"/>
          </ac:spMkLst>
        </pc:spChg>
        <pc:spChg chg="del">
          <ac:chgData name="Amal R Babu" userId="3a292d0a-112b-4bc3-bf38-7771656893d2" providerId="ADAL" clId="{992600FB-E5A2-48A8-ADC9-6968E10B5B48}" dt="2022-11-28T11:14:16.631" v="1466" actId="478"/>
          <ac:spMkLst>
            <pc:docMk/>
            <pc:sldMk cId="766209077" sldId="261"/>
            <ac:spMk id="123" creationId="{47854B95-65DE-90B4-D0E4-300A8804A8F6}"/>
          </ac:spMkLst>
        </pc:spChg>
        <pc:grpChg chg="mod">
          <ac:chgData name="Amal R Babu" userId="3a292d0a-112b-4bc3-bf38-7771656893d2" providerId="ADAL" clId="{992600FB-E5A2-48A8-ADC9-6968E10B5B48}" dt="2022-11-28T11:14:30.557" v="1469" actId="207"/>
          <ac:grpSpMkLst>
            <pc:docMk/>
            <pc:sldMk cId="766209077" sldId="261"/>
            <ac:grpSpMk id="30" creationId="{9ECCC638-745A-4CD5-37F4-34E729654B57}"/>
          </ac:grpSpMkLst>
        </pc:grpChg>
        <pc:grpChg chg="mod">
          <ac:chgData name="Amal R Babu" userId="3a292d0a-112b-4bc3-bf38-7771656893d2" providerId="ADAL" clId="{992600FB-E5A2-48A8-ADC9-6968E10B5B48}" dt="2022-11-28T11:14:39.757" v="1472" actId="207"/>
          <ac:grpSpMkLst>
            <pc:docMk/>
            <pc:sldMk cId="766209077" sldId="261"/>
            <ac:grpSpMk id="47" creationId="{5C6579D9-4E04-AE17-CF35-68ADBC5766B2}"/>
          </ac:grpSpMkLst>
        </pc:grpChg>
        <pc:picChg chg="mod">
          <ac:chgData name="Amal R Babu" userId="3a292d0a-112b-4bc3-bf38-7771656893d2" providerId="ADAL" clId="{992600FB-E5A2-48A8-ADC9-6968E10B5B48}" dt="2022-11-28T11:14:39.757" v="1472" actId="207"/>
          <ac:picMkLst>
            <pc:docMk/>
            <pc:sldMk cId="766209077" sldId="261"/>
            <ac:picMk id="44" creationId="{5B31FC8E-FC26-E411-4E49-286671264F79}"/>
          </ac:picMkLst>
        </pc:picChg>
        <pc:picChg chg="del">
          <ac:chgData name="Amal R Babu" userId="3a292d0a-112b-4bc3-bf38-7771656893d2" providerId="ADAL" clId="{992600FB-E5A2-48A8-ADC9-6968E10B5B48}" dt="2022-11-28T11:14:16.631" v="1466" actId="478"/>
          <ac:picMkLst>
            <pc:docMk/>
            <pc:sldMk cId="766209077" sldId="261"/>
            <ac:picMk id="129" creationId="{620E740B-981C-EA48-B440-8BD78B5F6DBD}"/>
          </ac:picMkLst>
        </pc:picChg>
        <pc:picChg chg="del">
          <ac:chgData name="Amal R Babu" userId="3a292d0a-112b-4bc3-bf38-7771656893d2" providerId="ADAL" clId="{992600FB-E5A2-48A8-ADC9-6968E10B5B48}" dt="2022-11-28T11:14:16.631" v="1466" actId="478"/>
          <ac:picMkLst>
            <pc:docMk/>
            <pc:sldMk cId="766209077" sldId="261"/>
            <ac:picMk id="131" creationId="{B69AF3C8-289A-E969-969C-1D44BF52141B}"/>
          </ac:picMkLst>
        </pc:picChg>
        <pc:picChg chg="del">
          <ac:chgData name="Amal R Babu" userId="3a292d0a-112b-4bc3-bf38-7771656893d2" providerId="ADAL" clId="{992600FB-E5A2-48A8-ADC9-6968E10B5B48}" dt="2022-11-28T11:14:16.631" v="1466" actId="478"/>
          <ac:picMkLst>
            <pc:docMk/>
            <pc:sldMk cId="766209077" sldId="261"/>
            <ac:picMk id="133" creationId="{C7C8D3D3-205C-5534-E5B1-B4274EF5DB3C}"/>
          </ac:picMkLst>
        </pc:picChg>
        <pc:picChg chg="del">
          <ac:chgData name="Amal R Babu" userId="3a292d0a-112b-4bc3-bf38-7771656893d2" providerId="ADAL" clId="{992600FB-E5A2-48A8-ADC9-6968E10B5B48}" dt="2022-11-28T11:14:16.631" v="1466" actId="478"/>
          <ac:picMkLst>
            <pc:docMk/>
            <pc:sldMk cId="766209077" sldId="261"/>
            <ac:picMk id="135" creationId="{49D8565B-C397-D9DC-E7EB-16966D7FA288}"/>
          </ac:picMkLst>
        </pc:picChg>
      </pc:sldChg>
      <pc:sldChg chg="addSp delSp modSp add mod ord setBg modClrScheme chgLayout">
        <pc:chgData name="Amal R Babu" userId="3a292d0a-112b-4bc3-bf38-7771656893d2" providerId="ADAL" clId="{992600FB-E5A2-48A8-ADC9-6968E10B5B48}" dt="2022-12-07T05:41:56.996" v="3715"/>
        <pc:sldMkLst>
          <pc:docMk/>
          <pc:sldMk cId="456502387" sldId="262"/>
        </pc:sldMkLst>
        <pc:spChg chg="mod">
          <ac:chgData name="Amal R Babu" userId="3a292d0a-112b-4bc3-bf38-7771656893d2" providerId="ADAL" clId="{992600FB-E5A2-48A8-ADC9-6968E10B5B48}" dt="2022-11-28T11:31:49.623" v="1595" actId="34135"/>
          <ac:spMkLst>
            <pc:docMk/>
            <pc:sldMk cId="456502387" sldId="262"/>
            <ac:spMk id="2" creationId="{B89F2868-1113-D157-CFA3-323D793A70F6}"/>
          </ac:spMkLst>
        </pc:spChg>
        <pc:spChg chg="mod">
          <ac:chgData name="Amal R Babu" userId="3a292d0a-112b-4bc3-bf38-7771656893d2" providerId="ADAL" clId="{992600FB-E5A2-48A8-ADC9-6968E10B5B48}" dt="2022-11-30T07:54:15.628" v="3607" actId="34135"/>
          <ac:spMkLst>
            <pc:docMk/>
            <pc:sldMk cId="456502387" sldId="262"/>
            <ac:spMk id="3" creationId="{1025ACCD-BEFE-4057-D0DA-23300AB28132}"/>
          </ac:spMkLst>
        </pc:spChg>
        <pc:spChg chg="add mod">
          <ac:chgData name="Amal R Babu" userId="3a292d0a-112b-4bc3-bf38-7771656893d2" providerId="ADAL" clId="{992600FB-E5A2-48A8-ADC9-6968E10B5B48}" dt="2022-12-07T05:34:19.578" v="3698"/>
          <ac:spMkLst>
            <pc:docMk/>
            <pc:sldMk cId="456502387" sldId="262"/>
            <ac:spMk id="7" creationId="{FC55C4C5-4DA5-1241-A63C-48814BDA0FFC}"/>
          </ac:spMkLst>
        </pc:spChg>
        <pc:spChg chg="del">
          <ac:chgData name="Amal R Babu" userId="3a292d0a-112b-4bc3-bf38-7771656893d2" providerId="ADAL" clId="{992600FB-E5A2-48A8-ADC9-6968E10B5B48}" dt="2022-11-30T07:54:19.126" v="3608" actId="478"/>
          <ac:spMkLst>
            <pc:docMk/>
            <pc:sldMk cId="456502387" sldId="262"/>
            <ac:spMk id="9" creationId="{67D53DBD-07C2-B89B-2A5E-6EA3F0CE967B}"/>
          </ac:spMkLst>
        </pc:spChg>
        <pc:spChg chg="add del mod">
          <ac:chgData name="Amal R Babu" userId="3a292d0a-112b-4bc3-bf38-7771656893d2" providerId="ADAL" clId="{992600FB-E5A2-48A8-ADC9-6968E10B5B48}" dt="2022-12-07T05:34:35.617" v="3700" actId="931"/>
          <ac:spMkLst>
            <pc:docMk/>
            <pc:sldMk cId="456502387" sldId="262"/>
            <ac:spMk id="9" creationId="{7BE8FEC5-FF6B-67B1-FDDF-15BAA7E07C3A}"/>
          </ac:spMkLst>
        </pc:spChg>
        <pc:spChg chg="add mod">
          <ac:chgData name="Amal R Babu" userId="3a292d0a-112b-4bc3-bf38-7771656893d2" providerId="ADAL" clId="{992600FB-E5A2-48A8-ADC9-6968E10B5B48}" dt="2022-11-30T07:54:24.799" v="3610" actId="207"/>
          <ac:spMkLst>
            <pc:docMk/>
            <pc:sldMk cId="456502387" sldId="262"/>
            <ac:spMk id="10" creationId="{AD85C27C-0BB1-FA36-75E2-5FF1278F2A96}"/>
          </ac:spMkLst>
        </pc:spChg>
        <pc:spChg chg="add del mod ord">
          <ac:chgData name="Amal R Babu" userId="3a292d0a-112b-4bc3-bf38-7771656893d2" providerId="ADAL" clId="{992600FB-E5A2-48A8-ADC9-6968E10B5B48}" dt="2022-11-28T11:30:04.390" v="1569" actId="931"/>
          <ac:spMkLst>
            <pc:docMk/>
            <pc:sldMk cId="456502387" sldId="262"/>
            <ac:spMk id="10" creationId="{EAFFC165-537B-C3A9-13B3-1E15BAD223FC}"/>
          </ac:spMkLst>
        </pc:spChg>
        <pc:spChg chg="add mod">
          <ac:chgData name="Amal R Babu" userId="3a292d0a-112b-4bc3-bf38-7771656893d2" providerId="ADAL" clId="{992600FB-E5A2-48A8-ADC9-6968E10B5B48}" dt="2022-11-30T07:54:29.181" v="3611" actId="207"/>
          <ac:spMkLst>
            <pc:docMk/>
            <pc:sldMk cId="456502387" sldId="262"/>
            <ac:spMk id="11" creationId="{577DA273-EB3D-6852-CCDB-BFFF15E34C52}"/>
          </ac:spMkLst>
        </pc:spChg>
        <pc:spChg chg="del">
          <ac:chgData name="Amal R Babu" userId="3a292d0a-112b-4bc3-bf38-7771656893d2" providerId="ADAL" clId="{992600FB-E5A2-48A8-ADC9-6968E10B5B48}" dt="2022-12-07T05:34:18.335" v="3697" actId="478"/>
          <ac:spMkLst>
            <pc:docMk/>
            <pc:sldMk cId="456502387" sldId="262"/>
            <ac:spMk id="12" creationId="{9D6330B9-BA8C-ED93-BFAB-18042E986F94}"/>
          </ac:spMkLst>
        </pc:spChg>
        <pc:spChg chg="del">
          <ac:chgData name="Amal R Babu" userId="3a292d0a-112b-4bc3-bf38-7771656893d2" providerId="ADAL" clId="{992600FB-E5A2-48A8-ADC9-6968E10B5B48}" dt="2022-11-30T07:54:19.126" v="3608" actId="478"/>
          <ac:spMkLst>
            <pc:docMk/>
            <pc:sldMk cId="456502387" sldId="262"/>
            <ac:spMk id="13" creationId="{4F3E08FA-4C08-7258-FA22-03C53F09604C}"/>
          </ac:spMkLst>
        </pc:spChg>
        <pc:spChg chg="mod">
          <ac:chgData name="Amal R Babu" userId="3a292d0a-112b-4bc3-bf38-7771656893d2" providerId="ADAL" clId="{992600FB-E5A2-48A8-ADC9-6968E10B5B48}" dt="2022-11-28T11:22:22.767" v="1533" actId="20577"/>
          <ac:spMkLst>
            <pc:docMk/>
            <pc:sldMk cId="456502387" sldId="262"/>
            <ac:spMk id="14" creationId="{C0BABBA1-52B1-52B0-7FCF-B752C026021A}"/>
          </ac:spMkLst>
        </pc:spChg>
        <pc:spChg chg="add mod">
          <ac:chgData name="Amal R Babu" userId="3a292d0a-112b-4bc3-bf38-7771656893d2" providerId="ADAL" clId="{992600FB-E5A2-48A8-ADC9-6968E10B5B48}" dt="2022-11-30T07:54:19.687" v="3609"/>
          <ac:spMkLst>
            <pc:docMk/>
            <pc:sldMk cId="456502387" sldId="262"/>
            <ac:spMk id="15" creationId="{6DAE504F-7F40-E511-78E6-EAF4217926DC}"/>
          </ac:spMkLst>
        </pc:spChg>
        <pc:spChg chg="del">
          <ac:chgData name="Amal R Babu" userId="3a292d0a-112b-4bc3-bf38-7771656893d2" providerId="ADAL" clId="{992600FB-E5A2-48A8-ADC9-6968E10B5B48}" dt="2022-11-28T11:28:51.811" v="1535" actId="478"/>
          <ac:spMkLst>
            <pc:docMk/>
            <pc:sldMk cId="456502387" sldId="262"/>
            <ac:spMk id="15" creationId="{F2C65DD7-055A-8C16-568E-2CA02A423D72}"/>
          </ac:spMkLst>
        </pc:spChg>
        <pc:spChg chg="del">
          <ac:chgData name="Amal R Babu" userId="3a292d0a-112b-4bc3-bf38-7771656893d2" providerId="ADAL" clId="{992600FB-E5A2-48A8-ADC9-6968E10B5B48}" dt="2022-11-30T07:54:19.126" v="3608" actId="478"/>
          <ac:spMkLst>
            <pc:docMk/>
            <pc:sldMk cId="456502387" sldId="262"/>
            <ac:spMk id="16" creationId="{2913EB48-94F5-98C7-C275-915A1AD4D3EA}"/>
          </ac:spMkLst>
        </pc:spChg>
        <pc:spChg chg="del mod">
          <ac:chgData name="Amal R Babu" userId="3a292d0a-112b-4bc3-bf38-7771656893d2" providerId="ADAL" clId="{992600FB-E5A2-48A8-ADC9-6968E10B5B48}" dt="2022-11-30T07:54:19.126" v="3608" actId="478"/>
          <ac:spMkLst>
            <pc:docMk/>
            <pc:sldMk cId="456502387" sldId="262"/>
            <ac:spMk id="17" creationId="{29D393BC-86FC-4CA8-8830-E874EA43EE28}"/>
          </ac:spMkLst>
        </pc:spChg>
        <pc:spChg chg="mod">
          <ac:chgData name="Amal R Babu" userId="3a292d0a-112b-4bc3-bf38-7771656893d2" providerId="ADAL" clId="{992600FB-E5A2-48A8-ADC9-6968E10B5B48}" dt="2022-12-07T05:41:56.996" v="3715"/>
          <ac:spMkLst>
            <pc:docMk/>
            <pc:sldMk cId="456502387" sldId="262"/>
            <ac:spMk id="19" creationId="{3553421D-D83C-95AC-FB60-CB2CE0567731}"/>
          </ac:spMkLst>
        </pc:spChg>
        <pc:spChg chg="del">
          <ac:chgData name="Amal R Babu" userId="3a292d0a-112b-4bc3-bf38-7771656893d2" providerId="ADAL" clId="{992600FB-E5A2-48A8-ADC9-6968E10B5B48}" dt="2022-11-30T07:54:19.126" v="3608" actId="478"/>
          <ac:spMkLst>
            <pc:docMk/>
            <pc:sldMk cId="456502387" sldId="262"/>
            <ac:spMk id="19" creationId="{B5F22004-B568-5F9F-D315-B9048F8F933E}"/>
          </ac:spMkLst>
        </pc:spChg>
        <pc:spChg chg="mod">
          <ac:chgData name="Amal R Babu" userId="3a292d0a-112b-4bc3-bf38-7771656893d2" providerId="ADAL" clId="{992600FB-E5A2-48A8-ADC9-6968E10B5B48}" dt="2022-12-07T05:41:56.996" v="3715"/>
          <ac:spMkLst>
            <pc:docMk/>
            <pc:sldMk cId="456502387" sldId="262"/>
            <ac:spMk id="20" creationId="{1E01816D-31C2-6E7B-BF71-7F845380A037}"/>
          </ac:spMkLst>
        </pc:spChg>
        <pc:spChg chg="del">
          <ac:chgData name="Amal R Babu" userId="3a292d0a-112b-4bc3-bf38-7771656893d2" providerId="ADAL" clId="{992600FB-E5A2-48A8-ADC9-6968E10B5B48}" dt="2022-11-30T07:54:19.126" v="3608" actId="478"/>
          <ac:spMkLst>
            <pc:docMk/>
            <pc:sldMk cId="456502387" sldId="262"/>
            <ac:spMk id="20" creationId="{DBD7492E-2CD4-61A0-9EEE-CEE4E61AED9D}"/>
          </ac:spMkLst>
        </pc:spChg>
        <pc:spChg chg="del mod">
          <ac:chgData name="Amal R Babu" userId="3a292d0a-112b-4bc3-bf38-7771656893d2" providerId="ADAL" clId="{992600FB-E5A2-48A8-ADC9-6968E10B5B48}" dt="2022-11-30T07:54:19.126" v="3608" actId="478"/>
          <ac:spMkLst>
            <pc:docMk/>
            <pc:sldMk cId="456502387" sldId="262"/>
            <ac:spMk id="21" creationId="{88AF1956-F7FB-2ADE-A3E7-1F7329C9752A}"/>
          </ac:spMkLst>
        </pc:spChg>
        <pc:spChg chg="mod">
          <ac:chgData name="Amal R Babu" userId="3a292d0a-112b-4bc3-bf38-7771656893d2" providerId="ADAL" clId="{992600FB-E5A2-48A8-ADC9-6968E10B5B48}" dt="2022-12-07T05:41:56.996" v="3715"/>
          <ac:spMkLst>
            <pc:docMk/>
            <pc:sldMk cId="456502387" sldId="262"/>
            <ac:spMk id="22" creationId="{4347A6F9-BFB2-18E3-E85B-8558D2D2FD7E}"/>
          </ac:spMkLst>
        </pc:spChg>
        <pc:spChg chg="del">
          <ac:chgData name="Amal R Babu" userId="3a292d0a-112b-4bc3-bf38-7771656893d2" providerId="ADAL" clId="{992600FB-E5A2-48A8-ADC9-6968E10B5B48}" dt="2022-11-30T07:54:19.126" v="3608" actId="478"/>
          <ac:spMkLst>
            <pc:docMk/>
            <pc:sldMk cId="456502387" sldId="262"/>
            <ac:spMk id="22" creationId="{B8560F59-A67B-8514-2A4E-47A28A1A48B1}"/>
          </ac:spMkLst>
        </pc:spChg>
        <pc:spChg chg="add mod">
          <ac:chgData name="Amal R Babu" userId="3a292d0a-112b-4bc3-bf38-7771656893d2" providerId="ADAL" clId="{992600FB-E5A2-48A8-ADC9-6968E10B5B48}" dt="2022-11-28T11:31:25.871" v="1592" actId="164"/>
          <ac:spMkLst>
            <pc:docMk/>
            <pc:sldMk cId="456502387" sldId="262"/>
            <ac:spMk id="23" creationId="{ED4C6F35-09E0-82B0-59B6-D0FC0E36DB98}"/>
          </ac:spMkLst>
        </pc:spChg>
        <pc:spChg chg="add mod">
          <ac:chgData name="Amal R Babu" userId="3a292d0a-112b-4bc3-bf38-7771656893d2" providerId="ADAL" clId="{992600FB-E5A2-48A8-ADC9-6968E10B5B48}" dt="2022-11-28T11:31:29.955" v="1593" actId="1076"/>
          <ac:spMkLst>
            <pc:docMk/>
            <pc:sldMk cId="456502387" sldId="262"/>
            <ac:spMk id="24" creationId="{FEC7240B-2388-F0F4-135A-0781FC6F1449}"/>
          </ac:spMkLst>
        </pc:spChg>
        <pc:spChg chg="add mod">
          <ac:chgData name="Amal R Babu" userId="3a292d0a-112b-4bc3-bf38-7771656893d2" providerId="ADAL" clId="{992600FB-E5A2-48A8-ADC9-6968E10B5B48}" dt="2022-11-30T07:54:19.687" v="3609"/>
          <ac:spMkLst>
            <pc:docMk/>
            <pc:sldMk cId="456502387" sldId="262"/>
            <ac:spMk id="26" creationId="{92D7922C-1EEA-E866-BE3C-D7CC5409CC07}"/>
          </ac:spMkLst>
        </pc:spChg>
        <pc:spChg chg="del">
          <ac:chgData name="Amal R Babu" userId="3a292d0a-112b-4bc3-bf38-7771656893d2" providerId="ADAL" clId="{992600FB-E5A2-48A8-ADC9-6968E10B5B48}" dt="2022-11-28T11:22:33.518" v="1534" actId="478"/>
          <ac:spMkLst>
            <pc:docMk/>
            <pc:sldMk cId="456502387" sldId="262"/>
            <ac:spMk id="26" creationId="{EF4EB0B0-3304-650F-3100-F337800C6835}"/>
          </ac:spMkLst>
        </pc:spChg>
        <pc:spChg chg="mod">
          <ac:chgData name="Amal R Babu" userId="3a292d0a-112b-4bc3-bf38-7771656893d2" providerId="ADAL" clId="{992600FB-E5A2-48A8-ADC9-6968E10B5B48}" dt="2022-12-07T05:41:56.996" v="3715"/>
          <ac:spMkLst>
            <pc:docMk/>
            <pc:sldMk cId="456502387" sldId="262"/>
            <ac:spMk id="27" creationId="{DBE152E4-41AC-39C3-0D38-95FE031D2374}"/>
          </ac:spMkLst>
        </pc:spChg>
        <pc:spChg chg="mod topLvl">
          <ac:chgData name="Amal R Babu" userId="3a292d0a-112b-4bc3-bf38-7771656893d2" providerId="ADAL" clId="{992600FB-E5A2-48A8-ADC9-6968E10B5B48}" dt="2022-11-28T11:45:13.565" v="1737" actId="164"/>
          <ac:spMkLst>
            <pc:docMk/>
            <pc:sldMk cId="456502387" sldId="262"/>
            <ac:spMk id="31" creationId="{61B81A57-B5F8-CBF3-F647-EA407686C375}"/>
          </ac:spMkLst>
        </pc:spChg>
        <pc:spChg chg="mod topLvl">
          <ac:chgData name="Amal R Babu" userId="3a292d0a-112b-4bc3-bf38-7771656893d2" providerId="ADAL" clId="{992600FB-E5A2-48A8-ADC9-6968E10B5B48}" dt="2022-11-28T11:45:13.565" v="1737" actId="164"/>
          <ac:spMkLst>
            <pc:docMk/>
            <pc:sldMk cId="456502387" sldId="262"/>
            <ac:spMk id="32" creationId="{B631EEF1-030B-D12A-CF6E-E6652F6E6B24}"/>
          </ac:spMkLst>
        </pc:spChg>
        <pc:spChg chg="del">
          <ac:chgData name="Amal R Babu" userId="3a292d0a-112b-4bc3-bf38-7771656893d2" providerId="ADAL" clId="{992600FB-E5A2-48A8-ADC9-6968E10B5B48}" dt="2022-11-30T07:54:19.126" v="3608" actId="478"/>
          <ac:spMkLst>
            <pc:docMk/>
            <pc:sldMk cId="456502387" sldId="262"/>
            <ac:spMk id="33" creationId="{06426368-13B9-05ED-7B4E-48B8C7532F65}"/>
          </ac:spMkLst>
        </pc:spChg>
        <pc:spChg chg="del">
          <ac:chgData name="Amal R Babu" userId="3a292d0a-112b-4bc3-bf38-7771656893d2" providerId="ADAL" clId="{992600FB-E5A2-48A8-ADC9-6968E10B5B48}" dt="2022-11-30T07:54:19.126" v="3608" actId="478"/>
          <ac:spMkLst>
            <pc:docMk/>
            <pc:sldMk cId="456502387" sldId="262"/>
            <ac:spMk id="34" creationId="{15C24E6E-5086-DAC3-E400-3CB725E13353}"/>
          </ac:spMkLst>
        </pc:spChg>
        <pc:spChg chg="del mod">
          <ac:chgData name="Amal R Babu" userId="3a292d0a-112b-4bc3-bf38-7771656893d2" providerId="ADAL" clId="{992600FB-E5A2-48A8-ADC9-6968E10B5B48}" dt="2022-11-30T07:54:19.126" v="3608" actId="478"/>
          <ac:spMkLst>
            <pc:docMk/>
            <pc:sldMk cId="456502387" sldId="262"/>
            <ac:spMk id="35" creationId="{D7FACB4C-BCA4-434A-8FA8-F4D0A8D4C109}"/>
          </ac:spMkLst>
        </pc:spChg>
        <pc:spChg chg="mod topLvl">
          <ac:chgData name="Amal R Babu" userId="3a292d0a-112b-4bc3-bf38-7771656893d2" providerId="ADAL" clId="{992600FB-E5A2-48A8-ADC9-6968E10B5B48}" dt="2022-11-28T11:45:13.565" v="1737" actId="164"/>
          <ac:spMkLst>
            <pc:docMk/>
            <pc:sldMk cId="456502387" sldId="262"/>
            <ac:spMk id="36" creationId="{90012A1E-28AA-E521-B656-ED2BA4A3E087}"/>
          </ac:spMkLst>
        </pc:spChg>
        <pc:spChg chg="mod topLvl">
          <ac:chgData name="Amal R Babu" userId="3a292d0a-112b-4bc3-bf38-7771656893d2" providerId="ADAL" clId="{992600FB-E5A2-48A8-ADC9-6968E10B5B48}" dt="2022-11-28T11:45:13.565" v="1737" actId="164"/>
          <ac:spMkLst>
            <pc:docMk/>
            <pc:sldMk cId="456502387" sldId="262"/>
            <ac:spMk id="37" creationId="{E0E7EAC4-16BE-9F14-7F8A-D62D087EB35B}"/>
          </ac:spMkLst>
        </pc:spChg>
        <pc:spChg chg="add mod">
          <ac:chgData name="Amal R Babu" userId="3a292d0a-112b-4bc3-bf38-7771656893d2" providerId="ADAL" clId="{992600FB-E5A2-48A8-ADC9-6968E10B5B48}" dt="2022-11-30T07:54:19.687" v="3609"/>
          <ac:spMkLst>
            <pc:docMk/>
            <pc:sldMk cId="456502387" sldId="262"/>
            <ac:spMk id="38" creationId="{99C78941-90A3-A6F8-D18E-53E1DA7EFF66}"/>
          </ac:spMkLst>
        </pc:spChg>
        <pc:spChg chg="mod">
          <ac:chgData name="Amal R Babu" userId="3a292d0a-112b-4bc3-bf38-7771656893d2" providerId="ADAL" clId="{992600FB-E5A2-48A8-ADC9-6968E10B5B48}" dt="2022-11-28T11:34:38.329" v="1636" actId="408"/>
          <ac:spMkLst>
            <pc:docMk/>
            <pc:sldMk cId="456502387" sldId="262"/>
            <ac:spMk id="40" creationId="{C49DC037-2E1F-5B53-BD34-03E45A272489}"/>
          </ac:spMkLst>
        </pc:spChg>
        <pc:spChg chg="mod">
          <ac:chgData name="Amal R Babu" userId="3a292d0a-112b-4bc3-bf38-7771656893d2" providerId="ADAL" clId="{992600FB-E5A2-48A8-ADC9-6968E10B5B48}" dt="2022-11-28T11:29:10.229" v="1539" actId="207"/>
          <ac:spMkLst>
            <pc:docMk/>
            <pc:sldMk cId="456502387" sldId="262"/>
            <ac:spMk id="41" creationId="{04DE6D2B-6CE6-28FD-8F23-17896ED36EF7}"/>
          </ac:spMkLst>
        </pc:spChg>
        <pc:spChg chg="del">
          <ac:chgData name="Amal R Babu" userId="3a292d0a-112b-4bc3-bf38-7771656893d2" providerId="ADAL" clId="{992600FB-E5A2-48A8-ADC9-6968E10B5B48}" dt="2022-11-30T06:30:59.633" v="3453" actId="478"/>
          <ac:spMkLst>
            <pc:docMk/>
            <pc:sldMk cId="456502387" sldId="262"/>
            <ac:spMk id="43" creationId="{4085F982-777E-59AD-4DB4-B07024AB9EAF}"/>
          </ac:spMkLst>
        </pc:spChg>
        <pc:spChg chg="add del mod">
          <ac:chgData name="Amal R Babu" userId="3a292d0a-112b-4bc3-bf38-7771656893d2" providerId="ADAL" clId="{992600FB-E5A2-48A8-ADC9-6968E10B5B48}" dt="2022-11-28T11:33:57.068" v="1623" actId="478"/>
          <ac:spMkLst>
            <pc:docMk/>
            <pc:sldMk cId="456502387" sldId="262"/>
            <ac:spMk id="45" creationId="{27D5D2C2-EEEC-6B16-7578-EAB352B65516}"/>
          </ac:spMkLst>
        </pc:spChg>
        <pc:spChg chg="mod">
          <ac:chgData name="Amal R Babu" userId="3a292d0a-112b-4bc3-bf38-7771656893d2" providerId="ADAL" clId="{992600FB-E5A2-48A8-ADC9-6968E10B5B48}" dt="2022-11-30T07:54:19.687" v="3609"/>
          <ac:spMkLst>
            <pc:docMk/>
            <pc:sldMk cId="456502387" sldId="262"/>
            <ac:spMk id="45" creationId="{F85640FF-BC03-031A-1734-D281C1987F22}"/>
          </ac:spMkLst>
        </pc:spChg>
        <pc:spChg chg="mod">
          <ac:chgData name="Amal R Babu" userId="3a292d0a-112b-4bc3-bf38-7771656893d2" providerId="ADAL" clId="{992600FB-E5A2-48A8-ADC9-6968E10B5B48}" dt="2022-11-30T07:54:19.687" v="3609"/>
          <ac:spMkLst>
            <pc:docMk/>
            <pc:sldMk cId="456502387" sldId="262"/>
            <ac:spMk id="46" creationId="{A360F351-359D-0F27-4EF0-E585872CE674}"/>
          </ac:spMkLst>
        </pc:spChg>
        <pc:spChg chg="mod">
          <ac:chgData name="Amal R Babu" userId="3a292d0a-112b-4bc3-bf38-7771656893d2" providerId="ADAL" clId="{992600FB-E5A2-48A8-ADC9-6968E10B5B48}" dt="2022-11-30T07:54:19.687" v="3609"/>
          <ac:spMkLst>
            <pc:docMk/>
            <pc:sldMk cId="456502387" sldId="262"/>
            <ac:spMk id="48" creationId="{2713503B-1220-078A-FD59-DC97F1CF4CD4}"/>
          </ac:spMkLst>
        </pc:spChg>
        <pc:spChg chg="del">
          <ac:chgData name="Amal R Babu" userId="3a292d0a-112b-4bc3-bf38-7771656893d2" providerId="ADAL" clId="{992600FB-E5A2-48A8-ADC9-6968E10B5B48}" dt="2022-11-30T07:54:19.126" v="3608" actId="478"/>
          <ac:spMkLst>
            <pc:docMk/>
            <pc:sldMk cId="456502387" sldId="262"/>
            <ac:spMk id="50" creationId="{0E2B6178-FB2D-9772-47AD-87A734026875}"/>
          </ac:spMkLst>
        </pc:spChg>
        <pc:spChg chg="add mod">
          <ac:chgData name="Amal R Babu" userId="3a292d0a-112b-4bc3-bf38-7771656893d2" providerId="ADAL" clId="{992600FB-E5A2-48A8-ADC9-6968E10B5B48}" dt="2022-11-30T07:54:33.265" v="3612" actId="207"/>
          <ac:spMkLst>
            <pc:docMk/>
            <pc:sldMk cId="456502387" sldId="262"/>
            <ac:spMk id="51" creationId="{B7E72871-78AC-1E80-8767-AEA12D4152A9}"/>
          </ac:spMkLst>
        </pc:spChg>
        <pc:spChg chg="del">
          <ac:chgData name="Amal R Babu" userId="3a292d0a-112b-4bc3-bf38-7771656893d2" providerId="ADAL" clId="{992600FB-E5A2-48A8-ADC9-6968E10B5B48}" dt="2022-11-30T07:54:19.126" v="3608" actId="478"/>
          <ac:spMkLst>
            <pc:docMk/>
            <pc:sldMk cId="456502387" sldId="262"/>
            <ac:spMk id="55" creationId="{A2C13AB5-7A64-00F4-ECBF-90F667E097CA}"/>
          </ac:spMkLst>
        </pc:spChg>
        <pc:spChg chg="del">
          <ac:chgData name="Amal R Babu" userId="3a292d0a-112b-4bc3-bf38-7771656893d2" providerId="ADAL" clId="{992600FB-E5A2-48A8-ADC9-6968E10B5B48}" dt="2022-11-30T07:54:19.126" v="3608" actId="478"/>
          <ac:spMkLst>
            <pc:docMk/>
            <pc:sldMk cId="456502387" sldId="262"/>
            <ac:spMk id="58" creationId="{84827C04-91A4-59E2-705C-138BA0A13DA9}"/>
          </ac:spMkLst>
        </pc:spChg>
        <pc:spChg chg="del">
          <ac:chgData name="Amal R Babu" userId="3a292d0a-112b-4bc3-bf38-7771656893d2" providerId="ADAL" clId="{992600FB-E5A2-48A8-ADC9-6968E10B5B48}" dt="2022-11-28T11:28:51.811" v="1535" actId="478"/>
          <ac:spMkLst>
            <pc:docMk/>
            <pc:sldMk cId="456502387" sldId="262"/>
            <ac:spMk id="60" creationId="{78B6EF03-8F3E-3607-3A1C-1F678C9186EF}"/>
          </ac:spMkLst>
        </pc:spChg>
        <pc:spChg chg="mod">
          <ac:chgData name="Amal R Babu" userId="3a292d0a-112b-4bc3-bf38-7771656893d2" providerId="ADAL" clId="{992600FB-E5A2-48A8-ADC9-6968E10B5B48}" dt="2022-11-30T07:54:37.350" v="3613" actId="207"/>
          <ac:spMkLst>
            <pc:docMk/>
            <pc:sldMk cId="456502387" sldId="262"/>
            <ac:spMk id="61" creationId="{89D59979-AF15-77C9-35C0-C5803F46BCA5}"/>
          </ac:spMkLst>
        </pc:spChg>
        <pc:spChg chg="del">
          <ac:chgData name="Amal R Babu" userId="3a292d0a-112b-4bc3-bf38-7771656893d2" providerId="ADAL" clId="{992600FB-E5A2-48A8-ADC9-6968E10B5B48}" dt="2022-11-28T11:28:51.811" v="1535" actId="478"/>
          <ac:spMkLst>
            <pc:docMk/>
            <pc:sldMk cId="456502387" sldId="262"/>
            <ac:spMk id="61" creationId="{FB56885A-E1F6-9657-B73E-63BA2B77CF7F}"/>
          </ac:spMkLst>
        </pc:spChg>
        <pc:spChg chg="del">
          <ac:chgData name="Amal R Babu" userId="3a292d0a-112b-4bc3-bf38-7771656893d2" providerId="ADAL" clId="{992600FB-E5A2-48A8-ADC9-6968E10B5B48}" dt="2022-11-28T11:28:51.811" v="1535" actId="478"/>
          <ac:spMkLst>
            <pc:docMk/>
            <pc:sldMk cId="456502387" sldId="262"/>
            <ac:spMk id="63" creationId="{67A5FAC3-E100-BF32-3FC6-25618C52AB57}"/>
          </ac:spMkLst>
        </pc:spChg>
        <pc:spChg chg="del">
          <ac:chgData name="Amal R Babu" userId="3a292d0a-112b-4bc3-bf38-7771656893d2" providerId="ADAL" clId="{992600FB-E5A2-48A8-ADC9-6968E10B5B48}" dt="2022-11-28T11:28:51.811" v="1535" actId="478"/>
          <ac:spMkLst>
            <pc:docMk/>
            <pc:sldMk cId="456502387" sldId="262"/>
            <ac:spMk id="66" creationId="{71537340-6A15-D8D3-1FFE-EA843712D4E8}"/>
          </ac:spMkLst>
        </pc:spChg>
        <pc:spChg chg="mod">
          <ac:chgData name="Amal R Babu" userId="3a292d0a-112b-4bc3-bf38-7771656893d2" providerId="ADAL" clId="{992600FB-E5A2-48A8-ADC9-6968E10B5B48}" dt="2022-11-30T07:54:19.687" v="3609"/>
          <ac:spMkLst>
            <pc:docMk/>
            <pc:sldMk cId="456502387" sldId="262"/>
            <ac:spMk id="74" creationId="{392A16D8-217F-FAC8-1B42-CB274F5933CD}"/>
          </ac:spMkLst>
        </pc:spChg>
        <pc:spChg chg="mod">
          <ac:chgData name="Amal R Babu" userId="3a292d0a-112b-4bc3-bf38-7771656893d2" providerId="ADAL" clId="{992600FB-E5A2-48A8-ADC9-6968E10B5B48}" dt="2022-11-30T07:54:19.687" v="3609"/>
          <ac:spMkLst>
            <pc:docMk/>
            <pc:sldMk cId="456502387" sldId="262"/>
            <ac:spMk id="78" creationId="{7C8D85BC-21BD-D039-892B-D6DCA64AAED0}"/>
          </ac:spMkLst>
        </pc:spChg>
        <pc:spChg chg="add mod">
          <ac:chgData name="Amal R Babu" userId="3a292d0a-112b-4bc3-bf38-7771656893d2" providerId="ADAL" clId="{992600FB-E5A2-48A8-ADC9-6968E10B5B48}" dt="2022-11-30T07:54:19.687" v="3609"/>
          <ac:spMkLst>
            <pc:docMk/>
            <pc:sldMk cId="456502387" sldId="262"/>
            <ac:spMk id="82" creationId="{9189CD79-3966-73F1-C799-CCE1BEC8ECF4}"/>
          </ac:spMkLst>
        </pc:spChg>
        <pc:spChg chg="mod">
          <ac:chgData name="Amal R Babu" userId="3a292d0a-112b-4bc3-bf38-7771656893d2" providerId="ADAL" clId="{992600FB-E5A2-48A8-ADC9-6968E10B5B48}" dt="2022-11-28T11:34:02.564" v="1626" actId="164"/>
          <ac:spMkLst>
            <pc:docMk/>
            <pc:sldMk cId="456502387" sldId="262"/>
            <ac:spMk id="83" creationId="{C3177BE9-EF9E-F631-BE5D-E4DB15D78EBA}"/>
          </ac:spMkLst>
        </pc:spChg>
        <pc:spChg chg="mod">
          <ac:chgData name="Amal R Babu" userId="3a292d0a-112b-4bc3-bf38-7771656893d2" providerId="ADAL" clId="{992600FB-E5A2-48A8-ADC9-6968E10B5B48}" dt="2022-11-28T11:34:02.564" v="1626" actId="164"/>
          <ac:spMkLst>
            <pc:docMk/>
            <pc:sldMk cId="456502387" sldId="262"/>
            <ac:spMk id="84" creationId="{D1AF6141-A8D8-8975-B3D8-1B27A6C69FF6}"/>
          </ac:spMkLst>
        </pc:spChg>
        <pc:spChg chg="add mod topLvl">
          <ac:chgData name="Amal R Babu" userId="3a292d0a-112b-4bc3-bf38-7771656893d2" providerId="ADAL" clId="{992600FB-E5A2-48A8-ADC9-6968E10B5B48}" dt="2022-11-28T11:44:04.258" v="1724" actId="165"/>
          <ac:spMkLst>
            <pc:docMk/>
            <pc:sldMk cId="456502387" sldId="262"/>
            <ac:spMk id="86" creationId="{BAE7B1C0-4778-7B58-132D-796216FF00BA}"/>
          </ac:spMkLst>
        </pc:spChg>
        <pc:spChg chg="add mod topLvl">
          <ac:chgData name="Amal R Babu" userId="3a292d0a-112b-4bc3-bf38-7771656893d2" providerId="ADAL" clId="{992600FB-E5A2-48A8-ADC9-6968E10B5B48}" dt="2022-11-28T11:44:04.258" v="1724" actId="165"/>
          <ac:spMkLst>
            <pc:docMk/>
            <pc:sldMk cId="456502387" sldId="262"/>
            <ac:spMk id="87" creationId="{F4DD9BA2-57C1-24AB-76A8-F0E6F9A8DEFB}"/>
          </ac:spMkLst>
        </pc:spChg>
        <pc:spChg chg="add mod topLvl">
          <ac:chgData name="Amal R Babu" userId="3a292d0a-112b-4bc3-bf38-7771656893d2" providerId="ADAL" clId="{992600FB-E5A2-48A8-ADC9-6968E10B5B48}" dt="2022-11-28T11:44:04.258" v="1724" actId="165"/>
          <ac:spMkLst>
            <pc:docMk/>
            <pc:sldMk cId="456502387" sldId="262"/>
            <ac:spMk id="89" creationId="{1665D15C-7AA6-E29E-594C-62EF109AFDCC}"/>
          </ac:spMkLst>
        </pc:spChg>
        <pc:spChg chg="add mod topLvl">
          <ac:chgData name="Amal R Babu" userId="3a292d0a-112b-4bc3-bf38-7771656893d2" providerId="ADAL" clId="{992600FB-E5A2-48A8-ADC9-6968E10B5B48}" dt="2022-11-28T11:44:33.945" v="1729" actId="553"/>
          <ac:spMkLst>
            <pc:docMk/>
            <pc:sldMk cId="456502387" sldId="262"/>
            <ac:spMk id="90" creationId="{89F813A0-DF06-8782-EB84-45640D42AE84}"/>
          </ac:spMkLst>
        </pc:spChg>
        <pc:spChg chg="add del mod">
          <ac:chgData name="Amal R Babu" userId="3a292d0a-112b-4bc3-bf38-7771656893d2" providerId="ADAL" clId="{992600FB-E5A2-48A8-ADC9-6968E10B5B48}" dt="2022-11-28T11:42:20.110" v="1707" actId="478"/>
          <ac:spMkLst>
            <pc:docMk/>
            <pc:sldMk cId="456502387" sldId="262"/>
            <ac:spMk id="91" creationId="{DB9A28F6-6A7E-DB7F-1C57-85EFCB8D89F9}"/>
          </ac:spMkLst>
        </pc:spChg>
        <pc:spChg chg="mod">
          <ac:chgData name="Amal R Babu" userId="3a292d0a-112b-4bc3-bf38-7771656893d2" providerId="ADAL" clId="{992600FB-E5A2-48A8-ADC9-6968E10B5B48}" dt="2022-11-28T11:22:17.206" v="1521" actId="20577"/>
          <ac:spMkLst>
            <pc:docMk/>
            <pc:sldMk cId="456502387" sldId="262"/>
            <ac:spMk id="92" creationId="{232C2ADA-8B7B-4990-FB78-B27C9A79E87E}"/>
          </ac:spMkLst>
        </pc:spChg>
        <pc:spChg chg="add mod topLvl">
          <ac:chgData name="Amal R Babu" userId="3a292d0a-112b-4bc3-bf38-7771656893d2" providerId="ADAL" clId="{992600FB-E5A2-48A8-ADC9-6968E10B5B48}" dt="2022-11-28T11:57:37.983" v="1803" actId="1036"/>
          <ac:spMkLst>
            <pc:docMk/>
            <pc:sldMk cId="456502387" sldId="262"/>
            <ac:spMk id="93" creationId="{995C6408-6112-4D71-76B1-A198EA840434}"/>
          </ac:spMkLst>
        </pc:spChg>
        <pc:spChg chg="add mod topLvl">
          <ac:chgData name="Amal R Babu" userId="3a292d0a-112b-4bc3-bf38-7771656893d2" providerId="ADAL" clId="{992600FB-E5A2-48A8-ADC9-6968E10B5B48}" dt="2022-11-28T11:45:55.543" v="1744" actId="165"/>
          <ac:spMkLst>
            <pc:docMk/>
            <pc:sldMk cId="456502387" sldId="262"/>
            <ac:spMk id="95" creationId="{DD047D8A-54C5-23DF-9CCF-23AE61A551FB}"/>
          </ac:spMkLst>
        </pc:spChg>
        <pc:spChg chg="add mod topLvl">
          <ac:chgData name="Amal R Babu" userId="3a292d0a-112b-4bc3-bf38-7771656893d2" providerId="ADAL" clId="{992600FB-E5A2-48A8-ADC9-6968E10B5B48}" dt="2022-11-28T11:45:55.543" v="1744" actId="165"/>
          <ac:spMkLst>
            <pc:docMk/>
            <pc:sldMk cId="456502387" sldId="262"/>
            <ac:spMk id="97" creationId="{00DB9F6E-E519-2F71-367B-8A32AC0D267B}"/>
          </ac:spMkLst>
        </pc:spChg>
        <pc:spChg chg="add mod topLvl">
          <ac:chgData name="Amal R Babu" userId="3a292d0a-112b-4bc3-bf38-7771656893d2" providerId="ADAL" clId="{992600FB-E5A2-48A8-ADC9-6968E10B5B48}" dt="2022-11-28T11:45:55.543" v="1744" actId="165"/>
          <ac:spMkLst>
            <pc:docMk/>
            <pc:sldMk cId="456502387" sldId="262"/>
            <ac:spMk id="99" creationId="{17DAFD19-E94C-9B4E-9421-BB117306E732}"/>
          </ac:spMkLst>
        </pc:spChg>
        <pc:spChg chg="add mod">
          <ac:chgData name="Amal R Babu" userId="3a292d0a-112b-4bc3-bf38-7771656893d2" providerId="ADAL" clId="{992600FB-E5A2-48A8-ADC9-6968E10B5B48}" dt="2022-11-30T07:54:19.687" v="3609"/>
          <ac:spMkLst>
            <pc:docMk/>
            <pc:sldMk cId="456502387" sldId="262"/>
            <ac:spMk id="100" creationId="{66A41442-FD30-9A0B-8C2A-45F95A60805D}"/>
          </ac:spMkLst>
        </pc:spChg>
        <pc:spChg chg="del">
          <ac:chgData name="Amal R Babu" userId="3a292d0a-112b-4bc3-bf38-7771656893d2" providerId="ADAL" clId="{992600FB-E5A2-48A8-ADC9-6968E10B5B48}" dt="2022-11-30T07:54:19.126" v="3608" actId="478"/>
          <ac:spMkLst>
            <pc:docMk/>
            <pc:sldMk cId="456502387" sldId="262"/>
            <ac:spMk id="102" creationId="{BC336F4F-319C-E66A-14BA-28906300DE58}"/>
          </ac:spMkLst>
        </pc:spChg>
        <pc:spChg chg="add mod topLvl">
          <ac:chgData name="Amal R Babu" userId="3a292d0a-112b-4bc3-bf38-7771656893d2" providerId="ADAL" clId="{992600FB-E5A2-48A8-ADC9-6968E10B5B48}" dt="2022-11-28T11:45:55.543" v="1744" actId="165"/>
          <ac:spMkLst>
            <pc:docMk/>
            <pc:sldMk cId="456502387" sldId="262"/>
            <ac:spMk id="103" creationId="{BAFE44E9-AEC4-CEA3-41AD-A45C6C502C4C}"/>
          </ac:spMkLst>
        </pc:spChg>
        <pc:spChg chg="add mod">
          <ac:chgData name="Amal R Babu" userId="3a292d0a-112b-4bc3-bf38-7771656893d2" providerId="ADAL" clId="{992600FB-E5A2-48A8-ADC9-6968E10B5B48}" dt="2022-11-30T07:54:19.687" v="3609"/>
          <ac:spMkLst>
            <pc:docMk/>
            <pc:sldMk cId="456502387" sldId="262"/>
            <ac:spMk id="104" creationId="{80867A1B-819A-F6C6-150E-7AC389AE2FB9}"/>
          </ac:spMkLst>
        </pc:spChg>
        <pc:spChg chg="add mod">
          <ac:chgData name="Amal R Babu" userId="3a292d0a-112b-4bc3-bf38-7771656893d2" providerId="ADAL" clId="{992600FB-E5A2-48A8-ADC9-6968E10B5B48}" dt="2022-11-30T07:54:19.687" v="3609"/>
          <ac:spMkLst>
            <pc:docMk/>
            <pc:sldMk cId="456502387" sldId="262"/>
            <ac:spMk id="105" creationId="{7CE5B138-9368-C8AF-1CBF-7DADB77A2B00}"/>
          </ac:spMkLst>
        </pc:spChg>
        <pc:spChg chg="add mod">
          <ac:chgData name="Amal R Babu" userId="3a292d0a-112b-4bc3-bf38-7771656893d2" providerId="ADAL" clId="{992600FB-E5A2-48A8-ADC9-6968E10B5B48}" dt="2022-11-30T07:54:19.687" v="3609"/>
          <ac:spMkLst>
            <pc:docMk/>
            <pc:sldMk cId="456502387" sldId="262"/>
            <ac:spMk id="106" creationId="{9EBBFDD3-B621-C1CB-8F4D-34E598E970C0}"/>
          </ac:spMkLst>
        </pc:spChg>
        <pc:spChg chg="add mod">
          <ac:chgData name="Amal R Babu" userId="3a292d0a-112b-4bc3-bf38-7771656893d2" providerId="ADAL" clId="{992600FB-E5A2-48A8-ADC9-6968E10B5B48}" dt="2022-11-30T07:54:19.687" v="3609"/>
          <ac:spMkLst>
            <pc:docMk/>
            <pc:sldMk cId="456502387" sldId="262"/>
            <ac:spMk id="107" creationId="{AC2EEA1D-2682-B441-7ED1-EF376F429ED5}"/>
          </ac:spMkLst>
        </pc:spChg>
        <pc:spChg chg="mod">
          <ac:chgData name="Amal R Babu" userId="3a292d0a-112b-4bc3-bf38-7771656893d2" providerId="ADAL" clId="{992600FB-E5A2-48A8-ADC9-6968E10B5B48}" dt="2022-11-28T11:45:12.885" v="1736" actId="571"/>
          <ac:spMkLst>
            <pc:docMk/>
            <pc:sldMk cId="456502387" sldId="262"/>
            <ac:spMk id="108" creationId="{2CC4A042-574B-BA84-DBFE-57AA317E1B2F}"/>
          </ac:spMkLst>
        </pc:spChg>
        <pc:spChg chg="del">
          <ac:chgData name="Amal R Babu" userId="3a292d0a-112b-4bc3-bf38-7771656893d2" providerId="ADAL" clId="{992600FB-E5A2-48A8-ADC9-6968E10B5B48}" dt="2022-11-30T06:30:59.633" v="3453" actId="478"/>
          <ac:spMkLst>
            <pc:docMk/>
            <pc:sldMk cId="456502387" sldId="262"/>
            <ac:spMk id="109" creationId="{B205D4A8-03D0-E92D-2A10-7A44B4A53BD1}"/>
          </ac:spMkLst>
        </pc:spChg>
        <pc:spChg chg="mod">
          <ac:chgData name="Amal R Babu" userId="3a292d0a-112b-4bc3-bf38-7771656893d2" providerId="ADAL" clId="{992600FB-E5A2-48A8-ADC9-6968E10B5B48}" dt="2022-11-28T11:45:12.885" v="1736" actId="571"/>
          <ac:spMkLst>
            <pc:docMk/>
            <pc:sldMk cId="456502387" sldId="262"/>
            <ac:spMk id="110" creationId="{2680E5CF-17A9-E911-426B-C37B77F3BB05}"/>
          </ac:spMkLst>
        </pc:spChg>
        <pc:spChg chg="mod">
          <ac:chgData name="Amal R Babu" userId="3a292d0a-112b-4bc3-bf38-7771656893d2" providerId="ADAL" clId="{992600FB-E5A2-48A8-ADC9-6968E10B5B48}" dt="2022-11-30T07:54:19.687" v="3609"/>
          <ac:spMkLst>
            <pc:docMk/>
            <pc:sldMk cId="456502387" sldId="262"/>
            <ac:spMk id="110" creationId="{980BECE9-59D9-51D2-2671-A8440341C321}"/>
          </ac:spMkLst>
        </pc:spChg>
        <pc:spChg chg="mod">
          <ac:chgData name="Amal R Babu" userId="3a292d0a-112b-4bc3-bf38-7771656893d2" providerId="ADAL" clId="{992600FB-E5A2-48A8-ADC9-6968E10B5B48}" dt="2022-11-30T07:54:19.687" v="3609"/>
          <ac:spMkLst>
            <pc:docMk/>
            <pc:sldMk cId="456502387" sldId="262"/>
            <ac:spMk id="111" creationId="{1566CDF0-2A7E-EF6B-3F63-0C5DCDBEAF0F}"/>
          </ac:spMkLst>
        </pc:spChg>
        <pc:spChg chg="mod">
          <ac:chgData name="Amal R Babu" userId="3a292d0a-112b-4bc3-bf38-7771656893d2" providerId="ADAL" clId="{992600FB-E5A2-48A8-ADC9-6968E10B5B48}" dt="2022-11-28T11:45:12.885" v="1736" actId="571"/>
          <ac:spMkLst>
            <pc:docMk/>
            <pc:sldMk cId="456502387" sldId="262"/>
            <ac:spMk id="111" creationId="{272886A3-6DBC-2308-FA48-E8D97ADA88A1}"/>
          </ac:spMkLst>
        </pc:spChg>
        <pc:spChg chg="mod">
          <ac:chgData name="Amal R Babu" userId="3a292d0a-112b-4bc3-bf38-7771656893d2" providerId="ADAL" clId="{992600FB-E5A2-48A8-ADC9-6968E10B5B48}" dt="2022-11-28T11:45:12.885" v="1736" actId="571"/>
          <ac:spMkLst>
            <pc:docMk/>
            <pc:sldMk cId="456502387" sldId="262"/>
            <ac:spMk id="112" creationId="{0A85348A-9B45-EC66-6C76-F8644B23D0E0}"/>
          </ac:spMkLst>
        </pc:spChg>
        <pc:spChg chg="add mod">
          <ac:chgData name="Amal R Babu" userId="3a292d0a-112b-4bc3-bf38-7771656893d2" providerId="ADAL" clId="{992600FB-E5A2-48A8-ADC9-6968E10B5B48}" dt="2022-11-30T07:54:19.687" v="3609"/>
          <ac:spMkLst>
            <pc:docMk/>
            <pc:sldMk cId="456502387" sldId="262"/>
            <ac:spMk id="112" creationId="{72710BAB-395F-5E28-B85C-1609AD70D3CA}"/>
          </ac:spMkLst>
        </pc:spChg>
        <pc:spChg chg="mod">
          <ac:chgData name="Amal R Babu" userId="3a292d0a-112b-4bc3-bf38-7771656893d2" providerId="ADAL" clId="{992600FB-E5A2-48A8-ADC9-6968E10B5B48}" dt="2022-11-28T11:45:12.885" v="1736" actId="571"/>
          <ac:spMkLst>
            <pc:docMk/>
            <pc:sldMk cId="456502387" sldId="262"/>
            <ac:spMk id="113" creationId="{2FE28F12-D99F-4951-2F95-49496E6959A4}"/>
          </ac:spMkLst>
        </pc:spChg>
        <pc:spChg chg="mod">
          <ac:chgData name="Amal R Babu" userId="3a292d0a-112b-4bc3-bf38-7771656893d2" providerId="ADAL" clId="{992600FB-E5A2-48A8-ADC9-6968E10B5B48}" dt="2022-11-28T11:45:12.885" v="1736" actId="571"/>
          <ac:spMkLst>
            <pc:docMk/>
            <pc:sldMk cId="456502387" sldId="262"/>
            <ac:spMk id="114" creationId="{2E787E6F-1DC6-1407-2801-98F1F49180C2}"/>
          </ac:spMkLst>
        </pc:spChg>
        <pc:spChg chg="mod">
          <ac:chgData name="Amal R Babu" userId="3a292d0a-112b-4bc3-bf38-7771656893d2" providerId="ADAL" clId="{992600FB-E5A2-48A8-ADC9-6968E10B5B48}" dt="2022-11-30T07:54:19.687" v="3609"/>
          <ac:spMkLst>
            <pc:docMk/>
            <pc:sldMk cId="456502387" sldId="262"/>
            <ac:spMk id="114" creationId="{E29ECA94-5E0E-E47A-F753-23F2FF84ACAC}"/>
          </ac:spMkLst>
        </pc:spChg>
        <pc:spChg chg="mod">
          <ac:chgData name="Amal R Babu" userId="3a292d0a-112b-4bc3-bf38-7771656893d2" providerId="ADAL" clId="{992600FB-E5A2-48A8-ADC9-6968E10B5B48}" dt="2022-11-28T11:45:12.885" v="1736" actId="571"/>
          <ac:spMkLst>
            <pc:docMk/>
            <pc:sldMk cId="456502387" sldId="262"/>
            <ac:spMk id="115" creationId="{55C2243F-F21A-4CF3-8BB4-EAB1F8295A1B}"/>
          </ac:spMkLst>
        </pc:spChg>
        <pc:spChg chg="mod">
          <ac:chgData name="Amal R Babu" userId="3a292d0a-112b-4bc3-bf38-7771656893d2" providerId="ADAL" clId="{992600FB-E5A2-48A8-ADC9-6968E10B5B48}" dt="2022-11-30T07:54:19.687" v="3609"/>
          <ac:spMkLst>
            <pc:docMk/>
            <pc:sldMk cId="456502387" sldId="262"/>
            <ac:spMk id="115" creationId="{786D6866-7897-5ECC-58C0-B79ADD553EA4}"/>
          </ac:spMkLst>
        </pc:spChg>
        <pc:spChg chg="add mod">
          <ac:chgData name="Amal R Babu" userId="3a292d0a-112b-4bc3-bf38-7771656893d2" providerId="ADAL" clId="{992600FB-E5A2-48A8-ADC9-6968E10B5B48}" dt="2022-11-30T07:54:19.687" v="3609"/>
          <ac:spMkLst>
            <pc:docMk/>
            <pc:sldMk cId="456502387" sldId="262"/>
            <ac:spMk id="116" creationId="{3395D9B7-7713-FD9E-B052-46A9D509AFEF}"/>
          </ac:spMkLst>
        </pc:spChg>
        <pc:spChg chg="mod">
          <ac:chgData name="Amal R Babu" userId="3a292d0a-112b-4bc3-bf38-7771656893d2" providerId="ADAL" clId="{992600FB-E5A2-48A8-ADC9-6968E10B5B48}" dt="2022-11-28T11:45:12.885" v="1736" actId="571"/>
          <ac:spMkLst>
            <pc:docMk/>
            <pc:sldMk cId="456502387" sldId="262"/>
            <ac:spMk id="116" creationId="{D84F845B-F235-8E05-3090-F0426119D2F4}"/>
          </ac:spMkLst>
        </pc:spChg>
        <pc:spChg chg="add mod">
          <ac:chgData name="Amal R Babu" userId="3a292d0a-112b-4bc3-bf38-7771656893d2" providerId="ADAL" clId="{992600FB-E5A2-48A8-ADC9-6968E10B5B48}" dt="2022-11-30T07:54:19.687" v="3609"/>
          <ac:spMkLst>
            <pc:docMk/>
            <pc:sldMk cId="456502387" sldId="262"/>
            <ac:spMk id="117" creationId="{1D436FBF-7291-6A63-F9D0-C0019F724490}"/>
          </ac:spMkLst>
        </pc:spChg>
        <pc:spChg chg="mod">
          <ac:chgData name="Amal R Babu" userId="3a292d0a-112b-4bc3-bf38-7771656893d2" providerId="ADAL" clId="{992600FB-E5A2-48A8-ADC9-6968E10B5B48}" dt="2022-11-28T11:45:12.885" v="1736" actId="571"/>
          <ac:spMkLst>
            <pc:docMk/>
            <pc:sldMk cId="456502387" sldId="262"/>
            <ac:spMk id="117" creationId="{60635EDA-DE37-DEEF-CC25-7805E9764003}"/>
          </ac:spMkLst>
        </pc:spChg>
        <pc:spChg chg="mod topLvl">
          <ac:chgData name="Amal R Babu" userId="3a292d0a-112b-4bc3-bf38-7771656893d2" providerId="ADAL" clId="{992600FB-E5A2-48A8-ADC9-6968E10B5B48}" dt="2022-11-28T11:57:37.983" v="1803" actId="1036"/>
          <ac:spMkLst>
            <pc:docMk/>
            <pc:sldMk cId="456502387" sldId="262"/>
            <ac:spMk id="120" creationId="{AF029ECB-C890-6E34-F438-2D04BF447A6A}"/>
          </ac:spMkLst>
        </pc:spChg>
        <pc:spChg chg="mod topLvl">
          <ac:chgData name="Amal R Babu" userId="3a292d0a-112b-4bc3-bf38-7771656893d2" providerId="ADAL" clId="{992600FB-E5A2-48A8-ADC9-6968E10B5B48}" dt="2022-11-28T11:54:17.956" v="1749" actId="20577"/>
          <ac:spMkLst>
            <pc:docMk/>
            <pc:sldMk cId="456502387" sldId="262"/>
            <ac:spMk id="121" creationId="{607381F1-55AB-229F-4364-F9F6E00EA7AF}"/>
          </ac:spMkLst>
        </pc:spChg>
        <pc:spChg chg="mod topLvl">
          <ac:chgData name="Amal R Babu" userId="3a292d0a-112b-4bc3-bf38-7771656893d2" providerId="ADAL" clId="{992600FB-E5A2-48A8-ADC9-6968E10B5B48}" dt="2022-11-28T11:54:40.109" v="1754" actId="20577"/>
          <ac:spMkLst>
            <pc:docMk/>
            <pc:sldMk cId="456502387" sldId="262"/>
            <ac:spMk id="122" creationId="{E943BC32-9301-3AC4-54A0-DC9A77C54439}"/>
          </ac:spMkLst>
        </pc:spChg>
        <pc:spChg chg="mod topLvl">
          <ac:chgData name="Amal R Babu" userId="3a292d0a-112b-4bc3-bf38-7771656893d2" providerId="ADAL" clId="{992600FB-E5A2-48A8-ADC9-6968E10B5B48}" dt="2022-11-28T11:55:13.497" v="1762" actId="20577"/>
          <ac:spMkLst>
            <pc:docMk/>
            <pc:sldMk cId="456502387" sldId="262"/>
            <ac:spMk id="123" creationId="{4A8517AE-848C-92E4-4893-544343D0A10B}"/>
          </ac:spMkLst>
        </pc:spChg>
        <pc:spChg chg="mod topLvl">
          <ac:chgData name="Amal R Babu" userId="3a292d0a-112b-4bc3-bf38-7771656893d2" providerId="ADAL" clId="{992600FB-E5A2-48A8-ADC9-6968E10B5B48}" dt="2022-11-28T12:00:16.284" v="1862" actId="20577"/>
          <ac:spMkLst>
            <pc:docMk/>
            <pc:sldMk cId="456502387" sldId="262"/>
            <ac:spMk id="124" creationId="{C8D888ED-A0E6-6CFD-C46C-B2A2C6F93CD9}"/>
          </ac:spMkLst>
        </pc:spChg>
        <pc:spChg chg="mod topLvl">
          <ac:chgData name="Amal R Babu" userId="3a292d0a-112b-4bc3-bf38-7771656893d2" providerId="ADAL" clId="{992600FB-E5A2-48A8-ADC9-6968E10B5B48}" dt="2022-11-28T11:57:37.983" v="1803" actId="1036"/>
          <ac:spMkLst>
            <pc:docMk/>
            <pc:sldMk cId="456502387" sldId="262"/>
            <ac:spMk id="126" creationId="{2474B38E-5BC8-B870-BD13-61C0AA78E938}"/>
          </ac:spMkLst>
        </pc:spChg>
        <pc:spChg chg="mod topLvl">
          <ac:chgData name="Amal R Babu" userId="3a292d0a-112b-4bc3-bf38-7771656893d2" providerId="ADAL" clId="{992600FB-E5A2-48A8-ADC9-6968E10B5B48}" dt="2022-11-28T11:56:08.056" v="1778" actId="20577"/>
          <ac:spMkLst>
            <pc:docMk/>
            <pc:sldMk cId="456502387" sldId="262"/>
            <ac:spMk id="127" creationId="{A33202C9-ACC2-B266-5BD4-AA7C3726A868}"/>
          </ac:spMkLst>
        </pc:spChg>
        <pc:spChg chg="mod topLvl">
          <ac:chgData name="Amal R Babu" userId="3a292d0a-112b-4bc3-bf38-7771656893d2" providerId="ADAL" clId="{992600FB-E5A2-48A8-ADC9-6968E10B5B48}" dt="2022-11-28T12:31:13.120" v="2258" actId="1076"/>
          <ac:spMkLst>
            <pc:docMk/>
            <pc:sldMk cId="456502387" sldId="262"/>
            <ac:spMk id="128" creationId="{1B53CA33-16E2-CFE5-4BC3-6380C5619605}"/>
          </ac:spMkLst>
        </pc:spChg>
        <pc:spChg chg="mod topLvl">
          <ac:chgData name="Amal R Babu" userId="3a292d0a-112b-4bc3-bf38-7771656893d2" providerId="ADAL" clId="{992600FB-E5A2-48A8-ADC9-6968E10B5B48}" dt="2022-11-28T11:56:37.494" v="1790" actId="20577"/>
          <ac:spMkLst>
            <pc:docMk/>
            <pc:sldMk cId="456502387" sldId="262"/>
            <ac:spMk id="129" creationId="{ABD1E0A6-78C5-24C8-B70D-34623A7F0998}"/>
          </ac:spMkLst>
        </pc:spChg>
        <pc:spChg chg="mod topLvl">
          <ac:chgData name="Amal R Babu" userId="3a292d0a-112b-4bc3-bf38-7771656893d2" providerId="ADAL" clId="{992600FB-E5A2-48A8-ADC9-6968E10B5B48}" dt="2022-11-28T12:00:12.562" v="1858" actId="20577"/>
          <ac:spMkLst>
            <pc:docMk/>
            <pc:sldMk cId="456502387" sldId="262"/>
            <ac:spMk id="130" creationId="{AD4906E6-9F3F-596E-F5FE-BEE7F8AC8BF0}"/>
          </ac:spMkLst>
        </pc:spChg>
        <pc:spChg chg="mod topLvl">
          <ac:chgData name="Amal R Babu" userId="3a292d0a-112b-4bc3-bf38-7771656893d2" providerId="ADAL" clId="{992600FB-E5A2-48A8-ADC9-6968E10B5B48}" dt="2022-11-28T11:57:37.983" v="1803" actId="1036"/>
          <ac:spMkLst>
            <pc:docMk/>
            <pc:sldMk cId="456502387" sldId="262"/>
            <ac:spMk id="132" creationId="{F3018D3F-F03F-C354-E74A-45E92E7F864C}"/>
          </ac:spMkLst>
        </pc:spChg>
        <pc:spChg chg="mod topLvl">
          <ac:chgData name="Amal R Babu" userId="3a292d0a-112b-4bc3-bf38-7771656893d2" providerId="ADAL" clId="{992600FB-E5A2-48A8-ADC9-6968E10B5B48}" dt="2022-11-28T11:58:26.249" v="1821" actId="20577"/>
          <ac:spMkLst>
            <pc:docMk/>
            <pc:sldMk cId="456502387" sldId="262"/>
            <ac:spMk id="133" creationId="{E7B9F5B0-9C05-02A2-75A5-A19F5567AD19}"/>
          </ac:spMkLst>
        </pc:spChg>
        <pc:spChg chg="mod topLvl">
          <ac:chgData name="Amal R Babu" userId="3a292d0a-112b-4bc3-bf38-7771656893d2" providerId="ADAL" clId="{992600FB-E5A2-48A8-ADC9-6968E10B5B48}" dt="2022-11-28T11:58:03.677" v="1810" actId="20577"/>
          <ac:spMkLst>
            <pc:docMk/>
            <pc:sldMk cId="456502387" sldId="262"/>
            <ac:spMk id="134" creationId="{1A7422DC-D36F-50B4-024E-A06656D534FA}"/>
          </ac:spMkLst>
        </pc:spChg>
        <pc:spChg chg="mod topLvl">
          <ac:chgData name="Amal R Babu" userId="3a292d0a-112b-4bc3-bf38-7771656893d2" providerId="ADAL" clId="{992600FB-E5A2-48A8-ADC9-6968E10B5B48}" dt="2022-11-28T11:58:47.401" v="1826" actId="20577"/>
          <ac:spMkLst>
            <pc:docMk/>
            <pc:sldMk cId="456502387" sldId="262"/>
            <ac:spMk id="135" creationId="{716D7660-941B-EF29-30EC-682D3A12717D}"/>
          </ac:spMkLst>
        </pc:spChg>
        <pc:spChg chg="mod topLvl">
          <ac:chgData name="Amal R Babu" userId="3a292d0a-112b-4bc3-bf38-7771656893d2" providerId="ADAL" clId="{992600FB-E5A2-48A8-ADC9-6968E10B5B48}" dt="2022-11-28T12:00:29.949" v="1866" actId="20577"/>
          <ac:spMkLst>
            <pc:docMk/>
            <pc:sldMk cId="456502387" sldId="262"/>
            <ac:spMk id="136" creationId="{B65DD440-2185-AB4B-3A88-84F255068C91}"/>
          </ac:spMkLst>
        </pc:spChg>
        <pc:spChg chg="mod topLvl">
          <ac:chgData name="Amal R Babu" userId="3a292d0a-112b-4bc3-bf38-7771656893d2" providerId="ADAL" clId="{992600FB-E5A2-48A8-ADC9-6968E10B5B48}" dt="2022-11-28T11:57:37.983" v="1803" actId="1036"/>
          <ac:spMkLst>
            <pc:docMk/>
            <pc:sldMk cId="456502387" sldId="262"/>
            <ac:spMk id="138" creationId="{45B3098A-961B-7554-46AE-24BCAD4978C9}"/>
          </ac:spMkLst>
        </pc:spChg>
        <pc:spChg chg="mod topLvl">
          <ac:chgData name="Amal R Babu" userId="3a292d0a-112b-4bc3-bf38-7771656893d2" providerId="ADAL" clId="{992600FB-E5A2-48A8-ADC9-6968E10B5B48}" dt="2022-11-28T11:59:16.565" v="1839" actId="20577"/>
          <ac:spMkLst>
            <pc:docMk/>
            <pc:sldMk cId="456502387" sldId="262"/>
            <ac:spMk id="139" creationId="{7C00C4F8-EF20-62C2-67D2-35ED09382F19}"/>
          </ac:spMkLst>
        </pc:spChg>
        <pc:spChg chg="mod topLvl">
          <ac:chgData name="Amal R Babu" userId="3a292d0a-112b-4bc3-bf38-7771656893d2" providerId="ADAL" clId="{992600FB-E5A2-48A8-ADC9-6968E10B5B48}" dt="2022-11-28T11:59:31.603" v="1844" actId="20577"/>
          <ac:spMkLst>
            <pc:docMk/>
            <pc:sldMk cId="456502387" sldId="262"/>
            <ac:spMk id="140" creationId="{BF3AD320-E6BA-B54A-22A5-433DB4E2A12E}"/>
          </ac:spMkLst>
        </pc:spChg>
        <pc:spChg chg="mod topLvl">
          <ac:chgData name="Amal R Babu" userId="3a292d0a-112b-4bc3-bf38-7771656893d2" providerId="ADAL" clId="{992600FB-E5A2-48A8-ADC9-6968E10B5B48}" dt="2022-11-28T11:59:49.095" v="1848" actId="20577"/>
          <ac:spMkLst>
            <pc:docMk/>
            <pc:sldMk cId="456502387" sldId="262"/>
            <ac:spMk id="141" creationId="{CF4C6CFA-A292-03DC-BB16-9238F7930418}"/>
          </ac:spMkLst>
        </pc:spChg>
        <pc:spChg chg="mod topLvl">
          <ac:chgData name="Amal R Babu" userId="3a292d0a-112b-4bc3-bf38-7771656893d2" providerId="ADAL" clId="{992600FB-E5A2-48A8-ADC9-6968E10B5B48}" dt="2022-11-28T12:00:35.740" v="1870" actId="20577"/>
          <ac:spMkLst>
            <pc:docMk/>
            <pc:sldMk cId="456502387" sldId="262"/>
            <ac:spMk id="142" creationId="{9E0AFE28-13BC-0BD2-B1BE-657A2D29CA1A}"/>
          </ac:spMkLst>
        </pc:spChg>
        <pc:grpChg chg="add mod">
          <ac:chgData name="Amal R Babu" userId="3a292d0a-112b-4bc3-bf38-7771656893d2" providerId="ADAL" clId="{992600FB-E5A2-48A8-ADC9-6968E10B5B48}" dt="2022-12-07T05:41:56.996" v="3715"/>
          <ac:grpSpMkLst>
            <pc:docMk/>
            <pc:sldMk cId="456502387" sldId="262"/>
            <ac:grpSpMk id="17" creationId="{34AA51F9-A5BB-0AD2-42C9-FEAAC4F46D4F}"/>
          </ac:grpSpMkLst>
        </pc:grpChg>
        <pc:grpChg chg="add mod">
          <ac:chgData name="Amal R Babu" userId="3a292d0a-112b-4bc3-bf38-7771656893d2" providerId="ADAL" clId="{992600FB-E5A2-48A8-ADC9-6968E10B5B48}" dt="2022-12-07T05:41:56.996" v="3715"/>
          <ac:grpSpMkLst>
            <pc:docMk/>
            <pc:sldMk cId="456502387" sldId="262"/>
            <ac:grpSpMk id="21" creationId="{0A01D3BB-F577-1DB9-C079-43A0DB132200}"/>
          </ac:grpSpMkLst>
        </pc:grpChg>
        <pc:grpChg chg="add mod">
          <ac:chgData name="Amal R Babu" userId="3a292d0a-112b-4bc3-bf38-7771656893d2" providerId="ADAL" clId="{992600FB-E5A2-48A8-ADC9-6968E10B5B48}" dt="2022-11-28T11:32:44.092" v="1606" actId="1076"/>
          <ac:grpSpMkLst>
            <pc:docMk/>
            <pc:sldMk cId="456502387" sldId="262"/>
            <ac:grpSpMk id="25" creationId="{B7D384B6-FE5C-EC81-0C13-3070FEAF0FC6}"/>
          </ac:grpSpMkLst>
        </pc:grpChg>
        <pc:grpChg chg="del">
          <ac:chgData name="Amal R Babu" userId="3a292d0a-112b-4bc3-bf38-7771656893d2" providerId="ADAL" clId="{992600FB-E5A2-48A8-ADC9-6968E10B5B48}" dt="2022-11-30T07:54:19.126" v="3608" actId="478"/>
          <ac:grpSpMkLst>
            <pc:docMk/>
            <pc:sldMk cId="456502387" sldId="262"/>
            <ac:grpSpMk id="30" creationId="{9ECCC638-745A-4CD5-37F4-34E729654B57}"/>
          </ac:grpSpMkLst>
        </pc:grpChg>
        <pc:grpChg chg="add mod">
          <ac:chgData name="Amal R Babu" userId="3a292d0a-112b-4bc3-bf38-7771656893d2" providerId="ADAL" clId="{992600FB-E5A2-48A8-ADC9-6968E10B5B48}" dt="2022-11-30T07:54:19.687" v="3609"/>
          <ac:grpSpMkLst>
            <pc:docMk/>
            <pc:sldMk cId="456502387" sldId="262"/>
            <ac:grpSpMk id="39" creationId="{A6D0270B-B522-A741-16CB-391499EFD635}"/>
          </ac:grpSpMkLst>
        </pc:grpChg>
        <pc:grpChg chg="del">
          <ac:chgData name="Amal R Babu" userId="3a292d0a-112b-4bc3-bf38-7771656893d2" providerId="ADAL" clId="{992600FB-E5A2-48A8-ADC9-6968E10B5B48}" dt="2022-11-30T07:54:19.126" v="3608" actId="478"/>
          <ac:grpSpMkLst>
            <pc:docMk/>
            <pc:sldMk cId="456502387" sldId="262"/>
            <ac:grpSpMk id="47" creationId="{5C6579D9-4E04-AE17-CF35-68ADBC5766B2}"/>
          </ac:grpSpMkLst>
        </pc:grpChg>
        <pc:grpChg chg="del">
          <ac:chgData name="Amal R Babu" userId="3a292d0a-112b-4bc3-bf38-7771656893d2" providerId="ADAL" clId="{992600FB-E5A2-48A8-ADC9-6968E10B5B48}" dt="2022-11-28T11:32:40.465" v="1605" actId="478"/>
          <ac:grpSpMkLst>
            <pc:docMk/>
            <pc:sldMk cId="456502387" sldId="262"/>
            <ac:grpSpMk id="51" creationId="{6A199681-2294-F9B7-4824-2BE6E7A88CDA}"/>
          </ac:grpSpMkLst>
        </pc:grpChg>
        <pc:grpChg chg="mod">
          <ac:chgData name="Amal R Babu" userId="3a292d0a-112b-4bc3-bf38-7771656893d2" providerId="ADAL" clId="{992600FB-E5A2-48A8-ADC9-6968E10B5B48}" dt="2022-11-28T11:34:32.092" v="1635" actId="1076"/>
          <ac:grpSpMkLst>
            <pc:docMk/>
            <pc:sldMk cId="456502387" sldId="262"/>
            <ac:grpSpMk id="52" creationId="{86F99704-9C27-2873-9C3D-6F59808004D7}"/>
          </ac:grpSpMkLst>
        </pc:grpChg>
        <pc:grpChg chg="del">
          <ac:chgData name="Amal R Babu" userId="3a292d0a-112b-4bc3-bf38-7771656893d2" providerId="ADAL" clId="{992600FB-E5A2-48A8-ADC9-6968E10B5B48}" dt="2022-11-30T07:54:19.126" v="3608" actId="478"/>
          <ac:grpSpMkLst>
            <pc:docMk/>
            <pc:sldMk cId="456502387" sldId="262"/>
            <ac:grpSpMk id="54" creationId="{73F997E9-B116-D8A6-6EF5-C091C7C77B6D}"/>
          </ac:grpSpMkLst>
        </pc:grpChg>
        <pc:grpChg chg="add mod">
          <ac:chgData name="Amal R Babu" userId="3a292d0a-112b-4bc3-bf38-7771656893d2" providerId="ADAL" clId="{992600FB-E5A2-48A8-ADC9-6968E10B5B48}" dt="2022-11-30T07:54:19.687" v="3609"/>
          <ac:grpSpMkLst>
            <pc:docMk/>
            <pc:sldMk cId="456502387" sldId="262"/>
            <ac:grpSpMk id="60" creationId="{47622292-5C38-01B6-863A-E7112EF6A52C}"/>
          </ac:grpSpMkLst>
        </pc:grpChg>
        <pc:grpChg chg="add mod">
          <ac:chgData name="Amal R Babu" userId="3a292d0a-112b-4bc3-bf38-7771656893d2" providerId="ADAL" clId="{992600FB-E5A2-48A8-ADC9-6968E10B5B48}" dt="2022-11-30T07:54:19.687" v="3609"/>
          <ac:grpSpMkLst>
            <pc:docMk/>
            <pc:sldMk cId="456502387" sldId="262"/>
            <ac:grpSpMk id="66" creationId="{8DDEA7EB-0C85-EF61-159E-0EA9A0DA2025}"/>
          </ac:grpSpMkLst>
        </pc:grpChg>
        <pc:grpChg chg="del">
          <ac:chgData name="Amal R Babu" userId="3a292d0a-112b-4bc3-bf38-7771656893d2" providerId="ADAL" clId="{992600FB-E5A2-48A8-ADC9-6968E10B5B48}" dt="2022-12-07T05:41:56.486" v="3714" actId="478"/>
          <ac:grpSpMkLst>
            <pc:docMk/>
            <pc:sldMk cId="456502387" sldId="262"/>
            <ac:grpSpMk id="67" creationId="{6D8E5ACC-26DE-243B-180E-E19057A9EB34}"/>
          </ac:grpSpMkLst>
        </pc:grpChg>
        <pc:grpChg chg="del">
          <ac:chgData name="Amal R Babu" userId="3a292d0a-112b-4bc3-bf38-7771656893d2" providerId="ADAL" clId="{992600FB-E5A2-48A8-ADC9-6968E10B5B48}" dt="2022-12-07T05:41:56.486" v="3714" actId="478"/>
          <ac:grpSpMkLst>
            <pc:docMk/>
            <pc:sldMk cId="456502387" sldId="262"/>
            <ac:grpSpMk id="68" creationId="{CE1D2690-EA4E-562F-8571-7A8695694CC3}"/>
          </ac:grpSpMkLst>
        </pc:grpChg>
        <pc:grpChg chg="del mod">
          <ac:chgData name="Amal R Babu" userId="3a292d0a-112b-4bc3-bf38-7771656893d2" providerId="ADAL" clId="{992600FB-E5A2-48A8-ADC9-6968E10B5B48}" dt="2022-11-28T11:33:59.504" v="1624" actId="27803"/>
          <ac:grpSpMkLst>
            <pc:docMk/>
            <pc:sldMk cId="456502387" sldId="262"/>
            <ac:grpSpMk id="82" creationId="{7AE2EE1B-25E6-D949-DA5C-A25D092BB9FB}"/>
          </ac:grpSpMkLst>
        </pc:grpChg>
        <pc:grpChg chg="add mod">
          <ac:chgData name="Amal R Babu" userId="3a292d0a-112b-4bc3-bf38-7771656893d2" providerId="ADAL" clId="{992600FB-E5A2-48A8-ADC9-6968E10B5B48}" dt="2022-11-28T11:34:38.329" v="1636" actId="408"/>
          <ac:grpSpMkLst>
            <pc:docMk/>
            <pc:sldMk cId="456502387" sldId="262"/>
            <ac:grpSpMk id="85" creationId="{60B5FCB6-0D11-8A0D-996E-9902629C0211}"/>
          </ac:grpSpMkLst>
        </pc:grpChg>
        <pc:grpChg chg="del">
          <ac:chgData name="Amal R Babu" userId="3a292d0a-112b-4bc3-bf38-7771656893d2" providerId="ADAL" clId="{992600FB-E5A2-48A8-ADC9-6968E10B5B48}" dt="2022-11-30T07:54:19.126" v="3608" actId="478"/>
          <ac:grpSpMkLst>
            <pc:docMk/>
            <pc:sldMk cId="456502387" sldId="262"/>
            <ac:grpSpMk id="88" creationId="{5202437B-09C4-B9C2-DFB9-8FE4C3A1D94B}"/>
          </ac:grpSpMkLst>
        </pc:grpChg>
        <pc:grpChg chg="del">
          <ac:chgData name="Amal R Babu" userId="3a292d0a-112b-4bc3-bf38-7771656893d2" providerId="ADAL" clId="{992600FB-E5A2-48A8-ADC9-6968E10B5B48}" dt="2022-11-30T07:54:19.126" v="3608" actId="478"/>
          <ac:grpSpMkLst>
            <pc:docMk/>
            <pc:sldMk cId="456502387" sldId="262"/>
            <ac:grpSpMk id="98" creationId="{5E12AE22-4B66-8998-2063-3E4A6A50C8CF}"/>
          </ac:grpSpMkLst>
        </pc:grpChg>
        <pc:grpChg chg="add del mod">
          <ac:chgData name="Amal R Babu" userId="3a292d0a-112b-4bc3-bf38-7771656893d2" providerId="ADAL" clId="{992600FB-E5A2-48A8-ADC9-6968E10B5B48}" dt="2022-11-28T11:44:04.258" v="1724" actId="165"/>
          <ac:grpSpMkLst>
            <pc:docMk/>
            <pc:sldMk cId="456502387" sldId="262"/>
            <ac:grpSpMk id="104" creationId="{B035A79A-F76B-FAC8-9CE8-40908FA7F49F}"/>
          </ac:grpSpMkLst>
        </pc:grpChg>
        <pc:grpChg chg="add mod">
          <ac:chgData name="Amal R Babu" userId="3a292d0a-112b-4bc3-bf38-7771656893d2" providerId="ADAL" clId="{992600FB-E5A2-48A8-ADC9-6968E10B5B48}" dt="2022-11-28T11:45:13.565" v="1737" actId="164"/>
          <ac:grpSpMkLst>
            <pc:docMk/>
            <pc:sldMk cId="456502387" sldId="262"/>
            <ac:grpSpMk id="105" creationId="{A797F7F3-4FFC-A433-A8EC-FD6CFB6A4A98}"/>
          </ac:grpSpMkLst>
        </pc:grpChg>
        <pc:grpChg chg="add mod">
          <ac:chgData name="Amal R Babu" userId="3a292d0a-112b-4bc3-bf38-7771656893d2" providerId="ADAL" clId="{992600FB-E5A2-48A8-ADC9-6968E10B5B48}" dt="2022-11-28T11:45:12.885" v="1736" actId="571"/>
          <ac:grpSpMkLst>
            <pc:docMk/>
            <pc:sldMk cId="456502387" sldId="262"/>
            <ac:grpSpMk id="106" creationId="{63AD96E3-F917-E8B6-177A-6D3DBEE84FE6}"/>
          </ac:grpSpMkLst>
        </pc:grpChg>
        <pc:grpChg chg="add mod">
          <ac:chgData name="Amal R Babu" userId="3a292d0a-112b-4bc3-bf38-7771656893d2" providerId="ADAL" clId="{992600FB-E5A2-48A8-ADC9-6968E10B5B48}" dt="2022-11-30T07:54:19.687" v="3609"/>
          <ac:grpSpMkLst>
            <pc:docMk/>
            <pc:sldMk cId="456502387" sldId="262"/>
            <ac:grpSpMk id="108" creationId="{41E7BE38-DDC9-EF93-E6B9-107524F7EBDB}"/>
          </ac:grpSpMkLst>
        </pc:grpChg>
        <pc:grpChg chg="add mod">
          <ac:chgData name="Amal R Babu" userId="3a292d0a-112b-4bc3-bf38-7771656893d2" providerId="ADAL" clId="{992600FB-E5A2-48A8-ADC9-6968E10B5B48}" dt="2022-11-30T07:54:19.687" v="3609"/>
          <ac:grpSpMkLst>
            <pc:docMk/>
            <pc:sldMk cId="456502387" sldId="262"/>
            <ac:grpSpMk id="113" creationId="{2055F4B6-1288-D5BF-5A88-A250134D8D9A}"/>
          </ac:grpSpMkLst>
        </pc:grpChg>
        <pc:grpChg chg="add del mod">
          <ac:chgData name="Amal R Babu" userId="3a292d0a-112b-4bc3-bf38-7771656893d2" providerId="ADAL" clId="{992600FB-E5A2-48A8-ADC9-6968E10B5B48}" dt="2022-11-28T11:45:55.543" v="1744" actId="165"/>
          <ac:grpSpMkLst>
            <pc:docMk/>
            <pc:sldMk cId="456502387" sldId="262"/>
            <ac:grpSpMk id="118" creationId="{043633F5-D95C-EC44-6A2C-9669320F44C5}"/>
          </ac:grpSpMkLst>
        </pc:grpChg>
        <pc:grpChg chg="add del mod">
          <ac:chgData name="Amal R Babu" userId="3a292d0a-112b-4bc3-bf38-7771656893d2" providerId="ADAL" clId="{992600FB-E5A2-48A8-ADC9-6968E10B5B48}" dt="2022-11-28T11:45:55.543" v="1744" actId="165"/>
          <ac:grpSpMkLst>
            <pc:docMk/>
            <pc:sldMk cId="456502387" sldId="262"/>
            <ac:grpSpMk id="119" creationId="{0DF1CE87-FF9F-4ABD-99E2-64093BAC45F2}"/>
          </ac:grpSpMkLst>
        </pc:grpChg>
        <pc:grpChg chg="add del mod">
          <ac:chgData name="Amal R Babu" userId="3a292d0a-112b-4bc3-bf38-7771656893d2" providerId="ADAL" clId="{992600FB-E5A2-48A8-ADC9-6968E10B5B48}" dt="2022-11-28T11:45:55.543" v="1744" actId="165"/>
          <ac:grpSpMkLst>
            <pc:docMk/>
            <pc:sldMk cId="456502387" sldId="262"/>
            <ac:grpSpMk id="125" creationId="{6E4031DC-731A-7149-00FF-2FEEDAFF38D5}"/>
          </ac:grpSpMkLst>
        </pc:grpChg>
        <pc:grpChg chg="add del mod">
          <ac:chgData name="Amal R Babu" userId="3a292d0a-112b-4bc3-bf38-7771656893d2" providerId="ADAL" clId="{992600FB-E5A2-48A8-ADC9-6968E10B5B48}" dt="2022-11-28T11:45:55.543" v="1744" actId="165"/>
          <ac:grpSpMkLst>
            <pc:docMk/>
            <pc:sldMk cId="456502387" sldId="262"/>
            <ac:grpSpMk id="131" creationId="{A3FC7376-6A9C-022F-0BBE-FD482A2F010A}"/>
          </ac:grpSpMkLst>
        </pc:grpChg>
        <pc:grpChg chg="add del mod">
          <ac:chgData name="Amal R Babu" userId="3a292d0a-112b-4bc3-bf38-7771656893d2" providerId="ADAL" clId="{992600FB-E5A2-48A8-ADC9-6968E10B5B48}" dt="2022-11-28T11:45:55.543" v="1744" actId="165"/>
          <ac:grpSpMkLst>
            <pc:docMk/>
            <pc:sldMk cId="456502387" sldId="262"/>
            <ac:grpSpMk id="137" creationId="{6D73F774-5F43-C017-D7A1-E8832562B9FF}"/>
          </ac:grpSpMkLst>
        </pc:grpChg>
        <pc:picChg chg="add mod">
          <ac:chgData name="Amal R Babu" userId="3a292d0a-112b-4bc3-bf38-7771656893d2" providerId="ADAL" clId="{992600FB-E5A2-48A8-ADC9-6968E10B5B48}" dt="2022-12-07T05:34:37.213" v="3701" actId="27614"/>
          <ac:picMkLst>
            <pc:docMk/>
            <pc:sldMk cId="456502387" sldId="262"/>
            <ac:picMk id="16" creationId="{1AA25A56-E0D3-7B53-02A1-4B40A5E1E107}"/>
          </ac:picMkLst>
        </pc:picChg>
        <pc:picChg chg="add del mod">
          <ac:chgData name="Amal R Babu" userId="3a292d0a-112b-4bc3-bf38-7771656893d2" providerId="ADAL" clId="{992600FB-E5A2-48A8-ADC9-6968E10B5B48}" dt="2022-12-07T05:34:17.085" v="3696" actId="478"/>
          <ac:picMkLst>
            <pc:docMk/>
            <pc:sldMk cId="456502387" sldId="262"/>
            <ac:picMk id="18" creationId="{FD893C51-FC2A-8102-8654-BE56641F31C7}"/>
          </ac:picMkLst>
        </pc:picChg>
        <pc:picChg chg="add del mod">
          <ac:chgData name="Amal R Babu" userId="3a292d0a-112b-4bc3-bf38-7771656893d2" providerId="ADAL" clId="{992600FB-E5A2-48A8-ADC9-6968E10B5B48}" dt="2022-11-28T11:32:04.674" v="1597" actId="27803"/>
          <ac:picMkLst>
            <pc:docMk/>
            <pc:sldMk cId="456502387" sldId="262"/>
            <ac:picMk id="39" creationId="{C49DC037-2E1F-5B53-BD34-03E45A272489}"/>
          </ac:picMkLst>
        </pc:picChg>
        <pc:picChg chg="mod">
          <ac:chgData name="Amal R Babu" userId="3a292d0a-112b-4bc3-bf38-7771656893d2" providerId="ADAL" clId="{992600FB-E5A2-48A8-ADC9-6968E10B5B48}" dt="2022-11-30T07:54:19.687" v="3609"/>
          <ac:picMkLst>
            <pc:docMk/>
            <pc:sldMk cId="456502387" sldId="262"/>
            <ac:picMk id="63" creationId="{4A7CEB4A-3D62-145B-75E6-20D1BA3EB288}"/>
          </ac:picMkLst>
        </pc:picChg>
        <pc:picChg chg="add del mod">
          <ac:chgData name="Amal R Babu" userId="3a292d0a-112b-4bc3-bf38-7771656893d2" providerId="ADAL" clId="{992600FB-E5A2-48A8-ADC9-6968E10B5B48}" dt="2022-11-28T11:33:59.504" v="1624" actId="27803"/>
          <ac:picMkLst>
            <pc:docMk/>
            <pc:sldMk cId="456502387" sldId="262"/>
            <ac:picMk id="78" creationId="{46351F29-5C30-8863-2E31-A56E7B420E79}"/>
          </ac:picMkLst>
        </pc:picChg>
        <pc:picChg chg="add mod topLvl">
          <ac:chgData name="Amal R Babu" userId="3a292d0a-112b-4bc3-bf38-7771656893d2" providerId="ADAL" clId="{992600FB-E5A2-48A8-ADC9-6968E10B5B48}" dt="2022-11-28T11:44:04.258" v="1724" actId="165"/>
          <ac:picMkLst>
            <pc:docMk/>
            <pc:sldMk cId="456502387" sldId="262"/>
            <ac:picMk id="101" creationId="{9D01849E-579C-F074-697C-09610E68C1E2}"/>
          </ac:picMkLst>
        </pc:picChg>
        <pc:picChg chg="add del">
          <ac:chgData name="Amal R Babu" userId="3a292d0a-112b-4bc3-bf38-7771656893d2" providerId="ADAL" clId="{992600FB-E5A2-48A8-ADC9-6968E10B5B48}" dt="2022-11-28T11:59:10.024" v="1834" actId="22"/>
          <ac:picMkLst>
            <pc:docMk/>
            <pc:sldMk cId="456502387" sldId="262"/>
            <ac:picMk id="144" creationId="{DCC7A64F-2DA0-1850-CB86-4F18FAF010A9}"/>
          </ac:picMkLst>
        </pc:picChg>
        <pc:cxnChg chg="del">
          <ac:chgData name="Amal R Babu" userId="3a292d0a-112b-4bc3-bf38-7771656893d2" providerId="ADAL" clId="{992600FB-E5A2-48A8-ADC9-6968E10B5B48}" dt="2022-11-30T07:54:19.126" v="3608" actId="478"/>
          <ac:cxnSpMkLst>
            <pc:docMk/>
            <pc:sldMk cId="456502387" sldId="262"/>
            <ac:cxnSpMk id="7" creationId="{1C225904-9D2F-F0C8-8BBE-32DEDB3F8B8F}"/>
          </ac:cxnSpMkLst>
        </pc:cxnChg>
        <pc:cxnChg chg="mod">
          <ac:chgData name="Amal R Babu" userId="3a292d0a-112b-4bc3-bf38-7771656893d2" providerId="ADAL" clId="{992600FB-E5A2-48A8-ADC9-6968E10B5B48}" dt="2022-11-28T11:45:13.565" v="1737" actId="164"/>
          <ac:cxnSpMkLst>
            <pc:docMk/>
            <pc:sldMk cId="456502387" sldId="262"/>
            <ac:cxnSpMk id="42" creationId="{832D93DA-7362-88DB-1178-043B0197C6E0}"/>
          </ac:cxnSpMkLst>
        </pc:cxnChg>
        <pc:cxnChg chg="add mod">
          <ac:chgData name="Amal R Babu" userId="3a292d0a-112b-4bc3-bf38-7771656893d2" providerId="ADAL" clId="{992600FB-E5A2-48A8-ADC9-6968E10B5B48}" dt="2022-11-30T07:54:19.687" v="3609"/>
          <ac:cxnSpMkLst>
            <pc:docMk/>
            <pc:sldMk cId="456502387" sldId="262"/>
            <ac:cxnSpMk id="91" creationId="{D8D7C6A5-AEEB-C163-3CF0-8A2E57387A77}"/>
          </ac:cxnSpMkLst>
        </pc:cxnChg>
        <pc:cxnChg chg="mod">
          <ac:chgData name="Amal R Babu" userId="3a292d0a-112b-4bc3-bf38-7771656893d2" providerId="ADAL" clId="{992600FB-E5A2-48A8-ADC9-6968E10B5B48}" dt="2022-11-28T11:45:12.885" v="1736" actId="571"/>
          <ac:cxnSpMkLst>
            <pc:docMk/>
            <pc:sldMk cId="456502387" sldId="262"/>
            <ac:cxnSpMk id="107" creationId="{F0F3D56D-6E41-F7FE-B528-5BCFA89D1182}"/>
          </ac:cxnSpMkLst>
        </pc:cxnChg>
      </pc:sldChg>
      <pc:sldChg chg="addSp delSp modSp add mod ord modClrScheme chgLayout">
        <pc:chgData name="Amal R Babu" userId="3a292d0a-112b-4bc3-bf38-7771656893d2" providerId="ADAL" clId="{992600FB-E5A2-48A8-ADC9-6968E10B5B48}" dt="2022-12-07T05:42:01.818" v="3717"/>
        <pc:sldMkLst>
          <pc:docMk/>
          <pc:sldMk cId="2364773439" sldId="263"/>
        </pc:sldMkLst>
        <pc:spChg chg="add mod">
          <ac:chgData name="Amal R Babu" userId="3a292d0a-112b-4bc3-bf38-7771656893d2" providerId="ADAL" clId="{992600FB-E5A2-48A8-ADC9-6968E10B5B48}" dt="2022-11-30T07:54:52.591" v="3617" actId="207"/>
          <ac:spMkLst>
            <pc:docMk/>
            <pc:sldMk cId="2364773439" sldId="263"/>
            <ac:spMk id="2" creationId="{9442A860-D4CC-48E4-0F0E-B4479E74D3CB}"/>
          </ac:spMkLst>
        </pc:spChg>
        <pc:spChg chg="mod">
          <ac:chgData name="Amal R Babu" userId="3a292d0a-112b-4bc3-bf38-7771656893d2" providerId="ADAL" clId="{992600FB-E5A2-48A8-ADC9-6968E10B5B48}" dt="2022-11-30T07:54:43.570" v="3614" actId="34135"/>
          <ac:spMkLst>
            <pc:docMk/>
            <pc:sldMk cId="2364773439" sldId="263"/>
            <ac:spMk id="3" creationId="{1025ACCD-BEFE-4057-D0DA-23300AB28132}"/>
          </ac:spMkLst>
        </pc:spChg>
        <pc:spChg chg="del">
          <ac:chgData name="Amal R Babu" userId="3a292d0a-112b-4bc3-bf38-7771656893d2" providerId="ADAL" clId="{992600FB-E5A2-48A8-ADC9-6968E10B5B48}" dt="2022-11-30T07:54:46.590" v="3615" actId="478"/>
          <ac:spMkLst>
            <pc:docMk/>
            <pc:sldMk cId="2364773439" sldId="263"/>
            <ac:spMk id="9" creationId="{67D53DBD-07C2-B89B-2A5E-6EA3F0CE967B}"/>
          </ac:spMkLst>
        </pc:spChg>
        <pc:spChg chg="mod">
          <ac:chgData name="Amal R Babu" userId="3a292d0a-112b-4bc3-bf38-7771656893d2" providerId="ADAL" clId="{992600FB-E5A2-48A8-ADC9-6968E10B5B48}" dt="2022-12-07T05:42:01.818" v="3717"/>
          <ac:spMkLst>
            <pc:docMk/>
            <pc:sldMk cId="2364773439" sldId="263"/>
            <ac:spMk id="9" creationId="{86E04132-DD40-D888-227A-2FF55C8155AC}"/>
          </ac:spMkLst>
        </pc:spChg>
        <pc:spChg chg="add del mod">
          <ac:chgData name="Amal R Babu" userId="3a292d0a-112b-4bc3-bf38-7771656893d2" providerId="ADAL" clId="{992600FB-E5A2-48A8-ADC9-6968E10B5B48}" dt="2022-11-28T12:02:18.454" v="1887" actId="700"/>
          <ac:spMkLst>
            <pc:docMk/>
            <pc:sldMk cId="2364773439" sldId="263"/>
            <ac:spMk id="10" creationId="{46699290-2E8C-1A15-E058-649666D1EC61}"/>
          </ac:spMkLst>
        </pc:spChg>
        <pc:spChg chg="add mod">
          <ac:chgData name="Amal R Babu" userId="3a292d0a-112b-4bc3-bf38-7771656893d2" providerId="ADAL" clId="{992600FB-E5A2-48A8-ADC9-6968E10B5B48}" dt="2022-11-30T07:54:55.752" v="3618" actId="207"/>
          <ac:spMkLst>
            <pc:docMk/>
            <pc:sldMk cId="2364773439" sldId="263"/>
            <ac:spMk id="10" creationId="{BF327C5E-38B8-FD40-1008-B590C0F45809}"/>
          </ac:spMkLst>
        </pc:spChg>
        <pc:spChg chg="add mod">
          <ac:chgData name="Amal R Babu" userId="3a292d0a-112b-4bc3-bf38-7771656893d2" providerId="ADAL" clId="{992600FB-E5A2-48A8-ADC9-6968E10B5B48}" dt="2022-11-30T07:54:47.171" v="3616"/>
          <ac:spMkLst>
            <pc:docMk/>
            <pc:sldMk cId="2364773439" sldId="263"/>
            <ac:spMk id="11" creationId="{FA5F6DEF-A67E-12EF-EBE3-29B48FCD1581}"/>
          </ac:spMkLst>
        </pc:spChg>
        <pc:spChg chg="add mod">
          <ac:chgData name="Amal R Babu" userId="3a292d0a-112b-4bc3-bf38-7771656893d2" providerId="ADAL" clId="{992600FB-E5A2-48A8-ADC9-6968E10B5B48}" dt="2022-11-30T07:54:47.171" v="3616"/>
          <ac:spMkLst>
            <pc:docMk/>
            <pc:sldMk cId="2364773439" sldId="263"/>
            <ac:spMk id="12" creationId="{2FA9CCA2-3810-299D-1E7F-F8776D90F925}"/>
          </ac:spMkLst>
        </pc:spChg>
        <pc:spChg chg="add del mod">
          <ac:chgData name="Amal R Babu" userId="3a292d0a-112b-4bc3-bf38-7771656893d2" providerId="ADAL" clId="{992600FB-E5A2-48A8-ADC9-6968E10B5B48}" dt="2022-11-28T12:02:18.454" v="1887" actId="700"/>
          <ac:spMkLst>
            <pc:docMk/>
            <pc:sldMk cId="2364773439" sldId="263"/>
            <ac:spMk id="12" creationId="{91C85C31-8D24-778D-BA8E-0639A5B2D0E3}"/>
          </ac:spMkLst>
        </pc:spChg>
        <pc:spChg chg="del">
          <ac:chgData name="Amal R Babu" userId="3a292d0a-112b-4bc3-bf38-7771656893d2" providerId="ADAL" clId="{992600FB-E5A2-48A8-ADC9-6968E10B5B48}" dt="2022-11-30T07:54:46.590" v="3615" actId="478"/>
          <ac:spMkLst>
            <pc:docMk/>
            <pc:sldMk cId="2364773439" sldId="263"/>
            <ac:spMk id="13" creationId="{4F3E08FA-4C08-7258-FA22-03C53F09604C}"/>
          </ac:spMkLst>
        </pc:spChg>
        <pc:spChg chg="mod">
          <ac:chgData name="Amal R Babu" userId="3a292d0a-112b-4bc3-bf38-7771656893d2" providerId="ADAL" clId="{992600FB-E5A2-48A8-ADC9-6968E10B5B48}" dt="2022-12-07T05:42:01.818" v="3717"/>
          <ac:spMkLst>
            <pc:docMk/>
            <pc:sldMk cId="2364773439" sldId="263"/>
            <ac:spMk id="13" creationId="{9D1CF412-EA23-FA8F-EF03-64FEC15FC5C2}"/>
          </ac:spMkLst>
        </pc:spChg>
        <pc:spChg chg="add mod">
          <ac:chgData name="Amal R Babu" userId="3a292d0a-112b-4bc3-bf38-7771656893d2" providerId="ADAL" clId="{992600FB-E5A2-48A8-ADC9-6968E10B5B48}" dt="2022-11-30T07:54:47.171" v="3616"/>
          <ac:spMkLst>
            <pc:docMk/>
            <pc:sldMk cId="2364773439" sldId="263"/>
            <ac:spMk id="14" creationId="{0536EAAD-B702-7A4A-E8E3-E4CB0AE8781F}"/>
          </ac:spMkLst>
        </pc:spChg>
        <pc:spChg chg="add del mod">
          <ac:chgData name="Amal R Babu" userId="3a292d0a-112b-4bc3-bf38-7771656893d2" providerId="ADAL" clId="{992600FB-E5A2-48A8-ADC9-6968E10B5B48}" dt="2022-11-28T12:02:18.454" v="1887" actId="700"/>
          <ac:spMkLst>
            <pc:docMk/>
            <pc:sldMk cId="2364773439" sldId="263"/>
            <ac:spMk id="15" creationId="{26677975-BF37-C245-C43E-14044ED393B6}"/>
          </ac:spMkLst>
        </pc:spChg>
        <pc:spChg chg="del">
          <ac:chgData name="Amal R Babu" userId="3a292d0a-112b-4bc3-bf38-7771656893d2" providerId="ADAL" clId="{992600FB-E5A2-48A8-ADC9-6968E10B5B48}" dt="2022-11-30T07:54:46.590" v="3615" actId="478"/>
          <ac:spMkLst>
            <pc:docMk/>
            <pc:sldMk cId="2364773439" sldId="263"/>
            <ac:spMk id="16" creationId="{2913EB48-94F5-98C7-C275-915A1AD4D3EA}"/>
          </ac:spMkLst>
        </pc:spChg>
        <pc:spChg chg="del">
          <ac:chgData name="Amal R Babu" userId="3a292d0a-112b-4bc3-bf38-7771656893d2" providerId="ADAL" clId="{992600FB-E5A2-48A8-ADC9-6968E10B5B48}" dt="2022-11-30T07:54:46.590" v="3615" actId="478"/>
          <ac:spMkLst>
            <pc:docMk/>
            <pc:sldMk cId="2364773439" sldId="263"/>
            <ac:spMk id="17" creationId="{29D393BC-86FC-4CA8-8830-E874EA43EE28}"/>
          </ac:spMkLst>
        </pc:spChg>
        <pc:spChg chg="mod">
          <ac:chgData name="Amal R Babu" userId="3a292d0a-112b-4bc3-bf38-7771656893d2" providerId="ADAL" clId="{992600FB-E5A2-48A8-ADC9-6968E10B5B48}" dt="2022-12-07T05:42:01.818" v="3717"/>
          <ac:spMkLst>
            <pc:docMk/>
            <pc:sldMk cId="2364773439" sldId="263"/>
            <ac:spMk id="17" creationId="{40A466A9-4C65-A3A5-0762-2B090A939A8A}"/>
          </ac:spMkLst>
        </pc:spChg>
        <pc:spChg chg="mod">
          <ac:chgData name="Amal R Babu" userId="3a292d0a-112b-4bc3-bf38-7771656893d2" providerId="ADAL" clId="{992600FB-E5A2-48A8-ADC9-6968E10B5B48}" dt="2022-11-30T07:54:47.171" v="3616"/>
          <ac:spMkLst>
            <pc:docMk/>
            <pc:sldMk cId="2364773439" sldId="263"/>
            <ac:spMk id="18" creationId="{AEEADE66-51CC-E142-2DB8-DCA75220F358}"/>
          </ac:spMkLst>
        </pc:spChg>
        <pc:spChg chg="mod">
          <ac:chgData name="Amal R Babu" userId="3a292d0a-112b-4bc3-bf38-7771656893d2" providerId="ADAL" clId="{992600FB-E5A2-48A8-ADC9-6968E10B5B48}" dt="2022-12-07T05:42:01.818" v="3717"/>
          <ac:spMkLst>
            <pc:docMk/>
            <pc:sldMk cId="2364773439" sldId="263"/>
            <ac:spMk id="19" creationId="{8794D78F-E67C-04BF-C09E-C4A809C4CAD9}"/>
          </ac:spMkLst>
        </pc:spChg>
        <pc:spChg chg="del">
          <ac:chgData name="Amal R Babu" userId="3a292d0a-112b-4bc3-bf38-7771656893d2" providerId="ADAL" clId="{992600FB-E5A2-48A8-ADC9-6968E10B5B48}" dt="2022-11-30T07:54:46.590" v="3615" actId="478"/>
          <ac:spMkLst>
            <pc:docMk/>
            <pc:sldMk cId="2364773439" sldId="263"/>
            <ac:spMk id="19" creationId="{B5F22004-B568-5F9F-D315-B9048F8F933E}"/>
          </ac:spMkLst>
        </pc:spChg>
        <pc:spChg chg="del">
          <ac:chgData name="Amal R Babu" userId="3a292d0a-112b-4bc3-bf38-7771656893d2" providerId="ADAL" clId="{992600FB-E5A2-48A8-ADC9-6968E10B5B48}" dt="2022-11-30T07:54:46.590" v="3615" actId="478"/>
          <ac:spMkLst>
            <pc:docMk/>
            <pc:sldMk cId="2364773439" sldId="263"/>
            <ac:spMk id="20" creationId="{DBD7492E-2CD4-61A0-9EEE-CEE4E61AED9D}"/>
          </ac:spMkLst>
        </pc:spChg>
        <pc:spChg chg="del">
          <ac:chgData name="Amal R Babu" userId="3a292d0a-112b-4bc3-bf38-7771656893d2" providerId="ADAL" clId="{992600FB-E5A2-48A8-ADC9-6968E10B5B48}" dt="2022-11-30T07:54:46.590" v="3615" actId="478"/>
          <ac:spMkLst>
            <pc:docMk/>
            <pc:sldMk cId="2364773439" sldId="263"/>
            <ac:spMk id="21" creationId="{88AF1956-F7FB-2ADE-A3E7-1F7329C9752A}"/>
          </ac:spMkLst>
        </pc:spChg>
        <pc:spChg chg="del mod">
          <ac:chgData name="Amal R Babu" userId="3a292d0a-112b-4bc3-bf38-7771656893d2" providerId="ADAL" clId="{992600FB-E5A2-48A8-ADC9-6968E10B5B48}" dt="2022-11-30T07:54:46.590" v="3615" actId="478"/>
          <ac:spMkLst>
            <pc:docMk/>
            <pc:sldMk cId="2364773439" sldId="263"/>
            <ac:spMk id="22" creationId="{B8560F59-A67B-8514-2A4E-47A28A1A48B1}"/>
          </ac:spMkLst>
        </pc:spChg>
        <pc:spChg chg="mod topLvl">
          <ac:chgData name="Amal R Babu" userId="3a292d0a-112b-4bc3-bf38-7771656893d2" providerId="ADAL" clId="{992600FB-E5A2-48A8-ADC9-6968E10B5B48}" dt="2022-11-28T12:06:31.405" v="1934" actId="165"/>
          <ac:spMkLst>
            <pc:docMk/>
            <pc:sldMk cId="2364773439" sldId="263"/>
            <ac:spMk id="23" creationId="{44AF4737-265B-A328-3F66-0E2783658E82}"/>
          </ac:spMkLst>
        </pc:spChg>
        <pc:spChg chg="mod">
          <ac:chgData name="Amal R Babu" userId="3a292d0a-112b-4bc3-bf38-7771656893d2" providerId="ADAL" clId="{992600FB-E5A2-48A8-ADC9-6968E10B5B48}" dt="2022-11-30T07:54:47.171" v="3616"/>
          <ac:spMkLst>
            <pc:docMk/>
            <pc:sldMk cId="2364773439" sldId="263"/>
            <ac:spMk id="24" creationId="{CAD433C1-E419-7FEA-703B-20713AD1521F}"/>
          </ac:spMkLst>
        </pc:spChg>
        <pc:spChg chg="del">
          <ac:chgData name="Amal R Babu" userId="3a292d0a-112b-4bc3-bf38-7771656893d2" providerId="ADAL" clId="{992600FB-E5A2-48A8-ADC9-6968E10B5B48}" dt="2022-11-28T12:02:10.864" v="1885" actId="478"/>
          <ac:spMkLst>
            <pc:docMk/>
            <pc:sldMk cId="2364773439" sldId="263"/>
            <ac:spMk id="24" creationId="{F12158AF-6318-3219-D94C-78935A2C0820}"/>
          </ac:spMkLst>
        </pc:spChg>
        <pc:spChg chg="del">
          <ac:chgData name="Amal R Babu" userId="3a292d0a-112b-4bc3-bf38-7771656893d2" providerId="ADAL" clId="{992600FB-E5A2-48A8-ADC9-6968E10B5B48}" dt="2022-11-28T12:02:10.864" v="1885" actId="478"/>
          <ac:spMkLst>
            <pc:docMk/>
            <pc:sldMk cId="2364773439" sldId="263"/>
            <ac:spMk id="25" creationId="{463FB830-207A-F9DF-711A-DFFC3BEF6B19}"/>
          </ac:spMkLst>
        </pc:spChg>
        <pc:spChg chg="mod">
          <ac:chgData name="Amal R Babu" userId="3a292d0a-112b-4bc3-bf38-7771656893d2" providerId="ADAL" clId="{992600FB-E5A2-48A8-ADC9-6968E10B5B48}" dt="2022-11-30T07:54:47.171" v="3616"/>
          <ac:spMkLst>
            <pc:docMk/>
            <pc:sldMk cId="2364773439" sldId="263"/>
            <ac:spMk id="25" creationId="{DC1A2FF7-3037-51BA-B691-84C347E10CD8}"/>
          </ac:spMkLst>
        </pc:spChg>
        <pc:spChg chg="add mod">
          <ac:chgData name="Amal R Babu" userId="3a292d0a-112b-4bc3-bf38-7771656893d2" providerId="ADAL" clId="{992600FB-E5A2-48A8-ADC9-6968E10B5B48}" dt="2022-11-30T07:54:47.171" v="3616"/>
          <ac:spMkLst>
            <pc:docMk/>
            <pc:sldMk cId="2364773439" sldId="263"/>
            <ac:spMk id="26" creationId="{4D37D70B-BB0E-7618-2D4C-B89B231F572F}"/>
          </ac:spMkLst>
        </pc:spChg>
        <pc:spChg chg="add del mod">
          <ac:chgData name="Amal R Babu" userId="3a292d0a-112b-4bc3-bf38-7771656893d2" providerId="ADAL" clId="{992600FB-E5A2-48A8-ADC9-6968E10B5B48}" dt="2022-11-28T12:02:18.454" v="1887" actId="700"/>
          <ac:spMkLst>
            <pc:docMk/>
            <pc:sldMk cId="2364773439" sldId="263"/>
            <ac:spMk id="26" creationId="{678F0BBD-9B16-4BBA-F5CD-6D4D753803D5}"/>
          </ac:spMkLst>
        </pc:spChg>
        <pc:spChg chg="mod">
          <ac:chgData name="Amal R Babu" userId="3a292d0a-112b-4bc3-bf38-7771656893d2" providerId="ADAL" clId="{992600FB-E5A2-48A8-ADC9-6968E10B5B48}" dt="2022-11-28T12:01:16.384" v="1873" actId="207"/>
          <ac:spMkLst>
            <pc:docMk/>
            <pc:sldMk cId="2364773439" sldId="263"/>
            <ac:spMk id="27" creationId="{0B437083-C79F-3320-0862-0AE0534D9648}"/>
          </ac:spMkLst>
        </pc:spChg>
        <pc:spChg chg="mod">
          <ac:chgData name="Amal R Babu" userId="3a292d0a-112b-4bc3-bf38-7771656893d2" providerId="ADAL" clId="{992600FB-E5A2-48A8-ADC9-6968E10B5B48}" dt="2022-11-28T12:01:16.384" v="1873" actId="207"/>
          <ac:spMkLst>
            <pc:docMk/>
            <pc:sldMk cId="2364773439" sldId="263"/>
            <ac:spMk id="28" creationId="{3A74A947-106C-8861-FA4A-4F68E2601555}"/>
          </ac:spMkLst>
        </pc:spChg>
        <pc:spChg chg="mod">
          <ac:chgData name="Amal R Babu" userId="3a292d0a-112b-4bc3-bf38-7771656893d2" providerId="ADAL" clId="{992600FB-E5A2-48A8-ADC9-6968E10B5B48}" dt="2022-11-28T12:01:16.384" v="1873" actId="207"/>
          <ac:spMkLst>
            <pc:docMk/>
            <pc:sldMk cId="2364773439" sldId="263"/>
            <ac:spMk id="29" creationId="{D2697409-DA9B-84CF-C5C5-4FA11D3D158F}"/>
          </ac:spMkLst>
        </pc:spChg>
        <pc:spChg chg="add mod">
          <ac:chgData name="Amal R Babu" userId="3a292d0a-112b-4bc3-bf38-7771656893d2" providerId="ADAL" clId="{992600FB-E5A2-48A8-ADC9-6968E10B5B48}" dt="2022-11-28T12:02:59.233" v="1897" actId="20577"/>
          <ac:spMkLst>
            <pc:docMk/>
            <pc:sldMk cId="2364773439" sldId="263"/>
            <ac:spMk id="31" creationId="{7613A1A9-A5EF-4DF8-3E0E-30ECF36C51EE}"/>
          </ac:spMkLst>
        </pc:spChg>
        <pc:spChg chg="add del mod">
          <ac:chgData name="Amal R Babu" userId="3a292d0a-112b-4bc3-bf38-7771656893d2" providerId="ADAL" clId="{992600FB-E5A2-48A8-ADC9-6968E10B5B48}" dt="2022-11-28T12:03:23.575" v="1903" actId="478"/>
          <ac:spMkLst>
            <pc:docMk/>
            <pc:sldMk cId="2364773439" sldId="263"/>
            <ac:spMk id="32" creationId="{BDABE8D1-AD9E-1D90-CEB5-622C425052B1}"/>
          </ac:spMkLst>
        </pc:spChg>
        <pc:spChg chg="del">
          <ac:chgData name="Amal R Babu" userId="3a292d0a-112b-4bc3-bf38-7771656893d2" providerId="ADAL" clId="{992600FB-E5A2-48A8-ADC9-6968E10B5B48}" dt="2022-11-30T07:54:46.590" v="3615" actId="478"/>
          <ac:spMkLst>
            <pc:docMk/>
            <pc:sldMk cId="2364773439" sldId="263"/>
            <ac:spMk id="33" creationId="{06426368-13B9-05ED-7B4E-48B8C7532F65}"/>
          </ac:spMkLst>
        </pc:spChg>
        <pc:spChg chg="del">
          <ac:chgData name="Amal R Babu" userId="3a292d0a-112b-4bc3-bf38-7771656893d2" providerId="ADAL" clId="{992600FB-E5A2-48A8-ADC9-6968E10B5B48}" dt="2022-11-30T07:54:46.590" v="3615" actId="478"/>
          <ac:spMkLst>
            <pc:docMk/>
            <pc:sldMk cId="2364773439" sldId="263"/>
            <ac:spMk id="34" creationId="{15C24E6E-5086-DAC3-E400-3CB725E13353}"/>
          </ac:spMkLst>
        </pc:spChg>
        <pc:spChg chg="del">
          <ac:chgData name="Amal R Babu" userId="3a292d0a-112b-4bc3-bf38-7771656893d2" providerId="ADAL" clId="{992600FB-E5A2-48A8-ADC9-6968E10B5B48}" dt="2022-11-30T07:54:46.590" v="3615" actId="478"/>
          <ac:spMkLst>
            <pc:docMk/>
            <pc:sldMk cId="2364773439" sldId="263"/>
            <ac:spMk id="35" creationId="{D7FACB4C-BCA4-434A-8FA8-F4D0A8D4C109}"/>
          </ac:spMkLst>
        </pc:spChg>
        <pc:spChg chg="add mod topLvl">
          <ac:chgData name="Amal R Babu" userId="3a292d0a-112b-4bc3-bf38-7771656893d2" providerId="ADAL" clId="{992600FB-E5A2-48A8-ADC9-6968E10B5B48}" dt="2022-11-28T12:06:31.405" v="1934" actId="165"/>
          <ac:spMkLst>
            <pc:docMk/>
            <pc:sldMk cId="2364773439" sldId="263"/>
            <ac:spMk id="36" creationId="{4DC967C5-83A7-AD1A-BBC7-D3A104DE021D}"/>
          </ac:spMkLst>
        </pc:spChg>
        <pc:spChg chg="add mod topLvl">
          <ac:chgData name="Amal R Babu" userId="3a292d0a-112b-4bc3-bf38-7771656893d2" providerId="ADAL" clId="{992600FB-E5A2-48A8-ADC9-6968E10B5B48}" dt="2022-11-28T12:06:31.405" v="1934" actId="165"/>
          <ac:spMkLst>
            <pc:docMk/>
            <pc:sldMk cId="2364773439" sldId="263"/>
            <ac:spMk id="37" creationId="{34F596A3-D6A5-20F5-27B0-AFB77A63F95B}"/>
          </ac:spMkLst>
        </pc:spChg>
        <pc:spChg chg="del">
          <ac:chgData name="Amal R Babu" userId="3a292d0a-112b-4bc3-bf38-7771656893d2" providerId="ADAL" clId="{992600FB-E5A2-48A8-ADC9-6968E10B5B48}" dt="2022-11-28T12:02:10.864" v="1885" actId="478"/>
          <ac:spMkLst>
            <pc:docMk/>
            <pc:sldMk cId="2364773439" sldId="263"/>
            <ac:spMk id="38" creationId="{2C698C38-9263-C833-2790-1B56D04A60D9}"/>
          </ac:spMkLst>
        </pc:spChg>
        <pc:spChg chg="mod">
          <ac:chgData name="Amal R Babu" userId="3a292d0a-112b-4bc3-bf38-7771656893d2" providerId="ADAL" clId="{992600FB-E5A2-48A8-ADC9-6968E10B5B48}" dt="2022-11-30T07:54:47.171" v="3616"/>
          <ac:spMkLst>
            <pc:docMk/>
            <pc:sldMk cId="2364773439" sldId="263"/>
            <ac:spMk id="38" creationId="{62D786AF-FE16-2232-EAD1-2647CD5A70BB}"/>
          </ac:spMkLst>
        </pc:spChg>
        <pc:spChg chg="add mod topLvl">
          <ac:chgData name="Amal R Babu" userId="3a292d0a-112b-4bc3-bf38-7771656893d2" providerId="ADAL" clId="{992600FB-E5A2-48A8-ADC9-6968E10B5B48}" dt="2022-11-28T12:06:31.405" v="1934" actId="165"/>
          <ac:spMkLst>
            <pc:docMk/>
            <pc:sldMk cId="2364773439" sldId="263"/>
            <ac:spMk id="39" creationId="{FF6C9467-5B08-8BAB-F1CB-37ED726D228E}"/>
          </ac:spMkLst>
        </pc:spChg>
        <pc:spChg chg="del">
          <ac:chgData name="Amal R Babu" userId="3a292d0a-112b-4bc3-bf38-7771656893d2" providerId="ADAL" clId="{992600FB-E5A2-48A8-ADC9-6968E10B5B48}" dt="2022-11-30T06:30:55.438" v="3452" actId="478"/>
          <ac:spMkLst>
            <pc:docMk/>
            <pc:sldMk cId="2364773439" sldId="263"/>
            <ac:spMk id="43" creationId="{4085F982-777E-59AD-4DB4-B07024AB9EAF}"/>
          </ac:spMkLst>
        </pc:spChg>
        <pc:spChg chg="mod topLvl">
          <ac:chgData name="Amal R Babu" userId="3a292d0a-112b-4bc3-bf38-7771656893d2" providerId="ADAL" clId="{992600FB-E5A2-48A8-ADC9-6968E10B5B48}" dt="2022-11-28T12:06:31.405" v="1934" actId="165"/>
          <ac:spMkLst>
            <pc:docMk/>
            <pc:sldMk cId="2364773439" sldId="263"/>
            <ac:spMk id="45" creationId="{B256E905-DA71-294B-7F7C-C652F54C3A6E}"/>
          </ac:spMkLst>
        </pc:spChg>
        <pc:spChg chg="mod topLvl">
          <ac:chgData name="Amal R Babu" userId="3a292d0a-112b-4bc3-bf38-7771656893d2" providerId="ADAL" clId="{992600FB-E5A2-48A8-ADC9-6968E10B5B48}" dt="2022-11-28T12:06:31.405" v="1934" actId="165"/>
          <ac:spMkLst>
            <pc:docMk/>
            <pc:sldMk cId="2364773439" sldId="263"/>
            <ac:spMk id="46" creationId="{188EFA61-DB70-DAFC-31DC-BDC96A80EEA8}"/>
          </ac:spMkLst>
        </pc:spChg>
        <pc:spChg chg="mod topLvl">
          <ac:chgData name="Amal R Babu" userId="3a292d0a-112b-4bc3-bf38-7771656893d2" providerId="ADAL" clId="{992600FB-E5A2-48A8-ADC9-6968E10B5B48}" dt="2022-11-28T12:06:36.154" v="1936" actId="20577"/>
          <ac:spMkLst>
            <pc:docMk/>
            <pc:sldMk cId="2364773439" sldId="263"/>
            <ac:spMk id="48" creationId="{87923580-32B6-08A6-F477-AC680FDF33FA}"/>
          </ac:spMkLst>
        </pc:spChg>
        <pc:spChg chg="del">
          <ac:chgData name="Amal R Babu" userId="3a292d0a-112b-4bc3-bf38-7771656893d2" providerId="ADAL" clId="{992600FB-E5A2-48A8-ADC9-6968E10B5B48}" dt="2022-11-30T07:54:46.590" v="3615" actId="478"/>
          <ac:spMkLst>
            <pc:docMk/>
            <pc:sldMk cId="2364773439" sldId="263"/>
            <ac:spMk id="50" creationId="{0E2B6178-FB2D-9772-47AD-87A734026875}"/>
          </ac:spMkLst>
        </pc:spChg>
        <pc:spChg chg="mod topLvl">
          <ac:chgData name="Amal R Babu" userId="3a292d0a-112b-4bc3-bf38-7771656893d2" providerId="ADAL" clId="{992600FB-E5A2-48A8-ADC9-6968E10B5B48}" dt="2022-11-28T12:07:04.011" v="1948" actId="20577"/>
          <ac:spMkLst>
            <pc:docMk/>
            <pc:sldMk cId="2364773439" sldId="263"/>
            <ac:spMk id="51" creationId="{0AE6C7DB-54A3-306D-51D7-F9A62821BC12}"/>
          </ac:spMkLst>
        </pc:spChg>
        <pc:spChg chg="mod">
          <ac:chgData name="Amal R Babu" userId="3a292d0a-112b-4bc3-bf38-7771656893d2" providerId="ADAL" clId="{992600FB-E5A2-48A8-ADC9-6968E10B5B48}" dt="2022-11-30T07:54:47.171" v="3616"/>
          <ac:spMkLst>
            <pc:docMk/>
            <pc:sldMk cId="2364773439" sldId="263"/>
            <ac:spMk id="52" creationId="{A51E1879-0983-793E-8C67-35ADC92A94D4}"/>
          </ac:spMkLst>
        </pc:spChg>
        <pc:spChg chg="del mod">
          <ac:chgData name="Amal R Babu" userId="3a292d0a-112b-4bc3-bf38-7771656893d2" providerId="ADAL" clId="{992600FB-E5A2-48A8-ADC9-6968E10B5B48}" dt="2022-11-30T07:54:46.590" v="3615" actId="478"/>
          <ac:spMkLst>
            <pc:docMk/>
            <pc:sldMk cId="2364773439" sldId="263"/>
            <ac:spMk id="55" creationId="{A2C13AB5-7A64-00F4-ECBF-90F667E097CA}"/>
          </ac:spMkLst>
        </pc:spChg>
        <pc:spChg chg="mod topLvl">
          <ac:chgData name="Amal R Babu" userId="3a292d0a-112b-4bc3-bf38-7771656893d2" providerId="ADAL" clId="{992600FB-E5A2-48A8-ADC9-6968E10B5B48}" dt="2022-11-28T12:06:31.405" v="1934" actId="165"/>
          <ac:spMkLst>
            <pc:docMk/>
            <pc:sldMk cId="2364773439" sldId="263"/>
            <ac:spMk id="56" creationId="{9BA740F2-8C9A-B970-BF59-F06421B1D7DA}"/>
          </ac:spMkLst>
        </pc:spChg>
        <pc:spChg chg="mod topLvl">
          <ac:chgData name="Amal R Babu" userId="3a292d0a-112b-4bc3-bf38-7771656893d2" providerId="ADAL" clId="{992600FB-E5A2-48A8-ADC9-6968E10B5B48}" dt="2022-11-28T12:06:31.405" v="1934" actId="165"/>
          <ac:spMkLst>
            <pc:docMk/>
            <pc:sldMk cId="2364773439" sldId="263"/>
            <ac:spMk id="57" creationId="{D7028E34-DEE1-21AF-1D83-2D82580FAEB2}"/>
          </ac:spMkLst>
        </pc:spChg>
        <pc:spChg chg="del">
          <ac:chgData name="Amal R Babu" userId="3a292d0a-112b-4bc3-bf38-7771656893d2" providerId="ADAL" clId="{992600FB-E5A2-48A8-ADC9-6968E10B5B48}" dt="2022-11-30T07:54:46.590" v="3615" actId="478"/>
          <ac:spMkLst>
            <pc:docMk/>
            <pc:sldMk cId="2364773439" sldId="263"/>
            <ac:spMk id="58" creationId="{84827C04-91A4-59E2-705C-138BA0A13DA9}"/>
          </ac:spMkLst>
        </pc:spChg>
        <pc:spChg chg="mod topLvl">
          <ac:chgData name="Amal R Babu" userId="3a292d0a-112b-4bc3-bf38-7771656893d2" providerId="ADAL" clId="{992600FB-E5A2-48A8-ADC9-6968E10B5B48}" dt="2022-11-28T12:06:40.609" v="1938" actId="20577"/>
          <ac:spMkLst>
            <pc:docMk/>
            <pc:sldMk cId="2364773439" sldId="263"/>
            <ac:spMk id="59" creationId="{6D780EB8-AF77-C957-0C50-B6CC014553E1}"/>
          </ac:spMkLst>
        </pc:spChg>
        <pc:spChg chg="mod topLvl">
          <ac:chgData name="Amal R Babu" userId="3a292d0a-112b-4bc3-bf38-7771656893d2" providerId="ADAL" clId="{992600FB-E5A2-48A8-ADC9-6968E10B5B48}" dt="2022-11-28T12:07:12.777" v="1951"/>
          <ac:spMkLst>
            <pc:docMk/>
            <pc:sldMk cId="2364773439" sldId="263"/>
            <ac:spMk id="60" creationId="{A182E973-9E5E-248B-72F7-B3EB6FB871AC}"/>
          </ac:spMkLst>
        </pc:spChg>
        <pc:spChg chg="mod">
          <ac:chgData name="Amal R Babu" userId="3a292d0a-112b-4bc3-bf38-7771656893d2" providerId="ADAL" clId="{992600FB-E5A2-48A8-ADC9-6968E10B5B48}" dt="2022-11-30T07:54:47.171" v="3616"/>
          <ac:spMkLst>
            <pc:docMk/>
            <pc:sldMk cId="2364773439" sldId="263"/>
            <ac:spMk id="61" creationId="{CF707A24-BB37-2310-5D3D-D5FF23E3A4BC}"/>
          </ac:spMkLst>
        </pc:spChg>
        <pc:spChg chg="mod topLvl">
          <ac:chgData name="Amal R Babu" userId="3a292d0a-112b-4bc3-bf38-7771656893d2" providerId="ADAL" clId="{992600FB-E5A2-48A8-ADC9-6968E10B5B48}" dt="2022-11-28T12:06:31.405" v="1934" actId="165"/>
          <ac:spMkLst>
            <pc:docMk/>
            <pc:sldMk cId="2364773439" sldId="263"/>
            <ac:spMk id="63" creationId="{47AFAA0F-4912-A9E2-F38E-0D53833DD103}"/>
          </ac:spMkLst>
        </pc:spChg>
        <pc:spChg chg="mod topLvl">
          <ac:chgData name="Amal R Babu" userId="3a292d0a-112b-4bc3-bf38-7771656893d2" providerId="ADAL" clId="{992600FB-E5A2-48A8-ADC9-6968E10B5B48}" dt="2022-11-28T12:06:31.405" v="1934" actId="165"/>
          <ac:spMkLst>
            <pc:docMk/>
            <pc:sldMk cId="2364773439" sldId="263"/>
            <ac:spMk id="66" creationId="{C800A48B-76D3-4A43-7A51-44D9C1E42F7E}"/>
          </ac:spMkLst>
        </pc:spChg>
        <pc:spChg chg="mod topLvl">
          <ac:chgData name="Amal R Babu" userId="3a292d0a-112b-4bc3-bf38-7771656893d2" providerId="ADAL" clId="{992600FB-E5A2-48A8-ADC9-6968E10B5B48}" dt="2022-11-28T12:06:43.267" v="1940" actId="20577"/>
          <ac:spMkLst>
            <pc:docMk/>
            <pc:sldMk cId="2364773439" sldId="263"/>
            <ac:spMk id="74" creationId="{D1EB0B5B-9B73-3AD3-B6AF-B8FD207D5402}"/>
          </ac:spMkLst>
        </pc:spChg>
        <pc:spChg chg="mod topLvl">
          <ac:chgData name="Amal R Babu" userId="3a292d0a-112b-4bc3-bf38-7771656893d2" providerId="ADAL" clId="{992600FB-E5A2-48A8-ADC9-6968E10B5B48}" dt="2022-11-28T12:07:34.681" v="1960"/>
          <ac:spMkLst>
            <pc:docMk/>
            <pc:sldMk cId="2364773439" sldId="263"/>
            <ac:spMk id="78" creationId="{245E1DAD-9FDE-65CC-54CB-E9BA20B4E466}"/>
          </ac:spMkLst>
        </pc:spChg>
        <pc:spChg chg="add mod">
          <ac:chgData name="Amal R Babu" userId="3a292d0a-112b-4bc3-bf38-7771656893d2" providerId="ADAL" clId="{992600FB-E5A2-48A8-ADC9-6968E10B5B48}" dt="2022-11-30T07:55:00.156" v="3619" actId="207"/>
          <ac:spMkLst>
            <pc:docMk/>
            <pc:sldMk cId="2364773439" sldId="263"/>
            <ac:spMk id="82" creationId="{AD4FDD65-F811-D90E-1CF7-966F2B4333FD}"/>
          </ac:spMkLst>
        </pc:spChg>
        <pc:spChg chg="mod topLvl">
          <ac:chgData name="Amal R Babu" userId="3a292d0a-112b-4bc3-bf38-7771656893d2" providerId="ADAL" clId="{992600FB-E5A2-48A8-ADC9-6968E10B5B48}" dt="2022-11-28T12:06:31.405" v="1934" actId="165"/>
          <ac:spMkLst>
            <pc:docMk/>
            <pc:sldMk cId="2364773439" sldId="263"/>
            <ac:spMk id="83" creationId="{7F4E7200-F011-20D7-7E51-EEBE8E188403}"/>
          </ac:spMkLst>
        </pc:spChg>
        <pc:spChg chg="mod topLvl">
          <ac:chgData name="Amal R Babu" userId="3a292d0a-112b-4bc3-bf38-7771656893d2" providerId="ADAL" clId="{992600FB-E5A2-48A8-ADC9-6968E10B5B48}" dt="2022-11-28T12:06:31.405" v="1934" actId="165"/>
          <ac:spMkLst>
            <pc:docMk/>
            <pc:sldMk cId="2364773439" sldId="263"/>
            <ac:spMk id="84" creationId="{4139E23D-6FED-647B-2EF0-D0E10A03FC5A}"/>
          </ac:spMkLst>
        </pc:spChg>
        <pc:spChg chg="mod topLvl">
          <ac:chgData name="Amal R Babu" userId="3a292d0a-112b-4bc3-bf38-7771656893d2" providerId="ADAL" clId="{992600FB-E5A2-48A8-ADC9-6968E10B5B48}" dt="2022-11-28T12:06:45.401" v="1942" actId="20577"/>
          <ac:spMkLst>
            <pc:docMk/>
            <pc:sldMk cId="2364773439" sldId="263"/>
            <ac:spMk id="85" creationId="{C92C8AEB-9893-870F-F370-F160552CB596}"/>
          </ac:spMkLst>
        </pc:spChg>
        <pc:spChg chg="mod topLvl">
          <ac:chgData name="Amal R Babu" userId="3a292d0a-112b-4bc3-bf38-7771656893d2" providerId="ADAL" clId="{992600FB-E5A2-48A8-ADC9-6968E10B5B48}" dt="2022-11-28T12:07:51.199" v="1964" actId="20577"/>
          <ac:spMkLst>
            <pc:docMk/>
            <pc:sldMk cId="2364773439" sldId="263"/>
            <ac:spMk id="86" creationId="{34EA9DF6-9A3A-9530-C30F-21570BAE9CD3}"/>
          </ac:spMkLst>
        </pc:spChg>
        <pc:spChg chg="mod topLvl">
          <ac:chgData name="Amal R Babu" userId="3a292d0a-112b-4bc3-bf38-7771656893d2" providerId="ADAL" clId="{992600FB-E5A2-48A8-ADC9-6968E10B5B48}" dt="2022-11-28T12:06:31.405" v="1934" actId="165"/>
          <ac:spMkLst>
            <pc:docMk/>
            <pc:sldMk cId="2364773439" sldId="263"/>
            <ac:spMk id="89" creationId="{5BAB56DE-FAC9-6A3E-70C7-04B2135E8766}"/>
          </ac:spMkLst>
        </pc:spChg>
        <pc:spChg chg="mod topLvl">
          <ac:chgData name="Amal R Babu" userId="3a292d0a-112b-4bc3-bf38-7771656893d2" providerId="ADAL" clId="{992600FB-E5A2-48A8-ADC9-6968E10B5B48}" dt="2022-11-28T12:06:31.405" v="1934" actId="165"/>
          <ac:spMkLst>
            <pc:docMk/>
            <pc:sldMk cId="2364773439" sldId="263"/>
            <ac:spMk id="90" creationId="{071ECFCC-5BFD-B535-758F-699047D40F04}"/>
          </ac:spMkLst>
        </pc:spChg>
        <pc:spChg chg="mod topLvl">
          <ac:chgData name="Amal R Babu" userId="3a292d0a-112b-4bc3-bf38-7771656893d2" providerId="ADAL" clId="{992600FB-E5A2-48A8-ADC9-6968E10B5B48}" dt="2022-11-28T12:06:47.742" v="1944" actId="20577"/>
          <ac:spMkLst>
            <pc:docMk/>
            <pc:sldMk cId="2364773439" sldId="263"/>
            <ac:spMk id="91" creationId="{691D0EC1-C3E0-F617-AFB4-7CDFEF32BEFE}"/>
          </ac:spMkLst>
        </pc:spChg>
        <pc:spChg chg="mod">
          <ac:chgData name="Amal R Babu" userId="3a292d0a-112b-4bc3-bf38-7771656893d2" providerId="ADAL" clId="{992600FB-E5A2-48A8-ADC9-6968E10B5B48}" dt="2022-11-28T12:01:34.673" v="1884" actId="20577"/>
          <ac:spMkLst>
            <pc:docMk/>
            <pc:sldMk cId="2364773439" sldId="263"/>
            <ac:spMk id="92" creationId="{232C2ADA-8B7B-4990-FB78-B27C9A79E87E}"/>
          </ac:spMkLst>
        </pc:spChg>
        <pc:spChg chg="mod topLvl">
          <ac:chgData name="Amal R Babu" userId="3a292d0a-112b-4bc3-bf38-7771656893d2" providerId="ADAL" clId="{992600FB-E5A2-48A8-ADC9-6968E10B5B48}" dt="2022-11-28T12:08:01.214" v="1968" actId="20577"/>
          <ac:spMkLst>
            <pc:docMk/>
            <pc:sldMk cId="2364773439" sldId="263"/>
            <ac:spMk id="93" creationId="{77069DE1-F4F9-E1DF-E2CB-86CB44A03F01}"/>
          </ac:spMkLst>
        </pc:spChg>
        <pc:spChg chg="add mod">
          <ac:chgData name="Amal R Babu" userId="3a292d0a-112b-4bc3-bf38-7771656893d2" providerId="ADAL" clId="{992600FB-E5A2-48A8-ADC9-6968E10B5B48}" dt="2022-11-30T07:54:47.171" v="3616"/>
          <ac:spMkLst>
            <pc:docMk/>
            <pc:sldMk cId="2364773439" sldId="263"/>
            <ac:spMk id="95" creationId="{F76B91E0-4962-FD0D-71A0-0A470A37BC9B}"/>
          </ac:spMkLst>
        </pc:spChg>
        <pc:spChg chg="add mod">
          <ac:chgData name="Amal R Babu" userId="3a292d0a-112b-4bc3-bf38-7771656893d2" providerId="ADAL" clId="{992600FB-E5A2-48A8-ADC9-6968E10B5B48}" dt="2022-11-30T07:54:47.171" v="3616"/>
          <ac:spMkLst>
            <pc:docMk/>
            <pc:sldMk cId="2364773439" sldId="263"/>
            <ac:spMk id="97" creationId="{5775A813-1D82-5573-72A4-F301DA825F64}"/>
          </ac:spMkLst>
        </pc:spChg>
        <pc:spChg chg="add mod">
          <ac:chgData name="Amal R Babu" userId="3a292d0a-112b-4bc3-bf38-7771656893d2" providerId="ADAL" clId="{992600FB-E5A2-48A8-ADC9-6968E10B5B48}" dt="2022-11-30T07:54:47.171" v="3616"/>
          <ac:spMkLst>
            <pc:docMk/>
            <pc:sldMk cId="2364773439" sldId="263"/>
            <ac:spMk id="99" creationId="{FF5AC9A6-39BA-E8E0-326F-8B561FE0EBAD}"/>
          </ac:spMkLst>
        </pc:spChg>
        <pc:spChg chg="add mod">
          <ac:chgData name="Amal R Babu" userId="3a292d0a-112b-4bc3-bf38-7771656893d2" providerId="ADAL" clId="{992600FB-E5A2-48A8-ADC9-6968E10B5B48}" dt="2022-11-30T07:54:47.171" v="3616"/>
          <ac:spMkLst>
            <pc:docMk/>
            <pc:sldMk cId="2364773439" sldId="263"/>
            <ac:spMk id="100" creationId="{0628FDCA-151E-65EE-1FD2-9AEEF43BB229}"/>
          </ac:spMkLst>
        </pc:spChg>
        <pc:spChg chg="add mod">
          <ac:chgData name="Amal R Babu" userId="3a292d0a-112b-4bc3-bf38-7771656893d2" providerId="ADAL" clId="{992600FB-E5A2-48A8-ADC9-6968E10B5B48}" dt="2022-11-30T07:54:47.171" v="3616"/>
          <ac:spMkLst>
            <pc:docMk/>
            <pc:sldMk cId="2364773439" sldId="263"/>
            <ac:spMk id="101" creationId="{64EFBBFE-6803-BB9F-0765-2A282599C5CC}"/>
          </ac:spMkLst>
        </pc:spChg>
        <pc:spChg chg="del">
          <ac:chgData name="Amal R Babu" userId="3a292d0a-112b-4bc3-bf38-7771656893d2" providerId="ADAL" clId="{992600FB-E5A2-48A8-ADC9-6968E10B5B48}" dt="2022-11-30T07:54:46.590" v="3615" actId="478"/>
          <ac:spMkLst>
            <pc:docMk/>
            <pc:sldMk cId="2364773439" sldId="263"/>
            <ac:spMk id="102" creationId="{BC336F4F-319C-E66A-14BA-28906300DE58}"/>
          </ac:spMkLst>
        </pc:spChg>
        <pc:spChg chg="mod">
          <ac:chgData name="Amal R Babu" userId="3a292d0a-112b-4bc3-bf38-7771656893d2" providerId="ADAL" clId="{992600FB-E5A2-48A8-ADC9-6968E10B5B48}" dt="2022-11-30T07:54:47.171" v="3616"/>
          <ac:spMkLst>
            <pc:docMk/>
            <pc:sldMk cId="2364773439" sldId="263"/>
            <ac:spMk id="104" creationId="{D77ECE3D-11A1-49E0-E2C7-15A8A515A6F6}"/>
          </ac:spMkLst>
        </pc:spChg>
        <pc:spChg chg="mod">
          <ac:chgData name="Amal R Babu" userId="3a292d0a-112b-4bc3-bf38-7771656893d2" providerId="ADAL" clId="{992600FB-E5A2-48A8-ADC9-6968E10B5B48}" dt="2022-11-30T07:54:47.171" v="3616"/>
          <ac:spMkLst>
            <pc:docMk/>
            <pc:sldMk cId="2364773439" sldId="263"/>
            <ac:spMk id="105" creationId="{4F076540-D42A-C913-15E6-9EE89E6551EE}"/>
          </ac:spMkLst>
        </pc:spChg>
        <pc:spChg chg="del">
          <ac:chgData name="Amal R Babu" userId="3a292d0a-112b-4bc3-bf38-7771656893d2" providerId="ADAL" clId="{992600FB-E5A2-48A8-ADC9-6968E10B5B48}" dt="2022-11-28T12:02:14.708" v="1886" actId="478"/>
          <ac:spMkLst>
            <pc:docMk/>
            <pc:sldMk cId="2364773439" sldId="263"/>
            <ac:spMk id="106" creationId="{037904D4-79E1-6049-546D-A8BBF89913C3}"/>
          </ac:spMkLst>
        </pc:spChg>
        <pc:spChg chg="add mod">
          <ac:chgData name="Amal R Babu" userId="3a292d0a-112b-4bc3-bf38-7771656893d2" providerId="ADAL" clId="{992600FB-E5A2-48A8-ADC9-6968E10B5B48}" dt="2022-11-30T07:54:47.171" v="3616"/>
          <ac:spMkLst>
            <pc:docMk/>
            <pc:sldMk cId="2364773439" sldId="263"/>
            <ac:spMk id="106" creationId="{3412226B-CE5E-83D8-4982-87F89179B6F3}"/>
          </ac:spMkLst>
        </pc:spChg>
        <pc:spChg chg="mod">
          <ac:chgData name="Amal R Babu" userId="3a292d0a-112b-4bc3-bf38-7771656893d2" providerId="ADAL" clId="{992600FB-E5A2-48A8-ADC9-6968E10B5B48}" dt="2022-11-30T07:54:47.171" v="3616"/>
          <ac:spMkLst>
            <pc:docMk/>
            <pc:sldMk cId="2364773439" sldId="263"/>
            <ac:spMk id="108" creationId="{09AB6ABC-9DB7-7C9D-50B2-ADF1290B3479}"/>
          </ac:spMkLst>
        </pc:spChg>
        <pc:spChg chg="del">
          <ac:chgData name="Amal R Babu" userId="3a292d0a-112b-4bc3-bf38-7771656893d2" providerId="ADAL" clId="{992600FB-E5A2-48A8-ADC9-6968E10B5B48}" dt="2022-11-28T12:02:10.864" v="1885" actId="478"/>
          <ac:spMkLst>
            <pc:docMk/>
            <pc:sldMk cId="2364773439" sldId="263"/>
            <ac:spMk id="108" creationId="{B6217125-7520-BCA5-9D64-5E4DE1EB5BEC}"/>
          </ac:spMkLst>
        </pc:spChg>
        <pc:spChg chg="del">
          <ac:chgData name="Amal R Babu" userId="3a292d0a-112b-4bc3-bf38-7771656893d2" providerId="ADAL" clId="{992600FB-E5A2-48A8-ADC9-6968E10B5B48}" dt="2022-11-30T06:30:55.438" v="3452" actId="478"/>
          <ac:spMkLst>
            <pc:docMk/>
            <pc:sldMk cId="2364773439" sldId="263"/>
            <ac:spMk id="109" creationId="{B205D4A8-03D0-E92D-2A10-7A44B4A53BD1}"/>
          </ac:spMkLst>
        </pc:spChg>
        <pc:spChg chg="mod">
          <ac:chgData name="Amal R Babu" userId="3a292d0a-112b-4bc3-bf38-7771656893d2" providerId="ADAL" clId="{992600FB-E5A2-48A8-ADC9-6968E10B5B48}" dt="2022-11-30T07:54:47.171" v="3616"/>
          <ac:spMkLst>
            <pc:docMk/>
            <pc:sldMk cId="2364773439" sldId="263"/>
            <ac:spMk id="110" creationId="{D1A149B4-30FE-7CAB-4FEC-3FB0DA4D9B12}"/>
          </ac:spMkLst>
        </pc:spChg>
        <pc:spChg chg="del">
          <ac:chgData name="Amal R Babu" userId="3a292d0a-112b-4bc3-bf38-7771656893d2" providerId="ADAL" clId="{992600FB-E5A2-48A8-ADC9-6968E10B5B48}" dt="2022-11-28T12:02:10.864" v="1885" actId="478"/>
          <ac:spMkLst>
            <pc:docMk/>
            <pc:sldMk cId="2364773439" sldId="263"/>
            <ac:spMk id="110" creationId="{E8D14ACA-4A8B-CC2F-8B69-E77BE4C4C77C}"/>
          </ac:spMkLst>
        </pc:spChg>
        <pc:spChg chg="del">
          <ac:chgData name="Amal R Babu" userId="3a292d0a-112b-4bc3-bf38-7771656893d2" providerId="ADAL" clId="{992600FB-E5A2-48A8-ADC9-6968E10B5B48}" dt="2022-11-28T12:02:10.864" v="1885" actId="478"/>
          <ac:spMkLst>
            <pc:docMk/>
            <pc:sldMk cId="2364773439" sldId="263"/>
            <ac:spMk id="111" creationId="{70847954-1D86-8E34-0C5F-F52295DFC94A}"/>
          </ac:spMkLst>
        </pc:spChg>
        <pc:spChg chg="add mod">
          <ac:chgData name="Amal R Babu" userId="3a292d0a-112b-4bc3-bf38-7771656893d2" providerId="ADAL" clId="{992600FB-E5A2-48A8-ADC9-6968E10B5B48}" dt="2022-11-30T07:54:47.171" v="3616"/>
          <ac:spMkLst>
            <pc:docMk/>
            <pc:sldMk cId="2364773439" sldId="263"/>
            <ac:spMk id="111" creationId="{D3A63189-9D51-6243-8BCA-6CC6EDD78266}"/>
          </ac:spMkLst>
        </pc:spChg>
        <pc:spChg chg="add mod">
          <ac:chgData name="Amal R Babu" userId="3a292d0a-112b-4bc3-bf38-7771656893d2" providerId="ADAL" clId="{992600FB-E5A2-48A8-ADC9-6968E10B5B48}" dt="2022-11-30T07:54:47.171" v="3616"/>
          <ac:spMkLst>
            <pc:docMk/>
            <pc:sldMk cId="2364773439" sldId="263"/>
            <ac:spMk id="112" creationId="{587B43F3-F29E-E5BC-1F14-4CB71CD49EF7}"/>
          </ac:spMkLst>
        </pc:spChg>
        <pc:spChg chg="del">
          <ac:chgData name="Amal R Babu" userId="3a292d0a-112b-4bc3-bf38-7771656893d2" providerId="ADAL" clId="{992600FB-E5A2-48A8-ADC9-6968E10B5B48}" dt="2022-11-28T12:02:14.708" v="1886" actId="478"/>
          <ac:spMkLst>
            <pc:docMk/>
            <pc:sldMk cId="2364773439" sldId="263"/>
            <ac:spMk id="113" creationId="{A7F600A5-7D5A-A214-0742-9DAA77F157D4}"/>
          </ac:spMkLst>
        </pc:spChg>
        <pc:spChg chg="del">
          <ac:chgData name="Amal R Babu" userId="3a292d0a-112b-4bc3-bf38-7771656893d2" providerId="ADAL" clId="{992600FB-E5A2-48A8-ADC9-6968E10B5B48}" dt="2022-11-28T12:02:10.864" v="1885" actId="478"/>
          <ac:spMkLst>
            <pc:docMk/>
            <pc:sldMk cId="2364773439" sldId="263"/>
            <ac:spMk id="115" creationId="{A27FDE62-9799-EB5A-814E-FA23C3CC50A6}"/>
          </ac:spMkLst>
        </pc:spChg>
        <pc:spChg chg="del">
          <ac:chgData name="Amal R Babu" userId="3a292d0a-112b-4bc3-bf38-7771656893d2" providerId="ADAL" clId="{992600FB-E5A2-48A8-ADC9-6968E10B5B48}" dt="2022-11-28T12:02:10.864" v="1885" actId="478"/>
          <ac:spMkLst>
            <pc:docMk/>
            <pc:sldMk cId="2364773439" sldId="263"/>
            <ac:spMk id="116" creationId="{CDAFE034-1DDF-0B78-4CF8-BF4AC861806D}"/>
          </ac:spMkLst>
        </pc:spChg>
        <pc:spChg chg="del">
          <ac:chgData name="Amal R Babu" userId="3a292d0a-112b-4bc3-bf38-7771656893d2" providerId="ADAL" clId="{992600FB-E5A2-48A8-ADC9-6968E10B5B48}" dt="2022-11-28T12:02:10.864" v="1885" actId="478"/>
          <ac:spMkLst>
            <pc:docMk/>
            <pc:sldMk cId="2364773439" sldId="263"/>
            <ac:spMk id="117" creationId="{D871040F-67CE-EB91-C424-A658A003FCAF}"/>
          </ac:spMkLst>
        </pc:spChg>
        <pc:spChg chg="del">
          <ac:chgData name="Amal R Babu" userId="3a292d0a-112b-4bc3-bf38-7771656893d2" providerId="ADAL" clId="{992600FB-E5A2-48A8-ADC9-6968E10B5B48}" dt="2022-11-28T12:02:14.708" v="1886" actId="478"/>
          <ac:spMkLst>
            <pc:docMk/>
            <pc:sldMk cId="2364773439" sldId="263"/>
            <ac:spMk id="119" creationId="{424534C7-782C-3874-2BB3-1B9469066184}"/>
          </ac:spMkLst>
        </pc:spChg>
        <pc:spChg chg="del">
          <ac:chgData name="Amal R Babu" userId="3a292d0a-112b-4bc3-bf38-7771656893d2" providerId="ADAL" clId="{992600FB-E5A2-48A8-ADC9-6968E10B5B48}" dt="2022-11-28T12:02:10.864" v="1885" actId="478"/>
          <ac:spMkLst>
            <pc:docMk/>
            <pc:sldMk cId="2364773439" sldId="263"/>
            <ac:spMk id="121" creationId="{19F46ABE-616C-D9F7-AE04-12D9CD5300BD}"/>
          </ac:spMkLst>
        </pc:spChg>
        <pc:spChg chg="del">
          <ac:chgData name="Amal R Babu" userId="3a292d0a-112b-4bc3-bf38-7771656893d2" providerId="ADAL" clId="{992600FB-E5A2-48A8-ADC9-6968E10B5B48}" dt="2022-11-28T12:02:10.864" v="1885" actId="478"/>
          <ac:spMkLst>
            <pc:docMk/>
            <pc:sldMk cId="2364773439" sldId="263"/>
            <ac:spMk id="122" creationId="{6D8DF8F6-B8E2-B147-77D0-91F2AEF0E849}"/>
          </ac:spMkLst>
        </pc:spChg>
        <pc:spChg chg="del">
          <ac:chgData name="Amal R Babu" userId="3a292d0a-112b-4bc3-bf38-7771656893d2" providerId="ADAL" clId="{992600FB-E5A2-48A8-ADC9-6968E10B5B48}" dt="2022-11-28T12:02:10.864" v="1885" actId="478"/>
          <ac:spMkLst>
            <pc:docMk/>
            <pc:sldMk cId="2364773439" sldId="263"/>
            <ac:spMk id="123" creationId="{47854B95-65DE-90B4-D0E4-300A8804A8F6}"/>
          </ac:spMkLst>
        </pc:spChg>
        <pc:grpChg chg="add mod">
          <ac:chgData name="Amal R Babu" userId="3a292d0a-112b-4bc3-bf38-7771656893d2" providerId="ADAL" clId="{992600FB-E5A2-48A8-ADC9-6968E10B5B48}" dt="2022-12-07T05:42:01.818" v="3717"/>
          <ac:grpSpMkLst>
            <pc:docMk/>
            <pc:sldMk cId="2364773439" sldId="263"/>
            <ac:grpSpMk id="7" creationId="{7AE04041-2489-1C8B-2FC9-949BCD046337}"/>
          </ac:grpSpMkLst>
        </pc:grpChg>
        <pc:grpChg chg="add mod">
          <ac:chgData name="Amal R Babu" userId="3a292d0a-112b-4bc3-bf38-7771656893d2" providerId="ADAL" clId="{992600FB-E5A2-48A8-ADC9-6968E10B5B48}" dt="2022-11-30T07:54:47.171" v="3616"/>
          <ac:grpSpMkLst>
            <pc:docMk/>
            <pc:sldMk cId="2364773439" sldId="263"/>
            <ac:grpSpMk id="15" creationId="{DCA17B6E-88D8-773E-BFC3-93D754FEFFD1}"/>
          </ac:grpSpMkLst>
        </pc:grpChg>
        <pc:grpChg chg="add mod">
          <ac:chgData name="Amal R Babu" userId="3a292d0a-112b-4bc3-bf38-7771656893d2" providerId="ADAL" clId="{992600FB-E5A2-48A8-ADC9-6968E10B5B48}" dt="2022-12-07T05:42:01.818" v="3717"/>
          <ac:grpSpMkLst>
            <pc:docMk/>
            <pc:sldMk cId="2364773439" sldId="263"/>
            <ac:grpSpMk id="16" creationId="{589B536A-21A8-C49C-C264-E5F388E1EA52}"/>
          </ac:grpSpMkLst>
        </pc:grpChg>
        <pc:grpChg chg="del mod">
          <ac:chgData name="Amal R Babu" userId="3a292d0a-112b-4bc3-bf38-7771656893d2" providerId="ADAL" clId="{992600FB-E5A2-48A8-ADC9-6968E10B5B48}" dt="2022-11-30T07:54:46.590" v="3615" actId="478"/>
          <ac:grpSpMkLst>
            <pc:docMk/>
            <pc:sldMk cId="2364773439" sldId="263"/>
            <ac:grpSpMk id="30" creationId="{9ECCC638-745A-4CD5-37F4-34E729654B57}"/>
          </ac:grpSpMkLst>
        </pc:grpChg>
        <pc:grpChg chg="add mod">
          <ac:chgData name="Amal R Babu" userId="3a292d0a-112b-4bc3-bf38-7771656893d2" providerId="ADAL" clId="{992600FB-E5A2-48A8-ADC9-6968E10B5B48}" dt="2022-11-30T07:54:47.171" v="3616"/>
          <ac:grpSpMkLst>
            <pc:docMk/>
            <pc:sldMk cId="2364773439" sldId="263"/>
            <ac:grpSpMk id="32" creationId="{99EBF417-F5BF-8487-96E6-6DB0379E7A53}"/>
          </ac:grpSpMkLst>
        </pc:grpChg>
        <pc:grpChg chg="add del mod">
          <ac:chgData name="Amal R Babu" userId="3a292d0a-112b-4bc3-bf38-7771656893d2" providerId="ADAL" clId="{992600FB-E5A2-48A8-ADC9-6968E10B5B48}" dt="2022-11-28T12:06:31.405" v="1934" actId="165"/>
          <ac:grpSpMkLst>
            <pc:docMk/>
            <pc:sldMk cId="2364773439" sldId="263"/>
            <ac:grpSpMk id="40" creationId="{C6F3DF96-7917-E042-A086-D5EE3485504D}"/>
          </ac:grpSpMkLst>
        </pc:grpChg>
        <pc:grpChg chg="add mod">
          <ac:chgData name="Amal R Babu" userId="3a292d0a-112b-4bc3-bf38-7771656893d2" providerId="ADAL" clId="{992600FB-E5A2-48A8-ADC9-6968E10B5B48}" dt="2022-11-30T07:54:47.171" v="3616"/>
          <ac:grpSpMkLst>
            <pc:docMk/>
            <pc:sldMk cId="2364773439" sldId="263"/>
            <ac:grpSpMk id="42" creationId="{BD4A6E65-57F7-591E-2153-C006B4235BD4}"/>
          </ac:grpSpMkLst>
        </pc:grpChg>
        <pc:grpChg chg="add del mod">
          <ac:chgData name="Amal R Babu" userId="3a292d0a-112b-4bc3-bf38-7771656893d2" providerId="ADAL" clId="{992600FB-E5A2-48A8-ADC9-6968E10B5B48}" dt="2022-11-28T12:06:31.405" v="1934" actId="165"/>
          <ac:grpSpMkLst>
            <pc:docMk/>
            <pc:sldMk cId="2364773439" sldId="263"/>
            <ac:grpSpMk id="42" creationId="{E7BC2830-A1DD-5716-F047-B4AEC6BA4D11}"/>
          </ac:grpSpMkLst>
        </pc:grpChg>
        <pc:grpChg chg="del">
          <ac:chgData name="Amal R Babu" userId="3a292d0a-112b-4bc3-bf38-7771656893d2" providerId="ADAL" clId="{992600FB-E5A2-48A8-ADC9-6968E10B5B48}" dt="2022-11-30T07:54:46.590" v="3615" actId="478"/>
          <ac:grpSpMkLst>
            <pc:docMk/>
            <pc:sldMk cId="2364773439" sldId="263"/>
            <ac:grpSpMk id="47" creationId="{5C6579D9-4E04-AE17-CF35-68ADBC5766B2}"/>
          </ac:grpSpMkLst>
        </pc:grpChg>
        <pc:grpChg chg="add del mod">
          <ac:chgData name="Amal R Babu" userId="3a292d0a-112b-4bc3-bf38-7771656893d2" providerId="ADAL" clId="{992600FB-E5A2-48A8-ADC9-6968E10B5B48}" dt="2022-11-28T12:06:31.405" v="1934" actId="165"/>
          <ac:grpSpMkLst>
            <pc:docMk/>
            <pc:sldMk cId="2364773439" sldId="263"/>
            <ac:grpSpMk id="52" creationId="{10E5D75B-5F95-CE1B-5E51-E93A24AEB5F9}"/>
          </ac:grpSpMkLst>
        </pc:grpChg>
        <pc:grpChg chg="del">
          <ac:chgData name="Amal R Babu" userId="3a292d0a-112b-4bc3-bf38-7771656893d2" providerId="ADAL" clId="{992600FB-E5A2-48A8-ADC9-6968E10B5B48}" dt="2022-11-30T07:54:46.590" v="3615" actId="478"/>
          <ac:grpSpMkLst>
            <pc:docMk/>
            <pc:sldMk cId="2364773439" sldId="263"/>
            <ac:grpSpMk id="54" creationId="{73F997E9-B116-D8A6-6EF5-C091C7C77B6D}"/>
          </ac:grpSpMkLst>
        </pc:grpChg>
        <pc:grpChg chg="add del mod">
          <ac:chgData name="Amal R Babu" userId="3a292d0a-112b-4bc3-bf38-7771656893d2" providerId="ADAL" clId="{992600FB-E5A2-48A8-ADC9-6968E10B5B48}" dt="2022-11-28T12:06:31.405" v="1934" actId="165"/>
          <ac:grpSpMkLst>
            <pc:docMk/>
            <pc:sldMk cId="2364773439" sldId="263"/>
            <ac:grpSpMk id="61" creationId="{B031F842-06EB-E812-8C5C-1FE6DED4E3B3}"/>
          </ac:grpSpMkLst>
        </pc:grpChg>
        <pc:grpChg chg="del">
          <ac:chgData name="Amal R Babu" userId="3a292d0a-112b-4bc3-bf38-7771656893d2" providerId="ADAL" clId="{992600FB-E5A2-48A8-ADC9-6968E10B5B48}" dt="2022-12-07T05:42:01.362" v="3716" actId="478"/>
          <ac:grpSpMkLst>
            <pc:docMk/>
            <pc:sldMk cId="2364773439" sldId="263"/>
            <ac:grpSpMk id="67" creationId="{6D8E5ACC-26DE-243B-180E-E19057A9EB34}"/>
          </ac:grpSpMkLst>
        </pc:grpChg>
        <pc:grpChg chg="del">
          <ac:chgData name="Amal R Babu" userId="3a292d0a-112b-4bc3-bf38-7771656893d2" providerId="ADAL" clId="{992600FB-E5A2-48A8-ADC9-6968E10B5B48}" dt="2022-12-07T05:42:01.362" v="3716" actId="478"/>
          <ac:grpSpMkLst>
            <pc:docMk/>
            <pc:sldMk cId="2364773439" sldId="263"/>
            <ac:grpSpMk id="68" creationId="{CE1D2690-EA4E-562F-8571-7A8695694CC3}"/>
          </ac:grpSpMkLst>
        </pc:grpChg>
        <pc:grpChg chg="add del mod">
          <ac:chgData name="Amal R Babu" userId="3a292d0a-112b-4bc3-bf38-7771656893d2" providerId="ADAL" clId="{992600FB-E5A2-48A8-ADC9-6968E10B5B48}" dt="2022-11-28T12:06:31.405" v="1934" actId="165"/>
          <ac:grpSpMkLst>
            <pc:docMk/>
            <pc:sldMk cId="2364773439" sldId="263"/>
            <ac:grpSpMk id="82" creationId="{F17D651A-F164-6108-D507-28C92CFA99F4}"/>
          </ac:grpSpMkLst>
        </pc:grpChg>
        <pc:grpChg chg="add del mod">
          <ac:chgData name="Amal R Babu" userId="3a292d0a-112b-4bc3-bf38-7771656893d2" providerId="ADAL" clId="{992600FB-E5A2-48A8-ADC9-6968E10B5B48}" dt="2022-11-28T12:06:31.405" v="1934" actId="165"/>
          <ac:grpSpMkLst>
            <pc:docMk/>
            <pc:sldMk cId="2364773439" sldId="263"/>
            <ac:grpSpMk id="87" creationId="{F37982FF-49AE-81FE-9CAD-D27164FF9BED}"/>
          </ac:grpSpMkLst>
        </pc:grpChg>
        <pc:grpChg chg="del">
          <ac:chgData name="Amal R Babu" userId="3a292d0a-112b-4bc3-bf38-7771656893d2" providerId="ADAL" clId="{992600FB-E5A2-48A8-ADC9-6968E10B5B48}" dt="2022-11-30T07:54:46.590" v="3615" actId="478"/>
          <ac:grpSpMkLst>
            <pc:docMk/>
            <pc:sldMk cId="2364773439" sldId="263"/>
            <ac:grpSpMk id="88" creationId="{5202437B-09C4-B9C2-DFB9-8FE4C3A1D94B}"/>
          </ac:grpSpMkLst>
        </pc:grpChg>
        <pc:grpChg chg="del">
          <ac:chgData name="Amal R Babu" userId="3a292d0a-112b-4bc3-bf38-7771656893d2" providerId="ADAL" clId="{992600FB-E5A2-48A8-ADC9-6968E10B5B48}" dt="2022-11-30T07:54:46.590" v="3615" actId="478"/>
          <ac:grpSpMkLst>
            <pc:docMk/>
            <pc:sldMk cId="2364773439" sldId="263"/>
            <ac:grpSpMk id="98" creationId="{5E12AE22-4B66-8998-2063-3E4A6A50C8CF}"/>
          </ac:grpSpMkLst>
        </pc:grpChg>
        <pc:grpChg chg="add mod">
          <ac:chgData name="Amal R Babu" userId="3a292d0a-112b-4bc3-bf38-7771656893d2" providerId="ADAL" clId="{992600FB-E5A2-48A8-ADC9-6968E10B5B48}" dt="2022-11-30T07:54:47.171" v="3616"/>
          <ac:grpSpMkLst>
            <pc:docMk/>
            <pc:sldMk cId="2364773439" sldId="263"/>
            <ac:grpSpMk id="103" creationId="{691DBCFF-C218-F693-C971-E78D0B408895}"/>
          </ac:grpSpMkLst>
        </pc:grpChg>
        <pc:grpChg chg="add mod">
          <ac:chgData name="Amal R Babu" userId="3a292d0a-112b-4bc3-bf38-7771656893d2" providerId="ADAL" clId="{992600FB-E5A2-48A8-ADC9-6968E10B5B48}" dt="2022-11-30T07:54:47.171" v="3616"/>
          <ac:grpSpMkLst>
            <pc:docMk/>
            <pc:sldMk cId="2364773439" sldId="263"/>
            <ac:grpSpMk id="107" creationId="{B9821F4E-4854-89D8-5E30-59A941EFD48D}"/>
          </ac:grpSpMkLst>
        </pc:grpChg>
        <pc:picChg chg="mod">
          <ac:chgData name="Amal R Babu" userId="3a292d0a-112b-4bc3-bf38-7771656893d2" providerId="ADAL" clId="{992600FB-E5A2-48A8-ADC9-6968E10B5B48}" dt="2022-11-30T07:54:47.171" v="3616"/>
          <ac:picMkLst>
            <pc:docMk/>
            <pc:sldMk cId="2364773439" sldId="263"/>
            <ac:picMk id="40" creationId="{E1371427-7656-886C-4F94-FBD75CE9E099}"/>
          </ac:picMkLst>
        </pc:picChg>
        <pc:picChg chg="del">
          <ac:chgData name="Amal R Babu" userId="3a292d0a-112b-4bc3-bf38-7771656893d2" providerId="ADAL" clId="{992600FB-E5A2-48A8-ADC9-6968E10B5B48}" dt="2022-11-28T12:02:10.864" v="1885" actId="478"/>
          <ac:picMkLst>
            <pc:docMk/>
            <pc:sldMk cId="2364773439" sldId="263"/>
            <ac:picMk id="129" creationId="{620E740B-981C-EA48-B440-8BD78B5F6DBD}"/>
          </ac:picMkLst>
        </pc:picChg>
        <pc:picChg chg="del">
          <ac:chgData name="Amal R Babu" userId="3a292d0a-112b-4bc3-bf38-7771656893d2" providerId="ADAL" clId="{992600FB-E5A2-48A8-ADC9-6968E10B5B48}" dt="2022-11-28T12:02:10.864" v="1885" actId="478"/>
          <ac:picMkLst>
            <pc:docMk/>
            <pc:sldMk cId="2364773439" sldId="263"/>
            <ac:picMk id="131" creationId="{B69AF3C8-289A-E969-969C-1D44BF52141B}"/>
          </ac:picMkLst>
        </pc:picChg>
        <pc:picChg chg="del">
          <ac:chgData name="Amal R Babu" userId="3a292d0a-112b-4bc3-bf38-7771656893d2" providerId="ADAL" clId="{992600FB-E5A2-48A8-ADC9-6968E10B5B48}" dt="2022-11-28T12:02:10.864" v="1885" actId="478"/>
          <ac:picMkLst>
            <pc:docMk/>
            <pc:sldMk cId="2364773439" sldId="263"/>
            <ac:picMk id="133" creationId="{C7C8D3D3-205C-5534-E5B1-B4274EF5DB3C}"/>
          </ac:picMkLst>
        </pc:picChg>
        <pc:picChg chg="del">
          <ac:chgData name="Amal R Babu" userId="3a292d0a-112b-4bc3-bf38-7771656893d2" providerId="ADAL" clId="{992600FB-E5A2-48A8-ADC9-6968E10B5B48}" dt="2022-11-28T12:02:10.864" v="1885" actId="478"/>
          <ac:picMkLst>
            <pc:docMk/>
            <pc:sldMk cId="2364773439" sldId="263"/>
            <ac:picMk id="135" creationId="{49D8565B-C397-D9DC-E7EB-16966D7FA288}"/>
          </ac:picMkLst>
        </pc:picChg>
        <pc:cxnChg chg="del">
          <ac:chgData name="Amal R Babu" userId="3a292d0a-112b-4bc3-bf38-7771656893d2" providerId="ADAL" clId="{992600FB-E5A2-48A8-ADC9-6968E10B5B48}" dt="2022-11-30T07:54:46.590" v="3615" actId="478"/>
          <ac:cxnSpMkLst>
            <pc:docMk/>
            <pc:sldMk cId="2364773439" sldId="263"/>
            <ac:cxnSpMk id="7" creationId="{1C225904-9D2F-F0C8-8BBE-32DEDB3F8B8F}"/>
          </ac:cxnSpMkLst>
        </pc:cxnChg>
        <pc:cxnChg chg="add mod">
          <ac:chgData name="Amal R Babu" userId="3a292d0a-112b-4bc3-bf38-7771656893d2" providerId="ADAL" clId="{992600FB-E5A2-48A8-ADC9-6968E10B5B48}" dt="2022-11-30T07:54:47.171" v="3616"/>
          <ac:cxnSpMkLst>
            <pc:docMk/>
            <pc:sldMk cId="2364773439" sldId="263"/>
            <ac:cxnSpMk id="87" creationId="{456A5BA5-2440-DF86-D8E7-A321F282A4B5}"/>
          </ac:cxnSpMkLst>
        </pc:cxnChg>
      </pc:sldChg>
      <pc:sldChg chg="addSp delSp modSp add mod">
        <pc:chgData name="Amal R Babu" userId="3a292d0a-112b-4bc3-bf38-7771656893d2" providerId="ADAL" clId="{992600FB-E5A2-48A8-ADC9-6968E10B5B48}" dt="2022-12-07T05:42:06.208" v="3719"/>
        <pc:sldMkLst>
          <pc:docMk/>
          <pc:sldMk cId="3925121589" sldId="264"/>
        </pc:sldMkLst>
        <pc:spChg chg="add mod">
          <ac:chgData name="Amal R Babu" userId="3a292d0a-112b-4bc3-bf38-7771656893d2" providerId="ADAL" clId="{992600FB-E5A2-48A8-ADC9-6968E10B5B48}" dt="2022-11-28T12:32:56.686" v="2285" actId="1076"/>
          <ac:spMkLst>
            <pc:docMk/>
            <pc:sldMk cId="3925121589" sldId="264"/>
            <ac:spMk id="2" creationId="{8003C6B7-2504-C74B-2DFE-98789B2D5D42}"/>
          </ac:spMkLst>
        </pc:spChg>
        <pc:spChg chg="mod">
          <ac:chgData name="Amal R Babu" userId="3a292d0a-112b-4bc3-bf38-7771656893d2" providerId="ADAL" clId="{992600FB-E5A2-48A8-ADC9-6968E10B5B48}" dt="2022-11-30T07:55:06.570" v="3620" actId="34135"/>
          <ac:spMkLst>
            <pc:docMk/>
            <pc:sldMk cId="3925121589" sldId="264"/>
            <ac:spMk id="3" creationId="{1025ACCD-BEFE-4057-D0DA-23300AB28132}"/>
          </ac:spMkLst>
        </pc:spChg>
        <pc:spChg chg="mod">
          <ac:chgData name="Amal R Babu" userId="3a292d0a-112b-4bc3-bf38-7771656893d2" providerId="ADAL" clId="{992600FB-E5A2-48A8-ADC9-6968E10B5B48}" dt="2022-12-07T05:42:06.208" v="3719"/>
          <ac:spMkLst>
            <pc:docMk/>
            <pc:sldMk cId="3925121589" sldId="264"/>
            <ac:spMk id="9" creationId="{216EA037-44E9-8803-2C22-FB4BE4803835}"/>
          </ac:spMkLst>
        </pc:spChg>
        <pc:spChg chg="del mod">
          <ac:chgData name="Amal R Babu" userId="3a292d0a-112b-4bc3-bf38-7771656893d2" providerId="ADAL" clId="{992600FB-E5A2-48A8-ADC9-6968E10B5B48}" dt="2022-11-30T07:55:09.728" v="3621" actId="478"/>
          <ac:spMkLst>
            <pc:docMk/>
            <pc:sldMk cId="3925121589" sldId="264"/>
            <ac:spMk id="9" creationId="{67D53DBD-07C2-B89B-2A5E-6EA3F0CE967B}"/>
          </ac:spMkLst>
        </pc:spChg>
        <pc:spChg chg="add mod topLvl">
          <ac:chgData name="Amal R Babu" userId="3a292d0a-112b-4bc3-bf38-7771656893d2" providerId="ADAL" clId="{992600FB-E5A2-48A8-ADC9-6968E10B5B48}" dt="2022-11-28T12:32:51.455" v="2284" actId="14100"/>
          <ac:spMkLst>
            <pc:docMk/>
            <pc:sldMk cId="3925121589" sldId="264"/>
            <ac:spMk id="10" creationId="{6D4E7F52-A4B9-A476-76E7-4CDFB824A10D}"/>
          </ac:spMkLst>
        </pc:spChg>
        <pc:spChg chg="add del mod">
          <ac:chgData name="Amal R Babu" userId="3a292d0a-112b-4bc3-bf38-7771656893d2" providerId="ADAL" clId="{992600FB-E5A2-48A8-ADC9-6968E10B5B48}" dt="2022-11-30T03:14:40.365" v="2330" actId="21"/>
          <ac:spMkLst>
            <pc:docMk/>
            <pc:sldMk cId="3925121589" sldId="264"/>
            <ac:spMk id="11" creationId="{5C94CC49-237D-E0A1-92A0-E06EAB7602C5}"/>
          </ac:spMkLst>
        </pc:spChg>
        <pc:spChg chg="mod">
          <ac:chgData name="Amal R Babu" userId="3a292d0a-112b-4bc3-bf38-7771656893d2" providerId="ADAL" clId="{992600FB-E5A2-48A8-ADC9-6968E10B5B48}" dt="2022-12-07T05:42:06.208" v="3719"/>
          <ac:spMkLst>
            <pc:docMk/>
            <pc:sldMk cId="3925121589" sldId="264"/>
            <ac:spMk id="11" creationId="{9535D36F-63A6-78B9-EE09-98917FF6DABB}"/>
          </ac:spMkLst>
        </pc:spChg>
        <pc:spChg chg="add del mod">
          <ac:chgData name="Amal R Babu" userId="3a292d0a-112b-4bc3-bf38-7771656893d2" providerId="ADAL" clId="{992600FB-E5A2-48A8-ADC9-6968E10B5B48}" dt="2022-11-28T12:27:24.200" v="2209" actId="478"/>
          <ac:spMkLst>
            <pc:docMk/>
            <pc:sldMk cId="3925121589" sldId="264"/>
            <ac:spMk id="11" creationId="{C72EE89A-25CA-896F-C4DE-9B1D99B3C8BC}"/>
          </ac:spMkLst>
        </pc:spChg>
        <pc:spChg chg="add del mod">
          <ac:chgData name="Amal R Babu" userId="3a292d0a-112b-4bc3-bf38-7771656893d2" providerId="ADAL" clId="{992600FB-E5A2-48A8-ADC9-6968E10B5B48}" dt="2022-11-28T12:27:24.200" v="2209" actId="478"/>
          <ac:spMkLst>
            <pc:docMk/>
            <pc:sldMk cId="3925121589" sldId="264"/>
            <ac:spMk id="12" creationId="{2DC8FC04-F641-23C6-B8B9-2706F5E3F43C}"/>
          </ac:spMkLst>
        </pc:spChg>
        <pc:spChg chg="add mod">
          <ac:chgData name="Amal R Babu" userId="3a292d0a-112b-4bc3-bf38-7771656893d2" providerId="ADAL" clId="{992600FB-E5A2-48A8-ADC9-6968E10B5B48}" dt="2022-11-30T07:55:17.021" v="3623" actId="207"/>
          <ac:spMkLst>
            <pc:docMk/>
            <pc:sldMk cId="3925121589" sldId="264"/>
            <ac:spMk id="12" creationId="{46A12190-0CC8-B6CF-BF17-6377A6862C83}"/>
          </ac:spMkLst>
        </pc:spChg>
        <pc:spChg chg="del">
          <ac:chgData name="Amal R Babu" userId="3a292d0a-112b-4bc3-bf38-7771656893d2" providerId="ADAL" clId="{992600FB-E5A2-48A8-ADC9-6968E10B5B48}" dt="2022-11-30T07:55:09.728" v="3621" actId="478"/>
          <ac:spMkLst>
            <pc:docMk/>
            <pc:sldMk cId="3925121589" sldId="264"/>
            <ac:spMk id="13" creationId="{4F3E08FA-4C08-7258-FA22-03C53F09604C}"/>
          </ac:spMkLst>
        </pc:spChg>
        <pc:spChg chg="add mod">
          <ac:chgData name="Amal R Babu" userId="3a292d0a-112b-4bc3-bf38-7771656893d2" providerId="ADAL" clId="{992600FB-E5A2-48A8-ADC9-6968E10B5B48}" dt="2022-11-30T07:55:20.982" v="3624" actId="207"/>
          <ac:spMkLst>
            <pc:docMk/>
            <pc:sldMk cId="3925121589" sldId="264"/>
            <ac:spMk id="14" creationId="{225C33A8-D464-15F3-A3B3-3F6D982257AD}"/>
          </ac:spMkLst>
        </pc:spChg>
        <pc:spChg chg="add del mod">
          <ac:chgData name="Amal R Babu" userId="3a292d0a-112b-4bc3-bf38-7771656893d2" providerId="ADAL" clId="{992600FB-E5A2-48A8-ADC9-6968E10B5B48}" dt="2022-11-28T12:27:24.200" v="2209" actId="478"/>
          <ac:spMkLst>
            <pc:docMk/>
            <pc:sldMk cId="3925121589" sldId="264"/>
            <ac:spMk id="14" creationId="{316B43B8-8751-D328-1F96-75136973D818}"/>
          </ac:spMkLst>
        </pc:spChg>
        <pc:spChg chg="add del mod">
          <ac:chgData name="Amal R Babu" userId="3a292d0a-112b-4bc3-bf38-7771656893d2" providerId="ADAL" clId="{992600FB-E5A2-48A8-ADC9-6968E10B5B48}" dt="2022-11-28T12:27:18.606" v="2208" actId="478"/>
          <ac:spMkLst>
            <pc:docMk/>
            <pc:sldMk cId="3925121589" sldId="264"/>
            <ac:spMk id="15" creationId="{11B01491-D9BE-7B4E-938E-735B7129EF39}"/>
          </ac:spMkLst>
        </pc:spChg>
        <pc:spChg chg="add mod">
          <ac:chgData name="Amal R Babu" userId="3a292d0a-112b-4bc3-bf38-7771656893d2" providerId="ADAL" clId="{992600FB-E5A2-48A8-ADC9-6968E10B5B48}" dt="2022-11-30T07:55:10.325" v="3622"/>
          <ac:spMkLst>
            <pc:docMk/>
            <pc:sldMk cId="3925121589" sldId="264"/>
            <ac:spMk id="15" creationId="{CB1ABD79-CD12-4AE0-01FE-53FCF7C19698}"/>
          </ac:spMkLst>
        </pc:spChg>
        <pc:spChg chg="del">
          <ac:chgData name="Amal R Babu" userId="3a292d0a-112b-4bc3-bf38-7771656893d2" providerId="ADAL" clId="{992600FB-E5A2-48A8-ADC9-6968E10B5B48}" dt="2022-11-30T07:55:09.728" v="3621" actId="478"/>
          <ac:spMkLst>
            <pc:docMk/>
            <pc:sldMk cId="3925121589" sldId="264"/>
            <ac:spMk id="16" creationId="{2913EB48-94F5-98C7-C275-915A1AD4D3EA}"/>
          </ac:spMkLst>
        </pc:spChg>
        <pc:spChg chg="mod">
          <ac:chgData name="Amal R Babu" userId="3a292d0a-112b-4bc3-bf38-7771656893d2" providerId="ADAL" clId="{992600FB-E5A2-48A8-ADC9-6968E10B5B48}" dt="2022-12-07T05:42:06.208" v="3719"/>
          <ac:spMkLst>
            <pc:docMk/>
            <pc:sldMk cId="3925121589" sldId="264"/>
            <ac:spMk id="16" creationId="{46DD6830-AD3A-7B82-FF35-7ECF72F81C5A}"/>
          </ac:spMkLst>
        </pc:spChg>
        <pc:spChg chg="del">
          <ac:chgData name="Amal R Babu" userId="3a292d0a-112b-4bc3-bf38-7771656893d2" providerId="ADAL" clId="{992600FB-E5A2-48A8-ADC9-6968E10B5B48}" dt="2022-11-30T07:55:09.728" v="3621" actId="478"/>
          <ac:spMkLst>
            <pc:docMk/>
            <pc:sldMk cId="3925121589" sldId="264"/>
            <ac:spMk id="17" creationId="{29D393BC-86FC-4CA8-8830-E874EA43EE28}"/>
          </ac:spMkLst>
        </pc:spChg>
        <pc:spChg chg="mod">
          <ac:chgData name="Amal R Babu" userId="3a292d0a-112b-4bc3-bf38-7771656893d2" providerId="ADAL" clId="{992600FB-E5A2-48A8-ADC9-6968E10B5B48}" dt="2022-12-07T05:42:06.208" v="3719"/>
          <ac:spMkLst>
            <pc:docMk/>
            <pc:sldMk cId="3925121589" sldId="264"/>
            <ac:spMk id="17" creationId="{E660E774-EC98-9A05-AF92-109C9A2EE2DC}"/>
          </ac:spMkLst>
        </pc:spChg>
        <pc:spChg chg="add mod topLvl">
          <ac:chgData name="Amal R Babu" userId="3a292d0a-112b-4bc3-bf38-7771656893d2" providerId="ADAL" clId="{992600FB-E5A2-48A8-ADC9-6968E10B5B48}" dt="2022-11-28T12:32:25.334" v="2279" actId="1076"/>
          <ac:spMkLst>
            <pc:docMk/>
            <pc:sldMk cId="3925121589" sldId="264"/>
            <ac:spMk id="18" creationId="{A4A61CB0-88E3-24DD-6AF8-E3665F11CA3D}"/>
          </ac:spMkLst>
        </pc:spChg>
        <pc:spChg chg="del">
          <ac:chgData name="Amal R Babu" userId="3a292d0a-112b-4bc3-bf38-7771656893d2" providerId="ADAL" clId="{992600FB-E5A2-48A8-ADC9-6968E10B5B48}" dt="2022-11-30T07:55:09.728" v="3621" actId="478"/>
          <ac:spMkLst>
            <pc:docMk/>
            <pc:sldMk cId="3925121589" sldId="264"/>
            <ac:spMk id="19" creationId="{B5F22004-B568-5F9F-D315-B9048F8F933E}"/>
          </ac:spMkLst>
        </pc:spChg>
        <pc:spChg chg="del">
          <ac:chgData name="Amal R Babu" userId="3a292d0a-112b-4bc3-bf38-7771656893d2" providerId="ADAL" clId="{992600FB-E5A2-48A8-ADC9-6968E10B5B48}" dt="2022-11-30T07:55:09.728" v="3621" actId="478"/>
          <ac:spMkLst>
            <pc:docMk/>
            <pc:sldMk cId="3925121589" sldId="264"/>
            <ac:spMk id="20" creationId="{DBD7492E-2CD4-61A0-9EEE-CEE4E61AED9D}"/>
          </ac:spMkLst>
        </pc:spChg>
        <pc:spChg chg="del">
          <ac:chgData name="Amal R Babu" userId="3a292d0a-112b-4bc3-bf38-7771656893d2" providerId="ADAL" clId="{992600FB-E5A2-48A8-ADC9-6968E10B5B48}" dt="2022-11-30T07:55:09.728" v="3621" actId="478"/>
          <ac:spMkLst>
            <pc:docMk/>
            <pc:sldMk cId="3925121589" sldId="264"/>
            <ac:spMk id="21" creationId="{88AF1956-F7FB-2ADE-A3E7-1F7329C9752A}"/>
          </ac:spMkLst>
        </pc:spChg>
        <pc:spChg chg="del">
          <ac:chgData name="Amal R Babu" userId="3a292d0a-112b-4bc3-bf38-7771656893d2" providerId="ADAL" clId="{992600FB-E5A2-48A8-ADC9-6968E10B5B48}" dt="2022-11-30T07:55:09.728" v="3621" actId="478"/>
          <ac:spMkLst>
            <pc:docMk/>
            <pc:sldMk cId="3925121589" sldId="264"/>
            <ac:spMk id="22" creationId="{B8560F59-A67B-8514-2A4E-47A28A1A48B1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23" creationId="{44AF4737-265B-A328-3F66-0E2783658E82}"/>
          </ac:spMkLst>
        </pc:spChg>
        <pc:spChg chg="add mod">
          <ac:chgData name="Amal R Babu" userId="3a292d0a-112b-4bc3-bf38-7771656893d2" providerId="ADAL" clId="{992600FB-E5A2-48A8-ADC9-6968E10B5B48}" dt="2022-11-30T07:55:10.325" v="3622"/>
          <ac:spMkLst>
            <pc:docMk/>
            <pc:sldMk cId="3925121589" sldId="264"/>
            <ac:spMk id="23" creationId="{99F1C548-7DF1-D9B0-AF70-B71DF78AFFE7}"/>
          </ac:spMkLst>
        </pc:spChg>
        <pc:spChg chg="add mod">
          <ac:chgData name="Amal R Babu" userId="3a292d0a-112b-4bc3-bf38-7771656893d2" providerId="ADAL" clId="{992600FB-E5A2-48A8-ADC9-6968E10B5B48}" dt="2022-11-30T07:55:10.325" v="3622"/>
          <ac:spMkLst>
            <pc:docMk/>
            <pc:sldMk cId="3925121589" sldId="264"/>
            <ac:spMk id="24" creationId="{3565DD52-89BB-BA75-519A-137D02DA03B3}"/>
          </ac:spMkLst>
        </pc:spChg>
        <pc:spChg chg="add del mod">
          <ac:chgData name="Amal R Babu" userId="3a292d0a-112b-4bc3-bf38-7771656893d2" providerId="ADAL" clId="{992600FB-E5A2-48A8-ADC9-6968E10B5B48}" dt="2022-11-28T12:27:24.200" v="2209" actId="478"/>
          <ac:spMkLst>
            <pc:docMk/>
            <pc:sldMk cId="3925121589" sldId="264"/>
            <ac:spMk id="24" creationId="{FDBD025D-BF87-F869-808B-3B00E187A8C7}"/>
          </ac:spMkLst>
        </pc:spChg>
        <pc:spChg chg="add del mod">
          <ac:chgData name="Amal R Babu" userId="3a292d0a-112b-4bc3-bf38-7771656893d2" providerId="ADAL" clId="{992600FB-E5A2-48A8-ADC9-6968E10B5B48}" dt="2022-11-28T12:27:24.200" v="2209" actId="478"/>
          <ac:spMkLst>
            <pc:docMk/>
            <pc:sldMk cId="3925121589" sldId="264"/>
            <ac:spMk id="25" creationId="{7C4A4DEF-04B1-7676-0ABB-A172892366B4}"/>
          </ac:spMkLst>
        </pc:spChg>
        <pc:spChg chg="add del mod">
          <ac:chgData name="Amal R Babu" userId="3a292d0a-112b-4bc3-bf38-7771656893d2" providerId="ADAL" clId="{992600FB-E5A2-48A8-ADC9-6968E10B5B48}" dt="2022-11-28T12:27:24.200" v="2209" actId="478"/>
          <ac:spMkLst>
            <pc:docMk/>
            <pc:sldMk cId="3925121589" sldId="264"/>
            <ac:spMk id="26" creationId="{0DE5E0A5-CEA5-2289-DD38-87DBB7B91CC2}"/>
          </ac:spMkLst>
        </pc:spChg>
        <pc:spChg chg="mod">
          <ac:chgData name="Amal R Babu" userId="3a292d0a-112b-4bc3-bf38-7771656893d2" providerId="ADAL" clId="{992600FB-E5A2-48A8-ADC9-6968E10B5B48}" dt="2022-11-30T07:55:10.325" v="3622"/>
          <ac:spMkLst>
            <pc:docMk/>
            <pc:sldMk cId="3925121589" sldId="264"/>
            <ac:spMk id="26" creationId="{E550BC53-CD1A-EF38-27ED-3C95754DD909}"/>
          </ac:spMkLst>
        </pc:spChg>
        <pc:spChg chg="mod">
          <ac:chgData name="Amal R Babu" userId="3a292d0a-112b-4bc3-bf38-7771656893d2" providerId="ADAL" clId="{992600FB-E5A2-48A8-ADC9-6968E10B5B48}" dt="2022-11-30T07:55:10.325" v="3622"/>
          <ac:spMkLst>
            <pc:docMk/>
            <pc:sldMk cId="3925121589" sldId="264"/>
            <ac:spMk id="31" creationId="{14619022-CF9A-5329-2181-54A23C95F39D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31" creationId="{7613A1A9-A5EF-4DF8-3E0E-30ECF36C51EE}"/>
          </ac:spMkLst>
        </pc:spChg>
        <pc:spChg chg="add del mod">
          <ac:chgData name="Amal R Babu" userId="3a292d0a-112b-4bc3-bf38-7771656893d2" providerId="ADAL" clId="{992600FB-E5A2-48A8-ADC9-6968E10B5B48}" dt="2022-11-28T12:27:18.606" v="2208" actId="478"/>
          <ac:spMkLst>
            <pc:docMk/>
            <pc:sldMk cId="3925121589" sldId="264"/>
            <ac:spMk id="32" creationId="{492EFA7C-96C0-BABF-3EF5-BA9DA4F88EAF}"/>
          </ac:spMkLst>
        </pc:spChg>
        <pc:spChg chg="mod">
          <ac:chgData name="Amal R Babu" userId="3a292d0a-112b-4bc3-bf38-7771656893d2" providerId="ADAL" clId="{992600FB-E5A2-48A8-ADC9-6968E10B5B48}" dt="2022-11-30T07:55:10.325" v="3622"/>
          <ac:spMkLst>
            <pc:docMk/>
            <pc:sldMk cId="3925121589" sldId="264"/>
            <ac:spMk id="32" creationId="{7807225E-F6AB-CB7B-3F59-4B5F1C543565}"/>
          </ac:spMkLst>
        </pc:spChg>
        <pc:spChg chg="del">
          <ac:chgData name="Amal R Babu" userId="3a292d0a-112b-4bc3-bf38-7771656893d2" providerId="ADAL" clId="{992600FB-E5A2-48A8-ADC9-6968E10B5B48}" dt="2022-11-30T07:55:09.728" v="3621" actId="478"/>
          <ac:spMkLst>
            <pc:docMk/>
            <pc:sldMk cId="3925121589" sldId="264"/>
            <ac:spMk id="33" creationId="{06426368-13B9-05ED-7B4E-48B8C7532F65}"/>
          </ac:spMkLst>
        </pc:spChg>
        <pc:spChg chg="del">
          <ac:chgData name="Amal R Babu" userId="3a292d0a-112b-4bc3-bf38-7771656893d2" providerId="ADAL" clId="{992600FB-E5A2-48A8-ADC9-6968E10B5B48}" dt="2022-11-30T07:55:09.728" v="3621" actId="478"/>
          <ac:spMkLst>
            <pc:docMk/>
            <pc:sldMk cId="3925121589" sldId="264"/>
            <ac:spMk id="34" creationId="{15C24E6E-5086-DAC3-E400-3CB725E13353}"/>
          </ac:spMkLst>
        </pc:spChg>
        <pc:spChg chg="del">
          <ac:chgData name="Amal R Babu" userId="3a292d0a-112b-4bc3-bf38-7771656893d2" providerId="ADAL" clId="{992600FB-E5A2-48A8-ADC9-6968E10B5B48}" dt="2022-11-30T07:55:09.728" v="3621" actId="478"/>
          <ac:spMkLst>
            <pc:docMk/>
            <pc:sldMk cId="3925121589" sldId="264"/>
            <ac:spMk id="35" creationId="{D7FACB4C-BCA4-434A-8FA8-F4D0A8D4C109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36" creationId="{4DC967C5-83A7-AD1A-BBC7-D3A104DE021D}"/>
          </ac:spMkLst>
        </pc:spChg>
        <pc:spChg chg="add mod">
          <ac:chgData name="Amal R Babu" userId="3a292d0a-112b-4bc3-bf38-7771656893d2" providerId="ADAL" clId="{992600FB-E5A2-48A8-ADC9-6968E10B5B48}" dt="2022-11-30T07:55:10.325" v="3622"/>
          <ac:spMkLst>
            <pc:docMk/>
            <pc:sldMk cId="3925121589" sldId="264"/>
            <ac:spMk id="36" creationId="{6118E391-8CBA-9FDC-1E94-FDE97B4AE899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37" creationId="{34F596A3-D6A5-20F5-27B0-AFB77A63F95B}"/>
          </ac:spMkLst>
        </pc:spChg>
        <pc:spChg chg="add del mod topLvl">
          <ac:chgData name="Amal R Babu" userId="3a292d0a-112b-4bc3-bf38-7771656893d2" providerId="ADAL" clId="{992600FB-E5A2-48A8-ADC9-6968E10B5B48}" dt="2022-11-28T12:28:11.270" v="2219" actId="478"/>
          <ac:spMkLst>
            <pc:docMk/>
            <pc:sldMk cId="3925121589" sldId="264"/>
            <ac:spMk id="38" creationId="{D549E8E0-2805-A936-4E15-2E9F107E5C5C}"/>
          </ac:spMkLst>
        </pc:spChg>
        <pc:spChg chg="mod">
          <ac:chgData name="Amal R Babu" userId="3a292d0a-112b-4bc3-bf38-7771656893d2" providerId="ADAL" clId="{992600FB-E5A2-48A8-ADC9-6968E10B5B48}" dt="2022-11-30T07:55:10.325" v="3622"/>
          <ac:spMkLst>
            <pc:docMk/>
            <pc:sldMk cId="3925121589" sldId="264"/>
            <ac:spMk id="38" creationId="{EB0729A1-52E5-E36B-3373-143E5D925329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39" creationId="{FF6C9467-5B08-8BAB-F1CB-37ED726D228E}"/>
          </ac:spMkLst>
        </pc:spChg>
        <pc:spChg chg="add del mod topLvl">
          <ac:chgData name="Amal R Babu" userId="3a292d0a-112b-4bc3-bf38-7771656893d2" providerId="ADAL" clId="{992600FB-E5A2-48A8-ADC9-6968E10B5B48}" dt="2022-11-28T12:25:50.542" v="2175" actId="478"/>
          <ac:spMkLst>
            <pc:docMk/>
            <pc:sldMk cId="3925121589" sldId="264"/>
            <ac:spMk id="40" creationId="{235A9605-8047-D217-F6AC-B3EDAB1E8DA8}"/>
          </ac:spMkLst>
        </pc:spChg>
        <pc:spChg chg="mod">
          <ac:chgData name="Amal R Babu" userId="3a292d0a-112b-4bc3-bf38-7771656893d2" providerId="ADAL" clId="{992600FB-E5A2-48A8-ADC9-6968E10B5B48}" dt="2022-11-30T07:55:10.325" v="3622"/>
          <ac:spMkLst>
            <pc:docMk/>
            <pc:sldMk cId="3925121589" sldId="264"/>
            <ac:spMk id="42" creationId="{E28CDD06-A5E0-890E-A087-1541B21D5FAA}"/>
          </ac:spMkLst>
        </pc:spChg>
        <pc:spChg chg="del">
          <ac:chgData name="Amal R Babu" userId="3a292d0a-112b-4bc3-bf38-7771656893d2" providerId="ADAL" clId="{992600FB-E5A2-48A8-ADC9-6968E10B5B48}" dt="2022-11-30T06:30:49.627" v="3451" actId="478"/>
          <ac:spMkLst>
            <pc:docMk/>
            <pc:sldMk cId="3925121589" sldId="264"/>
            <ac:spMk id="43" creationId="{4085F982-777E-59AD-4DB4-B07024AB9EAF}"/>
          </ac:spMkLst>
        </pc:spChg>
        <pc:spChg chg="mod">
          <ac:chgData name="Amal R Babu" userId="3a292d0a-112b-4bc3-bf38-7771656893d2" providerId="ADAL" clId="{992600FB-E5A2-48A8-ADC9-6968E10B5B48}" dt="2022-11-30T07:55:10.325" v="3622"/>
          <ac:spMkLst>
            <pc:docMk/>
            <pc:sldMk cId="3925121589" sldId="264"/>
            <ac:spMk id="45" creationId="{25AD0374-F890-9E6C-9F0F-93BC4F6219F0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45" creationId="{B256E905-DA71-294B-7F7C-C652F54C3A6E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46" creationId="{188EFA61-DB70-DAFC-31DC-BDC96A80EEA8}"/>
          </ac:spMkLst>
        </pc:spChg>
        <pc:spChg chg="add mod">
          <ac:chgData name="Amal R Babu" userId="3a292d0a-112b-4bc3-bf38-7771656893d2" providerId="ADAL" clId="{992600FB-E5A2-48A8-ADC9-6968E10B5B48}" dt="2022-11-30T07:55:10.325" v="3622"/>
          <ac:spMkLst>
            <pc:docMk/>
            <pc:sldMk cId="3925121589" sldId="264"/>
            <ac:spMk id="46" creationId="{B01A9A8F-6DCF-6B6A-E58F-3AF06644FBD0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48" creationId="{87923580-32B6-08A6-F477-AC680FDF33FA}"/>
          </ac:spMkLst>
        </pc:spChg>
        <pc:spChg chg="del mod">
          <ac:chgData name="Amal R Babu" userId="3a292d0a-112b-4bc3-bf38-7771656893d2" providerId="ADAL" clId="{992600FB-E5A2-48A8-ADC9-6968E10B5B48}" dt="2022-11-30T07:55:09.728" v="3621" actId="478"/>
          <ac:spMkLst>
            <pc:docMk/>
            <pc:sldMk cId="3925121589" sldId="264"/>
            <ac:spMk id="50" creationId="{0E2B6178-FB2D-9772-47AD-87A734026875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51" creationId="{0AE6C7DB-54A3-306D-51D7-F9A62821BC12}"/>
          </ac:spMkLst>
        </pc:spChg>
        <pc:spChg chg="add mod">
          <ac:chgData name="Amal R Babu" userId="3a292d0a-112b-4bc3-bf38-7771656893d2" providerId="ADAL" clId="{992600FB-E5A2-48A8-ADC9-6968E10B5B48}" dt="2022-11-30T07:55:24.904" v="3625" actId="207"/>
          <ac:spMkLst>
            <pc:docMk/>
            <pc:sldMk cId="3925121589" sldId="264"/>
            <ac:spMk id="51" creationId="{12A6A8FD-2A01-DD16-EA1E-95A2CC9EF563}"/>
          </ac:spMkLst>
        </pc:spChg>
        <pc:spChg chg="add mod">
          <ac:chgData name="Amal R Babu" userId="3a292d0a-112b-4bc3-bf38-7771656893d2" providerId="ADAL" clId="{992600FB-E5A2-48A8-ADC9-6968E10B5B48}" dt="2022-11-30T07:55:28.039" v="3626" actId="207"/>
          <ac:spMkLst>
            <pc:docMk/>
            <pc:sldMk cId="3925121589" sldId="264"/>
            <ac:spMk id="52" creationId="{84FD7103-66CC-6036-52D6-C2E9C149FA23}"/>
          </ac:spMkLst>
        </pc:spChg>
        <pc:spChg chg="add del mod">
          <ac:chgData name="Amal R Babu" userId="3a292d0a-112b-4bc3-bf38-7771656893d2" providerId="ADAL" clId="{992600FB-E5A2-48A8-ADC9-6968E10B5B48}" dt="2022-11-28T12:27:24.200" v="2209" actId="478"/>
          <ac:spMkLst>
            <pc:docMk/>
            <pc:sldMk cId="3925121589" sldId="264"/>
            <ac:spMk id="52" creationId="{ADEAE238-BBC6-A5D5-41F6-CFFD001881C9}"/>
          </ac:spMkLst>
        </pc:spChg>
        <pc:spChg chg="del mod">
          <ac:chgData name="Amal R Babu" userId="3a292d0a-112b-4bc3-bf38-7771656893d2" providerId="ADAL" clId="{992600FB-E5A2-48A8-ADC9-6968E10B5B48}" dt="2022-11-30T07:55:09.728" v="3621" actId="478"/>
          <ac:spMkLst>
            <pc:docMk/>
            <pc:sldMk cId="3925121589" sldId="264"/>
            <ac:spMk id="55" creationId="{A2C13AB5-7A64-00F4-ECBF-90F667E097CA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56" creationId="{9BA740F2-8C9A-B970-BF59-F06421B1D7DA}"/>
          </ac:spMkLst>
        </pc:spChg>
        <pc:spChg chg="add mod">
          <ac:chgData name="Amal R Babu" userId="3a292d0a-112b-4bc3-bf38-7771656893d2" providerId="ADAL" clId="{992600FB-E5A2-48A8-ADC9-6968E10B5B48}" dt="2022-11-30T07:55:10.325" v="3622"/>
          <ac:spMkLst>
            <pc:docMk/>
            <pc:sldMk cId="3925121589" sldId="264"/>
            <ac:spMk id="56" creationId="{B03531C3-598A-8CEE-0AB2-8B0AAE1CC5FF}"/>
          </ac:spMkLst>
        </pc:spChg>
        <pc:spChg chg="add mod">
          <ac:chgData name="Amal R Babu" userId="3a292d0a-112b-4bc3-bf38-7771656893d2" providerId="ADAL" clId="{992600FB-E5A2-48A8-ADC9-6968E10B5B48}" dt="2022-11-30T07:55:10.325" v="3622"/>
          <ac:spMkLst>
            <pc:docMk/>
            <pc:sldMk cId="3925121589" sldId="264"/>
            <ac:spMk id="57" creationId="{C3C9EC54-BEC2-E331-6922-52CB4EC59A66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57" creationId="{D7028E34-DEE1-21AF-1D83-2D82580FAEB2}"/>
          </ac:spMkLst>
        </pc:spChg>
        <pc:spChg chg="del">
          <ac:chgData name="Amal R Babu" userId="3a292d0a-112b-4bc3-bf38-7771656893d2" providerId="ADAL" clId="{992600FB-E5A2-48A8-ADC9-6968E10B5B48}" dt="2022-11-30T07:55:09.728" v="3621" actId="478"/>
          <ac:spMkLst>
            <pc:docMk/>
            <pc:sldMk cId="3925121589" sldId="264"/>
            <ac:spMk id="58" creationId="{84827C04-91A4-59E2-705C-138BA0A13DA9}"/>
          </ac:spMkLst>
        </pc:spChg>
        <pc:spChg chg="add mod">
          <ac:chgData name="Amal R Babu" userId="3a292d0a-112b-4bc3-bf38-7771656893d2" providerId="ADAL" clId="{992600FB-E5A2-48A8-ADC9-6968E10B5B48}" dt="2022-11-30T07:55:10.325" v="3622"/>
          <ac:spMkLst>
            <pc:docMk/>
            <pc:sldMk cId="3925121589" sldId="264"/>
            <ac:spMk id="59" creationId="{2A58CC0F-87AD-1B09-0748-D9F25FF1AA0F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59" creationId="{6D780EB8-AF77-C957-0C50-B6CC014553E1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60" creationId="{A182E973-9E5E-248B-72F7-B3EB6FB871AC}"/>
          </ac:spMkLst>
        </pc:spChg>
        <pc:spChg chg="add del mod">
          <ac:chgData name="Amal R Babu" userId="3a292d0a-112b-4bc3-bf38-7771656893d2" providerId="ADAL" clId="{992600FB-E5A2-48A8-ADC9-6968E10B5B48}" dt="2022-11-28T12:25:50.542" v="2175" actId="478"/>
          <ac:spMkLst>
            <pc:docMk/>
            <pc:sldMk cId="3925121589" sldId="264"/>
            <ac:spMk id="61" creationId="{9DF54D26-96C0-4406-03D6-F94EE2082DB5}"/>
          </ac:spMkLst>
        </pc:spChg>
        <pc:spChg chg="mod">
          <ac:chgData name="Amal R Babu" userId="3a292d0a-112b-4bc3-bf38-7771656893d2" providerId="ADAL" clId="{992600FB-E5A2-48A8-ADC9-6968E10B5B48}" dt="2022-11-30T07:55:10.325" v="3622"/>
          <ac:spMkLst>
            <pc:docMk/>
            <pc:sldMk cId="3925121589" sldId="264"/>
            <ac:spMk id="61" creationId="{C3DF26FA-FDB5-2864-85AC-894CDFB0DDA2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63" creationId="{47AFAA0F-4912-A9E2-F38E-0D53833DD103}"/>
          </ac:spMkLst>
        </pc:spChg>
        <pc:spChg chg="mod">
          <ac:chgData name="Amal R Babu" userId="3a292d0a-112b-4bc3-bf38-7771656893d2" providerId="ADAL" clId="{992600FB-E5A2-48A8-ADC9-6968E10B5B48}" dt="2022-11-30T07:55:10.325" v="3622"/>
          <ac:spMkLst>
            <pc:docMk/>
            <pc:sldMk cId="3925121589" sldId="264"/>
            <ac:spMk id="63" creationId="{534568DD-DCDF-6452-21B5-862D3B65A60F}"/>
          </ac:spMkLst>
        </pc:spChg>
        <pc:spChg chg="add mod">
          <ac:chgData name="Amal R Babu" userId="3a292d0a-112b-4bc3-bf38-7771656893d2" providerId="ADAL" clId="{992600FB-E5A2-48A8-ADC9-6968E10B5B48}" dt="2022-11-30T07:55:10.325" v="3622"/>
          <ac:spMkLst>
            <pc:docMk/>
            <pc:sldMk cId="3925121589" sldId="264"/>
            <ac:spMk id="66" creationId="{C07DC57D-6408-CA38-BBCC-F738AE07030D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66" creationId="{C800A48B-76D3-4A43-7A51-44D9C1E42F7E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74" creationId="{D1EB0B5B-9B73-3AD3-B6AF-B8FD207D5402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78" creationId="{245E1DAD-9FDE-65CC-54CB-E9BA20B4E466}"/>
          </ac:spMkLst>
        </pc:spChg>
        <pc:spChg chg="mod">
          <ac:chgData name="Amal R Babu" userId="3a292d0a-112b-4bc3-bf38-7771656893d2" providerId="ADAL" clId="{992600FB-E5A2-48A8-ADC9-6968E10B5B48}" dt="2022-11-30T07:55:10.325" v="3622"/>
          <ac:spMkLst>
            <pc:docMk/>
            <pc:sldMk cId="3925121589" sldId="264"/>
            <ac:spMk id="78" creationId="{9EF74C99-E84B-BAFD-0DCF-8BDE054F855B}"/>
          </ac:spMkLst>
        </pc:spChg>
        <pc:spChg chg="add del mod">
          <ac:chgData name="Amal R Babu" userId="3a292d0a-112b-4bc3-bf38-7771656893d2" providerId="ADAL" clId="{992600FB-E5A2-48A8-ADC9-6968E10B5B48}" dt="2022-11-28T12:27:24.200" v="2209" actId="478"/>
          <ac:spMkLst>
            <pc:docMk/>
            <pc:sldMk cId="3925121589" sldId="264"/>
            <ac:spMk id="82" creationId="{1A7C2B42-9F4B-8605-3401-F95C7C4E8CBD}"/>
          </ac:spMkLst>
        </pc:spChg>
        <pc:spChg chg="mod">
          <ac:chgData name="Amal R Babu" userId="3a292d0a-112b-4bc3-bf38-7771656893d2" providerId="ADAL" clId="{992600FB-E5A2-48A8-ADC9-6968E10B5B48}" dt="2022-11-30T07:55:10.325" v="3622"/>
          <ac:spMkLst>
            <pc:docMk/>
            <pc:sldMk cId="3925121589" sldId="264"/>
            <ac:spMk id="82" creationId="{6F75FC19-B38F-D8B7-3C0B-1CBE121F8D1F}"/>
          </ac:spMkLst>
        </pc:spChg>
        <pc:spChg chg="add mod">
          <ac:chgData name="Amal R Babu" userId="3a292d0a-112b-4bc3-bf38-7771656893d2" providerId="ADAL" clId="{992600FB-E5A2-48A8-ADC9-6968E10B5B48}" dt="2022-11-30T07:55:10.325" v="3622"/>
          <ac:spMkLst>
            <pc:docMk/>
            <pc:sldMk cId="3925121589" sldId="264"/>
            <ac:spMk id="83" creationId="{7D2DD556-17C6-1204-F4AE-F4837D0A09B8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83" creationId="{7F4E7200-F011-20D7-7E51-EEBE8E188403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84" creationId="{4139E23D-6FED-647B-2EF0-D0E10A03FC5A}"/>
          </ac:spMkLst>
        </pc:spChg>
        <pc:spChg chg="add mod">
          <ac:chgData name="Amal R Babu" userId="3a292d0a-112b-4bc3-bf38-7771656893d2" providerId="ADAL" clId="{992600FB-E5A2-48A8-ADC9-6968E10B5B48}" dt="2022-11-30T07:55:10.325" v="3622"/>
          <ac:spMkLst>
            <pc:docMk/>
            <pc:sldMk cId="3925121589" sldId="264"/>
            <ac:spMk id="84" creationId="{A5D7C349-1133-DE49-6CBB-247AC04AA984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85" creationId="{C92C8AEB-9893-870F-F370-F160552CB596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86" creationId="{34EA9DF6-9A3A-9530-C30F-21570BAE9CD3}"/>
          </ac:spMkLst>
        </pc:spChg>
        <pc:spChg chg="add del mod">
          <ac:chgData name="Amal R Babu" userId="3a292d0a-112b-4bc3-bf38-7771656893d2" providerId="ADAL" clId="{992600FB-E5A2-48A8-ADC9-6968E10B5B48}" dt="2022-11-28T12:25:50.542" v="2175" actId="478"/>
          <ac:spMkLst>
            <pc:docMk/>
            <pc:sldMk cId="3925121589" sldId="264"/>
            <ac:spMk id="87" creationId="{EEEE896D-2302-DAF4-77C3-F3B9211F4604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89" creationId="{5BAB56DE-FAC9-6A3E-70C7-04B2135E8766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90" creationId="{071ECFCC-5BFD-B535-758F-699047D40F04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91" creationId="{691D0EC1-C3E0-F617-AFB4-7CDFEF32BEFE}"/>
          </ac:spMkLst>
        </pc:spChg>
        <pc:spChg chg="mod">
          <ac:chgData name="Amal R Babu" userId="3a292d0a-112b-4bc3-bf38-7771656893d2" providerId="ADAL" clId="{992600FB-E5A2-48A8-ADC9-6968E10B5B48}" dt="2022-11-28T12:09:15.159" v="1987" actId="20577"/>
          <ac:spMkLst>
            <pc:docMk/>
            <pc:sldMk cId="3925121589" sldId="264"/>
            <ac:spMk id="92" creationId="{232C2ADA-8B7B-4990-FB78-B27C9A79E87E}"/>
          </ac:spMkLst>
        </pc:spChg>
        <pc:spChg chg="del">
          <ac:chgData name="Amal R Babu" userId="3a292d0a-112b-4bc3-bf38-7771656893d2" providerId="ADAL" clId="{992600FB-E5A2-48A8-ADC9-6968E10B5B48}" dt="2022-11-28T12:08:46.420" v="1975" actId="478"/>
          <ac:spMkLst>
            <pc:docMk/>
            <pc:sldMk cId="3925121589" sldId="264"/>
            <ac:spMk id="93" creationId="{77069DE1-F4F9-E1DF-E2CB-86CB44A03F01}"/>
          </ac:spMkLst>
        </pc:spChg>
        <pc:spChg chg="add del mod">
          <ac:chgData name="Amal R Babu" userId="3a292d0a-112b-4bc3-bf38-7771656893d2" providerId="ADAL" clId="{992600FB-E5A2-48A8-ADC9-6968E10B5B48}" dt="2022-11-28T12:27:24.200" v="2209" actId="478"/>
          <ac:spMkLst>
            <pc:docMk/>
            <pc:sldMk cId="3925121589" sldId="264"/>
            <ac:spMk id="95" creationId="{BF7E5D3C-BF1B-B87F-8F2E-FAD8FC7400AD}"/>
          </ac:spMkLst>
        </pc:spChg>
        <pc:spChg chg="add del mod">
          <ac:chgData name="Amal R Babu" userId="3a292d0a-112b-4bc3-bf38-7771656893d2" providerId="ADAL" clId="{992600FB-E5A2-48A8-ADC9-6968E10B5B48}" dt="2022-11-28T12:25:50.542" v="2175" actId="478"/>
          <ac:spMkLst>
            <pc:docMk/>
            <pc:sldMk cId="3925121589" sldId="264"/>
            <ac:spMk id="97" creationId="{567EBD02-33D8-D118-E241-C6F88DF2A63C}"/>
          </ac:spMkLst>
        </pc:spChg>
        <pc:spChg chg="add del mod">
          <ac:chgData name="Amal R Babu" userId="3a292d0a-112b-4bc3-bf38-7771656893d2" providerId="ADAL" clId="{992600FB-E5A2-48A8-ADC9-6968E10B5B48}" dt="2022-11-28T12:27:18.606" v="2208" actId="478"/>
          <ac:spMkLst>
            <pc:docMk/>
            <pc:sldMk cId="3925121589" sldId="264"/>
            <ac:spMk id="99" creationId="{DB93CD63-251B-FD3C-0CEE-27ED627A436C}"/>
          </ac:spMkLst>
        </pc:spChg>
        <pc:spChg chg="add del mod">
          <ac:chgData name="Amal R Babu" userId="3a292d0a-112b-4bc3-bf38-7771656893d2" providerId="ADAL" clId="{992600FB-E5A2-48A8-ADC9-6968E10B5B48}" dt="2022-11-28T12:25:50.542" v="2175" actId="478"/>
          <ac:spMkLst>
            <pc:docMk/>
            <pc:sldMk cId="3925121589" sldId="264"/>
            <ac:spMk id="100" creationId="{FDE65438-889E-351F-8248-247F02B49008}"/>
          </ac:spMkLst>
        </pc:spChg>
        <pc:spChg chg="add mod topLvl">
          <ac:chgData name="Amal R Babu" userId="3a292d0a-112b-4bc3-bf38-7771656893d2" providerId="ADAL" clId="{992600FB-E5A2-48A8-ADC9-6968E10B5B48}" dt="2022-11-28T12:32:25.334" v="2279" actId="1076"/>
          <ac:spMkLst>
            <pc:docMk/>
            <pc:sldMk cId="3925121589" sldId="264"/>
            <ac:spMk id="101" creationId="{9E059F6F-65D1-17DE-21C1-7677941ECFA1}"/>
          </ac:spMkLst>
        </pc:spChg>
        <pc:spChg chg="del">
          <ac:chgData name="Amal R Babu" userId="3a292d0a-112b-4bc3-bf38-7771656893d2" providerId="ADAL" clId="{992600FB-E5A2-48A8-ADC9-6968E10B5B48}" dt="2022-11-30T07:55:09.728" v="3621" actId="478"/>
          <ac:spMkLst>
            <pc:docMk/>
            <pc:sldMk cId="3925121589" sldId="264"/>
            <ac:spMk id="102" creationId="{BC336F4F-319C-E66A-14BA-28906300DE58}"/>
          </ac:spMkLst>
        </pc:spChg>
        <pc:spChg chg="add del mod">
          <ac:chgData name="Amal R Babu" userId="3a292d0a-112b-4bc3-bf38-7771656893d2" providerId="ADAL" clId="{992600FB-E5A2-48A8-ADC9-6968E10B5B48}" dt="2022-11-28T12:27:24.200" v="2209" actId="478"/>
          <ac:spMkLst>
            <pc:docMk/>
            <pc:sldMk cId="3925121589" sldId="264"/>
            <ac:spMk id="103" creationId="{3087065A-AF03-7DDC-C1A2-DD070FD42E73}"/>
          </ac:spMkLst>
        </pc:spChg>
        <pc:spChg chg="add mod topLvl">
          <ac:chgData name="Amal R Babu" userId="3a292d0a-112b-4bc3-bf38-7771656893d2" providerId="ADAL" clId="{992600FB-E5A2-48A8-ADC9-6968E10B5B48}" dt="2022-11-28T12:32:20.848" v="2278" actId="1076"/>
          <ac:spMkLst>
            <pc:docMk/>
            <pc:sldMk cId="3925121589" sldId="264"/>
            <ac:spMk id="104" creationId="{3DE43F3F-893D-E4A7-0C9F-955437903CA3}"/>
          </ac:spMkLst>
        </pc:spChg>
        <pc:spChg chg="add mod topLvl">
          <ac:chgData name="Amal R Babu" userId="3a292d0a-112b-4bc3-bf38-7771656893d2" providerId="ADAL" clId="{992600FB-E5A2-48A8-ADC9-6968E10B5B48}" dt="2022-11-28T12:32:20.848" v="2278" actId="1076"/>
          <ac:spMkLst>
            <pc:docMk/>
            <pc:sldMk cId="3925121589" sldId="264"/>
            <ac:spMk id="105" creationId="{93B9260F-AD24-294D-F40B-1CC345A276B2}"/>
          </ac:spMkLst>
        </pc:spChg>
        <pc:spChg chg="add mod topLvl">
          <ac:chgData name="Amal R Babu" userId="3a292d0a-112b-4bc3-bf38-7771656893d2" providerId="ADAL" clId="{992600FB-E5A2-48A8-ADC9-6968E10B5B48}" dt="2022-11-28T12:32:51.455" v="2284" actId="14100"/>
          <ac:spMkLst>
            <pc:docMk/>
            <pc:sldMk cId="3925121589" sldId="264"/>
            <ac:spMk id="106" creationId="{574FA840-2FA2-08A5-F70E-CF26802C7F45}"/>
          </ac:spMkLst>
        </pc:spChg>
        <pc:spChg chg="add mod topLvl">
          <ac:chgData name="Amal R Babu" userId="3a292d0a-112b-4bc3-bf38-7771656893d2" providerId="ADAL" clId="{992600FB-E5A2-48A8-ADC9-6968E10B5B48}" dt="2022-11-28T12:32:25.334" v="2279" actId="1076"/>
          <ac:spMkLst>
            <pc:docMk/>
            <pc:sldMk cId="3925121589" sldId="264"/>
            <ac:spMk id="107" creationId="{8C7DCF05-01DB-6E29-07BB-476F4118CA6D}"/>
          </ac:spMkLst>
        </pc:spChg>
        <pc:spChg chg="add mod topLvl">
          <ac:chgData name="Amal R Babu" userId="3a292d0a-112b-4bc3-bf38-7771656893d2" providerId="ADAL" clId="{992600FB-E5A2-48A8-ADC9-6968E10B5B48}" dt="2022-11-28T12:32:25.334" v="2279" actId="1076"/>
          <ac:spMkLst>
            <pc:docMk/>
            <pc:sldMk cId="3925121589" sldId="264"/>
            <ac:spMk id="108" creationId="{24F5C4AE-7CF2-D7AB-086E-79ACFF8A98D7}"/>
          </ac:spMkLst>
        </pc:spChg>
        <pc:spChg chg="del">
          <ac:chgData name="Amal R Babu" userId="3a292d0a-112b-4bc3-bf38-7771656893d2" providerId="ADAL" clId="{992600FB-E5A2-48A8-ADC9-6968E10B5B48}" dt="2022-11-30T06:30:49.627" v="3451" actId="478"/>
          <ac:spMkLst>
            <pc:docMk/>
            <pc:sldMk cId="3925121589" sldId="264"/>
            <ac:spMk id="109" creationId="{B205D4A8-03D0-E92D-2A10-7A44B4A53BD1}"/>
          </ac:spMkLst>
        </pc:spChg>
        <pc:spChg chg="add mod topLvl">
          <ac:chgData name="Amal R Babu" userId="3a292d0a-112b-4bc3-bf38-7771656893d2" providerId="ADAL" clId="{992600FB-E5A2-48A8-ADC9-6968E10B5B48}" dt="2022-11-28T12:32:20.848" v="2278" actId="1076"/>
          <ac:spMkLst>
            <pc:docMk/>
            <pc:sldMk cId="3925121589" sldId="264"/>
            <ac:spMk id="110" creationId="{5D87F9FF-561D-B017-2850-5B81165055E0}"/>
          </ac:spMkLst>
        </pc:spChg>
        <pc:spChg chg="add mod topLvl">
          <ac:chgData name="Amal R Babu" userId="3a292d0a-112b-4bc3-bf38-7771656893d2" providerId="ADAL" clId="{992600FB-E5A2-48A8-ADC9-6968E10B5B48}" dt="2022-11-28T12:32:20.848" v="2278" actId="1076"/>
          <ac:spMkLst>
            <pc:docMk/>
            <pc:sldMk cId="3925121589" sldId="264"/>
            <ac:spMk id="111" creationId="{A0C5CFB6-B1FE-EA7B-C82A-641A12E8F9C3}"/>
          </ac:spMkLst>
        </pc:spChg>
        <pc:spChg chg="add mod topLvl">
          <ac:chgData name="Amal R Babu" userId="3a292d0a-112b-4bc3-bf38-7771656893d2" providerId="ADAL" clId="{992600FB-E5A2-48A8-ADC9-6968E10B5B48}" dt="2022-11-28T12:32:51.455" v="2284" actId="14100"/>
          <ac:spMkLst>
            <pc:docMk/>
            <pc:sldMk cId="3925121589" sldId="264"/>
            <ac:spMk id="112" creationId="{C43315D7-98CF-1EDD-C3E6-4B58EBC213FA}"/>
          </ac:spMkLst>
        </pc:spChg>
        <pc:spChg chg="add mod topLvl">
          <ac:chgData name="Amal R Babu" userId="3a292d0a-112b-4bc3-bf38-7771656893d2" providerId="ADAL" clId="{992600FB-E5A2-48A8-ADC9-6968E10B5B48}" dt="2022-11-28T12:32:25.334" v="2279" actId="1076"/>
          <ac:spMkLst>
            <pc:docMk/>
            <pc:sldMk cId="3925121589" sldId="264"/>
            <ac:spMk id="113" creationId="{8B01B882-95D0-7D2F-521D-B00C1536C02B}"/>
          </ac:spMkLst>
        </pc:spChg>
        <pc:spChg chg="add mod topLvl">
          <ac:chgData name="Amal R Babu" userId="3a292d0a-112b-4bc3-bf38-7771656893d2" providerId="ADAL" clId="{992600FB-E5A2-48A8-ADC9-6968E10B5B48}" dt="2022-11-28T12:33:37.511" v="2286" actId="20577"/>
          <ac:spMkLst>
            <pc:docMk/>
            <pc:sldMk cId="3925121589" sldId="264"/>
            <ac:spMk id="114" creationId="{A22D40E9-F3DD-F13E-716B-1D9AE6D8D819}"/>
          </ac:spMkLst>
        </pc:spChg>
        <pc:spChg chg="add mod topLvl">
          <ac:chgData name="Amal R Babu" userId="3a292d0a-112b-4bc3-bf38-7771656893d2" providerId="ADAL" clId="{992600FB-E5A2-48A8-ADC9-6968E10B5B48}" dt="2022-11-28T12:32:20.848" v="2278" actId="1076"/>
          <ac:spMkLst>
            <pc:docMk/>
            <pc:sldMk cId="3925121589" sldId="264"/>
            <ac:spMk id="115" creationId="{9F2C7769-80D1-FCDF-89E7-BDC2B30024C4}"/>
          </ac:spMkLst>
        </pc:spChg>
        <pc:spChg chg="add mod topLvl">
          <ac:chgData name="Amal R Babu" userId="3a292d0a-112b-4bc3-bf38-7771656893d2" providerId="ADAL" clId="{992600FB-E5A2-48A8-ADC9-6968E10B5B48}" dt="2022-11-28T12:32:20.848" v="2278" actId="1076"/>
          <ac:spMkLst>
            <pc:docMk/>
            <pc:sldMk cId="3925121589" sldId="264"/>
            <ac:spMk id="116" creationId="{1676EF94-D086-F70F-4EE9-ED40EA6AF56C}"/>
          </ac:spMkLst>
        </pc:spChg>
        <pc:spChg chg="add mod topLvl">
          <ac:chgData name="Amal R Babu" userId="3a292d0a-112b-4bc3-bf38-7771656893d2" providerId="ADAL" clId="{992600FB-E5A2-48A8-ADC9-6968E10B5B48}" dt="2022-11-28T12:32:51.455" v="2284" actId="14100"/>
          <ac:spMkLst>
            <pc:docMk/>
            <pc:sldMk cId="3925121589" sldId="264"/>
            <ac:spMk id="117" creationId="{695B8140-11D9-5AC1-A814-7CC4C3DD0547}"/>
          </ac:spMkLst>
        </pc:spChg>
        <pc:spChg chg="add mod topLvl">
          <ac:chgData name="Amal R Babu" userId="3a292d0a-112b-4bc3-bf38-7771656893d2" providerId="ADAL" clId="{992600FB-E5A2-48A8-ADC9-6968E10B5B48}" dt="2022-11-28T12:32:25.334" v="2279" actId="1076"/>
          <ac:spMkLst>
            <pc:docMk/>
            <pc:sldMk cId="3925121589" sldId="264"/>
            <ac:spMk id="118" creationId="{494133BA-3C92-B029-8856-4E98EE68CA00}"/>
          </ac:spMkLst>
        </pc:spChg>
        <pc:spChg chg="add mod topLvl">
          <ac:chgData name="Amal R Babu" userId="3a292d0a-112b-4bc3-bf38-7771656893d2" providerId="ADAL" clId="{992600FB-E5A2-48A8-ADC9-6968E10B5B48}" dt="2022-11-28T12:32:25.334" v="2279" actId="1076"/>
          <ac:spMkLst>
            <pc:docMk/>
            <pc:sldMk cId="3925121589" sldId="264"/>
            <ac:spMk id="119" creationId="{08262353-0AFE-DED9-1AC8-790874385E07}"/>
          </ac:spMkLst>
        </pc:spChg>
        <pc:spChg chg="add mod topLvl">
          <ac:chgData name="Amal R Babu" userId="3a292d0a-112b-4bc3-bf38-7771656893d2" providerId="ADAL" clId="{992600FB-E5A2-48A8-ADC9-6968E10B5B48}" dt="2022-11-28T12:32:20.848" v="2278" actId="1076"/>
          <ac:spMkLst>
            <pc:docMk/>
            <pc:sldMk cId="3925121589" sldId="264"/>
            <ac:spMk id="120" creationId="{D428BD09-30A0-9561-AAF0-1C1A1415107E}"/>
          </ac:spMkLst>
        </pc:spChg>
        <pc:spChg chg="add mod topLvl">
          <ac:chgData name="Amal R Babu" userId="3a292d0a-112b-4bc3-bf38-7771656893d2" providerId="ADAL" clId="{992600FB-E5A2-48A8-ADC9-6968E10B5B48}" dt="2022-11-28T12:32:20.848" v="2278" actId="1076"/>
          <ac:spMkLst>
            <pc:docMk/>
            <pc:sldMk cId="3925121589" sldId="264"/>
            <ac:spMk id="121" creationId="{7AA7D732-9F36-76FB-B9D0-4EC8FC02CD9E}"/>
          </ac:spMkLst>
        </pc:spChg>
        <pc:grpChg chg="add mod">
          <ac:chgData name="Amal R Babu" userId="3a292d0a-112b-4bc3-bf38-7771656893d2" providerId="ADAL" clId="{992600FB-E5A2-48A8-ADC9-6968E10B5B48}" dt="2022-12-07T05:42:06.208" v="3719"/>
          <ac:grpSpMkLst>
            <pc:docMk/>
            <pc:sldMk cId="3925121589" sldId="264"/>
            <ac:grpSpMk id="7" creationId="{43E34699-0E70-A7E6-2486-2B30BE804770}"/>
          </ac:grpSpMkLst>
        </pc:grpChg>
        <pc:grpChg chg="add mod">
          <ac:chgData name="Amal R Babu" userId="3a292d0a-112b-4bc3-bf38-7771656893d2" providerId="ADAL" clId="{992600FB-E5A2-48A8-ADC9-6968E10B5B48}" dt="2022-12-07T05:42:06.208" v="3719"/>
          <ac:grpSpMkLst>
            <pc:docMk/>
            <pc:sldMk cId="3925121589" sldId="264"/>
            <ac:grpSpMk id="13" creationId="{ABC4D594-9E9F-1943-9613-AC194EDED275}"/>
          </ac:grpSpMkLst>
        </pc:grpChg>
        <pc:grpChg chg="add mod">
          <ac:chgData name="Amal R Babu" userId="3a292d0a-112b-4bc3-bf38-7771656893d2" providerId="ADAL" clId="{992600FB-E5A2-48A8-ADC9-6968E10B5B48}" dt="2022-11-30T07:55:10.325" v="3622"/>
          <ac:grpSpMkLst>
            <pc:docMk/>
            <pc:sldMk cId="3925121589" sldId="264"/>
            <ac:grpSpMk id="25" creationId="{86C7786A-5B93-3D86-26EC-18B2822F5C23}"/>
          </ac:grpSpMkLst>
        </pc:grpChg>
        <pc:grpChg chg="del">
          <ac:chgData name="Amal R Babu" userId="3a292d0a-112b-4bc3-bf38-7771656893d2" providerId="ADAL" clId="{992600FB-E5A2-48A8-ADC9-6968E10B5B48}" dt="2022-11-30T07:55:09.728" v="3621" actId="478"/>
          <ac:grpSpMkLst>
            <pc:docMk/>
            <pc:sldMk cId="3925121589" sldId="264"/>
            <ac:grpSpMk id="30" creationId="{9ECCC638-745A-4CD5-37F4-34E729654B57}"/>
          </ac:grpSpMkLst>
        </pc:grpChg>
        <pc:grpChg chg="add mod">
          <ac:chgData name="Amal R Babu" userId="3a292d0a-112b-4bc3-bf38-7771656893d2" providerId="ADAL" clId="{992600FB-E5A2-48A8-ADC9-6968E10B5B48}" dt="2022-11-30T07:55:10.325" v="3622"/>
          <ac:grpSpMkLst>
            <pc:docMk/>
            <pc:sldMk cId="3925121589" sldId="264"/>
            <ac:grpSpMk id="37" creationId="{9E708B77-F262-479A-7DF1-763CFDE61AF7}"/>
          </ac:grpSpMkLst>
        </pc:grpChg>
        <pc:grpChg chg="add mod">
          <ac:chgData name="Amal R Babu" userId="3a292d0a-112b-4bc3-bf38-7771656893d2" providerId="ADAL" clId="{992600FB-E5A2-48A8-ADC9-6968E10B5B48}" dt="2022-11-30T07:55:10.325" v="3622"/>
          <ac:grpSpMkLst>
            <pc:docMk/>
            <pc:sldMk cId="3925121589" sldId="264"/>
            <ac:grpSpMk id="40" creationId="{EE70295B-BFF2-90A9-EB82-74631722D13A}"/>
          </ac:grpSpMkLst>
        </pc:grpChg>
        <pc:grpChg chg="add del mod">
          <ac:chgData name="Amal R Babu" userId="3a292d0a-112b-4bc3-bf38-7771656893d2" providerId="ADAL" clId="{992600FB-E5A2-48A8-ADC9-6968E10B5B48}" dt="2022-11-28T12:17:10.577" v="2140" actId="165"/>
          <ac:grpSpMkLst>
            <pc:docMk/>
            <pc:sldMk cId="3925121589" sldId="264"/>
            <ac:grpSpMk id="42" creationId="{47D2CD70-AE09-E926-77D6-DEA761597753}"/>
          </ac:grpSpMkLst>
        </pc:grpChg>
        <pc:grpChg chg="del">
          <ac:chgData name="Amal R Babu" userId="3a292d0a-112b-4bc3-bf38-7771656893d2" providerId="ADAL" clId="{992600FB-E5A2-48A8-ADC9-6968E10B5B48}" dt="2022-11-30T07:55:09.728" v="3621" actId="478"/>
          <ac:grpSpMkLst>
            <pc:docMk/>
            <pc:sldMk cId="3925121589" sldId="264"/>
            <ac:grpSpMk id="47" creationId="{5C6579D9-4E04-AE17-CF35-68ADBC5766B2}"/>
          </ac:grpSpMkLst>
        </pc:grpChg>
        <pc:grpChg chg="del">
          <ac:chgData name="Amal R Babu" userId="3a292d0a-112b-4bc3-bf38-7771656893d2" providerId="ADAL" clId="{992600FB-E5A2-48A8-ADC9-6968E10B5B48}" dt="2022-11-30T07:55:09.728" v="3621" actId="478"/>
          <ac:grpSpMkLst>
            <pc:docMk/>
            <pc:sldMk cId="3925121589" sldId="264"/>
            <ac:grpSpMk id="54" creationId="{73F997E9-B116-D8A6-6EF5-C091C7C77B6D}"/>
          </ac:grpSpMkLst>
        </pc:grpChg>
        <pc:grpChg chg="add mod">
          <ac:chgData name="Amal R Babu" userId="3a292d0a-112b-4bc3-bf38-7771656893d2" providerId="ADAL" clId="{992600FB-E5A2-48A8-ADC9-6968E10B5B48}" dt="2022-11-30T07:55:10.325" v="3622"/>
          <ac:grpSpMkLst>
            <pc:docMk/>
            <pc:sldMk cId="3925121589" sldId="264"/>
            <ac:grpSpMk id="60" creationId="{D4B40316-EBC3-499B-084A-FA8AA8F3D7C3}"/>
          </ac:grpSpMkLst>
        </pc:grpChg>
        <pc:grpChg chg="del">
          <ac:chgData name="Amal R Babu" userId="3a292d0a-112b-4bc3-bf38-7771656893d2" providerId="ADAL" clId="{992600FB-E5A2-48A8-ADC9-6968E10B5B48}" dt="2022-12-07T05:42:05.830" v="3718" actId="478"/>
          <ac:grpSpMkLst>
            <pc:docMk/>
            <pc:sldMk cId="3925121589" sldId="264"/>
            <ac:grpSpMk id="67" creationId="{6D8E5ACC-26DE-243B-180E-E19057A9EB34}"/>
          </ac:grpSpMkLst>
        </pc:grpChg>
        <pc:grpChg chg="del">
          <ac:chgData name="Amal R Babu" userId="3a292d0a-112b-4bc3-bf38-7771656893d2" providerId="ADAL" clId="{992600FB-E5A2-48A8-ADC9-6968E10B5B48}" dt="2022-12-07T05:42:05.830" v="3718" actId="478"/>
          <ac:grpSpMkLst>
            <pc:docMk/>
            <pc:sldMk cId="3925121589" sldId="264"/>
            <ac:grpSpMk id="68" creationId="{CE1D2690-EA4E-562F-8571-7A8695694CC3}"/>
          </ac:grpSpMkLst>
        </pc:grpChg>
        <pc:grpChg chg="add mod">
          <ac:chgData name="Amal R Babu" userId="3a292d0a-112b-4bc3-bf38-7771656893d2" providerId="ADAL" clId="{992600FB-E5A2-48A8-ADC9-6968E10B5B48}" dt="2022-11-30T07:55:10.325" v="3622"/>
          <ac:grpSpMkLst>
            <pc:docMk/>
            <pc:sldMk cId="3925121589" sldId="264"/>
            <ac:grpSpMk id="74" creationId="{3A185779-5759-B611-309C-AA4BF155F07C}"/>
          </ac:grpSpMkLst>
        </pc:grpChg>
        <pc:grpChg chg="del">
          <ac:chgData name="Amal R Babu" userId="3a292d0a-112b-4bc3-bf38-7771656893d2" providerId="ADAL" clId="{992600FB-E5A2-48A8-ADC9-6968E10B5B48}" dt="2022-11-30T07:55:09.728" v="3621" actId="478"/>
          <ac:grpSpMkLst>
            <pc:docMk/>
            <pc:sldMk cId="3925121589" sldId="264"/>
            <ac:grpSpMk id="88" creationId="{5202437B-09C4-B9C2-DFB9-8FE4C3A1D94B}"/>
          </ac:grpSpMkLst>
        </pc:grpChg>
        <pc:grpChg chg="del">
          <ac:chgData name="Amal R Babu" userId="3a292d0a-112b-4bc3-bf38-7771656893d2" providerId="ADAL" clId="{992600FB-E5A2-48A8-ADC9-6968E10B5B48}" dt="2022-11-30T07:55:09.728" v="3621" actId="478"/>
          <ac:grpSpMkLst>
            <pc:docMk/>
            <pc:sldMk cId="3925121589" sldId="264"/>
            <ac:grpSpMk id="98" creationId="{5E12AE22-4B66-8998-2063-3E4A6A50C8CF}"/>
          </ac:grpSpMkLst>
        </pc:grpChg>
        <pc:grpChg chg="add del mod">
          <ac:chgData name="Amal R Babu" userId="3a292d0a-112b-4bc3-bf38-7771656893d2" providerId="ADAL" clId="{992600FB-E5A2-48A8-ADC9-6968E10B5B48}" dt="2022-11-28T12:29:34.494" v="2242" actId="165"/>
          <ac:grpSpMkLst>
            <pc:docMk/>
            <pc:sldMk cId="3925121589" sldId="264"/>
            <ac:grpSpMk id="122" creationId="{C1FABE4E-D223-2D06-9C34-E15344DA735D}"/>
          </ac:grpSpMkLst>
        </pc:grpChg>
        <pc:grpChg chg="add del mod">
          <ac:chgData name="Amal R Babu" userId="3a292d0a-112b-4bc3-bf38-7771656893d2" providerId="ADAL" clId="{992600FB-E5A2-48A8-ADC9-6968E10B5B48}" dt="2022-11-28T12:29:34.494" v="2242" actId="165"/>
          <ac:grpSpMkLst>
            <pc:docMk/>
            <pc:sldMk cId="3925121589" sldId="264"/>
            <ac:grpSpMk id="123" creationId="{133F1B52-0AB6-1DC6-A7B7-A047BE93435A}"/>
          </ac:grpSpMkLst>
        </pc:grpChg>
        <pc:grpChg chg="add del mod">
          <ac:chgData name="Amal R Babu" userId="3a292d0a-112b-4bc3-bf38-7771656893d2" providerId="ADAL" clId="{992600FB-E5A2-48A8-ADC9-6968E10B5B48}" dt="2022-11-28T12:29:34.494" v="2242" actId="165"/>
          <ac:grpSpMkLst>
            <pc:docMk/>
            <pc:sldMk cId="3925121589" sldId="264"/>
            <ac:grpSpMk id="124" creationId="{79389E35-AA65-176F-EF47-8A44D1C07F37}"/>
          </ac:grpSpMkLst>
        </pc:grpChg>
        <pc:grpChg chg="add del mod">
          <ac:chgData name="Amal R Babu" userId="3a292d0a-112b-4bc3-bf38-7771656893d2" providerId="ADAL" clId="{992600FB-E5A2-48A8-ADC9-6968E10B5B48}" dt="2022-11-28T12:29:34.494" v="2242" actId="165"/>
          <ac:grpSpMkLst>
            <pc:docMk/>
            <pc:sldMk cId="3925121589" sldId="264"/>
            <ac:grpSpMk id="125" creationId="{28021754-E6D3-1FFD-C680-A8BB1F2C22FC}"/>
          </ac:grpSpMkLst>
        </pc:grpChg>
        <pc:picChg chg="mod">
          <ac:chgData name="Amal R Babu" userId="3a292d0a-112b-4bc3-bf38-7771656893d2" providerId="ADAL" clId="{992600FB-E5A2-48A8-ADC9-6968E10B5B48}" dt="2022-11-30T07:55:10.325" v="3622"/>
          <ac:picMkLst>
            <pc:docMk/>
            <pc:sldMk cId="3925121589" sldId="264"/>
            <ac:picMk id="39" creationId="{D13D55D3-6997-4AE7-D43E-FE0B5AC2063E}"/>
          </ac:picMkLst>
        </pc:picChg>
        <pc:cxnChg chg="del">
          <ac:chgData name="Amal R Babu" userId="3a292d0a-112b-4bc3-bf38-7771656893d2" providerId="ADAL" clId="{992600FB-E5A2-48A8-ADC9-6968E10B5B48}" dt="2022-11-30T07:55:09.728" v="3621" actId="478"/>
          <ac:cxnSpMkLst>
            <pc:docMk/>
            <pc:sldMk cId="3925121589" sldId="264"/>
            <ac:cxnSpMk id="7" creationId="{1C225904-9D2F-F0C8-8BBE-32DEDB3F8B8F}"/>
          </ac:cxnSpMkLst>
        </pc:cxnChg>
        <pc:cxnChg chg="add mod">
          <ac:chgData name="Amal R Babu" userId="3a292d0a-112b-4bc3-bf38-7771656893d2" providerId="ADAL" clId="{992600FB-E5A2-48A8-ADC9-6968E10B5B48}" dt="2022-11-30T07:55:10.325" v="3622"/>
          <ac:cxnSpMkLst>
            <pc:docMk/>
            <pc:sldMk cId="3925121589" sldId="264"/>
            <ac:cxnSpMk id="48" creationId="{8D4A7847-1DE0-AD95-89D9-1E57C8FC89CF}"/>
          </ac:cxnSpMkLst>
        </pc:cxnChg>
      </pc:sldChg>
      <pc:sldChg chg="addSp delSp modSp add mod modClrScheme chgLayout">
        <pc:chgData name="Amal R Babu" userId="3a292d0a-112b-4bc3-bf38-7771656893d2" providerId="ADAL" clId="{992600FB-E5A2-48A8-ADC9-6968E10B5B48}" dt="2022-12-07T05:42:10.424" v="3721"/>
        <pc:sldMkLst>
          <pc:docMk/>
          <pc:sldMk cId="3358307290" sldId="265"/>
        </pc:sldMkLst>
        <pc:spChg chg="del mod">
          <ac:chgData name="Amal R Babu" userId="3a292d0a-112b-4bc3-bf38-7771656893d2" providerId="ADAL" clId="{992600FB-E5A2-48A8-ADC9-6968E10B5B48}" dt="2022-11-30T03:11:51.613" v="2295" actId="478"/>
          <ac:spMkLst>
            <pc:docMk/>
            <pc:sldMk cId="3358307290" sldId="265"/>
            <ac:spMk id="2" creationId="{8003C6B7-2504-C74B-2DFE-98789B2D5D42}"/>
          </ac:spMkLst>
        </pc:spChg>
        <pc:spChg chg="mod">
          <ac:chgData name="Amal R Babu" userId="3a292d0a-112b-4bc3-bf38-7771656893d2" providerId="ADAL" clId="{992600FB-E5A2-48A8-ADC9-6968E10B5B48}" dt="2022-11-30T07:55:34.858" v="3627" actId="34135"/>
          <ac:spMkLst>
            <pc:docMk/>
            <pc:sldMk cId="3358307290" sldId="265"/>
            <ac:spMk id="3" creationId="{1025ACCD-BEFE-4057-D0DA-23300AB28132}"/>
          </ac:spMkLst>
        </pc:spChg>
        <pc:spChg chg="mod">
          <ac:chgData name="Amal R Babu" userId="3a292d0a-112b-4bc3-bf38-7771656893d2" providerId="ADAL" clId="{992600FB-E5A2-48A8-ADC9-6968E10B5B48}" dt="2022-12-07T05:42:10.424" v="3721"/>
          <ac:spMkLst>
            <pc:docMk/>
            <pc:sldMk cId="3358307290" sldId="265"/>
            <ac:spMk id="7" creationId="{8A898433-1F1A-C868-2B88-7AE7D32C71EB}"/>
          </ac:spMkLst>
        </pc:spChg>
        <pc:spChg chg="del mod">
          <ac:chgData name="Amal R Babu" userId="3a292d0a-112b-4bc3-bf38-7771656893d2" providerId="ADAL" clId="{992600FB-E5A2-48A8-ADC9-6968E10B5B48}" dt="2022-11-30T07:55:38.349" v="3628" actId="478"/>
          <ac:spMkLst>
            <pc:docMk/>
            <pc:sldMk cId="3358307290" sldId="265"/>
            <ac:spMk id="9" creationId="{67D53DBD-07C2-B89B-2A5E-6EA3F0CE967B}"/>
          </ac:spMkLst>
        </pc:spChg>
        <pc:spChg chg="mod">
          <ac:chgData name="Amal R Babu" userId="3a292d0a-112b-4bc3-bf38-7771656893d2" providerId="ADAL" clId="{992600FB-E5A2-48A8-ADC9-6968E10B5B48}" dt="2022-12-07T05:42:10.424" v="3721"/>
          <ac:spMkLst>
            <pc:docMk/>
            <pc:sldMk cId="3358307290" sldId="265"/>
            <ac:spMk id="9" creationId="{FDAAFE85-5A3C-CD34-6B16-6402C4409C80}"/>
          </ac:spMkLst>
        </pc:spChg>
        <pc:spChg chg="del">
          <ac:chgData name="Amal R Babu" userId="3a292d0a-112b-4bc3-bf38-7771656893d2" providerId="ADAL" clId="{992600FB-E5A2-48A8-ADC9-6968E10B5B48}" dt="2022-11-30T03:11:47.398" v="2293" actId="478"/>
          <ac:spMkLst>
            <pc:docMk/>
            <pc:sldMk cId="3358307290" sldId="265"/>
            <ac:spMk id="10" creationId="{6D4E7F52-A4B9-A476-76E7-4CDFB824A10D}"/>
          </ac:spMkLst>
        </pc:spChg>
        <pc:spChg chg="add mod">
          <ac:chgData name="Amal R Babu" userId="3a292d0a-112b-4bc3-bf38-7771656893d2" providerId="ADAL" clId="{992600FB-E5A2-48A8-ADC9-6968E10B5B48}" dt="2022-11-30T03:14:05.528" v="2324" actId="14100"/>
          <ac:spMkLst>
            <pc:docMk/>
            <pc:sldMk cId="3358307290" sldId="265"/>
            <ac:spMk id="11" creationId="{C521702C-A845-3192-B348-68658C74D330}"/>
          </ac:spMkLst>
        </pc:spChg>
        <pc:spChg chg="mod">
          <ac:chgData name="Amal R Babu" userId="3a292d0a-112b-4bc3-bf38-7771656893d2" providerId="ADAL" clId="{992600FB-E5A2-48A8-ADC9-6968E10B5B48}" dt="2022-12-07T05:42:10.424" v="3721"/>
          <ac:spMkLst>
            <pc:docMk/>
            <pc:sldMk cId="3358307290" sldId="265"/>
            <ac:spMk id="12" creationId="{0CAFE273-3434-DCB7-446E-756C4A3A34EE}"/>
          </ac:spMkLst>
        </pc:spChg>
        <pc:spChg chg="add del mod">
          <ac:chgData name="Amal R Babu" userId="3a292d0a-112b-4bc3-bf38-7771656893d2" providerId="ADAL" clId="{992600FB-E5A2-48A8-ADC9-6968E10B5B48}" dt="2022-11-30T03:13:21.703" v="2312" actId="478"/>
          <ac:spMkLst>
            <pc:docMk/>
            <pc:sldMk cId="3358307290" sldId="265"/>
            <ac:spMk id="12" creationId="{F943AA56-72AC-A721-C15E-5D82873CCA3B}"/>
          </ac:spMkLst>
        </pc:spChg>
        <pc:spChg chg="del">
          <ac:chgData name="Amal R Babu" userId="3a292d0a-112b-4bc3-bf38-7771656893d2" providerId="ADAL" clId="{992600FB-E5A2-48A8-ADC9-6968E10B5B48}" dt="2022-11-30T07:55:38.349" v="3628" actId="478"/>
          <ac:spMkLst>
            <pc:docMk/>
            <pc:sldMk cId="3358307290" sldId="265"/>
            <ac:spMk id="13" creationId="{4F3E08FA-4C08-7258-FA22-03C53F09604C}"/>
          </ac:spMkLst>
        </pc:spChg>
        <pc:spChg chg="mod">
          <ac:chgData name="Amal R Babu" userId="3a292d0a-112b-4bc3-bf38-7771656893d2" providerId="ADAL" clId="{992600FB-E5A2-48A8-ADC9-6968E10B5B48}" dt="2022-12-07T05:42:10.424" v="3721"/>
          <ac:spMkLst>
            <pc:docMk/>
            <pc:sldMk cId="3358307290" sldId="265"/>
            <ac:spMk id="13" creationId="{E44E6036-20C3-D660-E257-76A8F36CD3DC}"/>
          </ac:spMkLst>
        </pc:spChg>
        <pc:spChg chg="add del mod topLvl">
          <ac:chgData name="Amal R Babu" userId="3a292d0a-112b-4bc3-bf38-7771656893d2" providerId="ADAL" clId="{992600FB-E5A2-48A8-ADC9-6968E10B5B48}" dt="2022-11-30T03:16:45.004" v="2361"/>
          <ac:spMkLst>
            <pc:docMk/>
            <pc:sldMk cId="3358307290" sldId="265"/>
            <ac:spMk id="14" creationId="{96A1F164-2CA5-D0B0-6DE1-DB7E56FF84AF}"/>
          </ac:spMkLst>
        </pc:spChg>
        <pc:spChg chg="add del mod">
          <ac:chgData name="Amal R Babu" userId="3a292d0a-112b-4bc3-bf38-7771656893d2" providerId="ADAL" clId="{992600FB-E5A2-48A8-ADC9-6968E10B5B48}" dt="2022-11-30T03:13:46.445" v="2319" actId="478"/>
          <ac:spMkLst>
            <pc:docMk/>
            <pc:sldMk cId="3358307290" sldId="265"/>
            <ac:spMk id="15" creationId="{0565140A-5BA7-0754-FF77-CBB9413D501C}"/>
          </ac:spMkLst>
        </pc:spChg>
        <pc:spChg chg="del">
          <ac:chgData name="Amal R Babu" userId="3a292d0a-112b-4bc3-bf38-7771656893d2" providerId="ADAL" clId="{992600FB-E5A2-48A8-ADC9-6968E10B5B48}" dt="2022-11-30T07:55:38.349" v="3628" actId="478"/>
          <ac:spMkLst>
            <pc:docMk/>
            <pc:sldMk cId="3358307290" sldId="265"/>
            <ac:spMk id="16" creationId="{2913EB48-94F5-98C7-C275-915A1AD4D3EA}"/>
          </ac:spMkLst>
        </pc:spChg>
        <pc:spChg chg="del">
          <ac:chgData name="Amal R Babu" userId="3a292d0a-112b-4bc3-bf38-7771656893d2" providerId="ADAL" clId="{992600FB-E5A2-48A8-ADC9-6968E10B5B48}" dt="2022-11-30T07:55:38.349" v="3628" actId="478"/>
          <ac:spMkLst>
            <pc:docMk/>
            <pc:sldMk cId="3358307290" sldId="265"/>
            <ac:spMk id="17" creationId="{29D393BC-86FC-4CA8-8830-E874EA43EE28}"/>
          </ac:spMkLst>
        </pc:spChg>
        <pc:spChg chg="del">
          <ac:chgData name="Amal R Babu" userId="3a292d0a-112b-4bc3-bf38-7771656893d2" providerId="ADAL" clId="{992600FB-E5A2-48A8-ADC9-6968E10B5B48}" dt="2022-11-30T03:11:47.398" v="2293" actId="478"/>
          <ac:spMkLst>
            <pc:docMk/>
            <pc:sldMk cId="3358307290" sldId="265"/>
            <ac:spMk id="18" creationId="{A4A61CB0-88E3-24DD-6AF8-E3665F11CA3D}"/>
          </ac:spMkLst>
        </pc:spChg>
        <pc:spChg chg="del mod">
          <ac:chgData name="Amal R Babu" userId="3a292d0a-112b-4bc3-bf38-7771656893d2" providerId="ADAL" clId="{992600FB-E5A2-48A8-ADC9-6968E10B5B48}" dt="2022-11-30T07:55:38.349" v="3628" actId="478"/>
          <ac:spMkLst>
            <pc:docMk/>
            <pc:sldMk cId="3358307290" sldId="265"/>
            <ac:spMk id="19" creationId="{B5F22004-B568-5F9F-D315-B9048F8F933E}"/>
          </ac:spMkLst>
        </pc:spChg>
        <pc:spChg chg="del">
          <ac:chgData name="Amal R Babu" userId="3a292d0a-112b-4bc3-bf38-7771656893d2" providerId="ADAL" clId="{992600FB-E5A2-48A8-ADC9-6968E10B5B48}" dt="2022-11-30T07:55:38.349" v="3628" actId="478"/>
          <ac:spMkLst>
            <pc:docMk/>
            <pc:sldMk cId="3358307290" sldId="265"/>
            <ac:spMk id="20" creationId="{DBD7492E-2CD4-61A0-9EEE-CEE4E61AED9D}"/>
          </ac:spMkLst>
        </pc:spChg>
        <pc:spChg chg="del">
          <ac:chgData name="Amal R Babu" userId="3a292d0a-112b-4bc3-bf38-7771656893d2" providerId="ADAL" clId="{992600FB-E5A2-48A8-ADC9-6968E10B5B48}" dt="2022-11-30T07:55:38.349" v="3628" actId="478"/>
          <ac:spMkLst>
            <pc:docMk/>
            <pc:sldMk cId="3358307290" sldId="265"/>
            <ac:spMk id="21" creationId="{88AF1956-F7FB-2ADE-A3E7-1F7329C9752A}"/>
          </ac:spMkLst>
        </pc:spChg>
        <pc:spChg chg="del">
          <ac:chgData name="Amal R Babu" userId="3a292d0a-112b-4bc3-bf38-7771656893d2" providerId="ADAL" clId="{992600FB-E5A2-48A8-ADC9-6968E10B5B48}" dt="2022-11-30T07:55:38.349" v="3628" actId="478"/>
          <ac:spMkLst>
            <pc:docMk/>
            <pc:sldMk cId="3358307290" sldId="265"/>
            <ac:spMk id="22" creationId="{B8560F59-A67B-8514-2A4E-47A28A1A48B1}"/>
          </ac:spMkLst>
        </pc:spChg>
        <pc:spChg chg="add mod topLvl">
          <ac:chgData name="Amal R Babu" userId="3a292d0a-112b-4bc3-bf38-7771656893d2" providerId="ADAL" clId="{992600FB-E5A2-48A8-ADC9-6968E10B5B48}" dt="2022-11-30T03:17:07.670" v="2369" actId="553"/>
          <ac:spMkLst>
            <pc:docMk/>
            <pc:sldMk cId="3358307290" sldId="265"/>
            <ac:spMk id="23" creationId="{228DA46A-69B8-B7A2-2A6D-3722412D45CD}"/>
          </ac:spMkLst>
        </pc:spChg>
        <pc:spChg chg="add mod topLvl">
          <ac:chgData name="Amal R Babu" userId="3a292d0a-112b-4bc3-bf38-7771656893d2" providerId="ADAL" clId="{992600FB-E5A2-48A8-ADC9-6968E10B5B48}" dt="2022-11-30T03:15:48.251" v="2353" actId="165"/>
          <ac:spMkLst>
            <pc:docMk/>
            <pc:sldMk cId="3358307290" sldId="265"/>
            <ac:spMk id="24" creationId="{633A5DBA-3D5C-D126-07EA-FFE40D5EAE42}"/>
          </ac:spMkLst>
        </pc:spChg>
        <pc:spChg chg="add mod topLvl">
          <ac:chgData name="Amal R Babu" userId="3a292d0a-112b-4bc3-bf38-7771656893d2" providerId="ADAL" clId="{992600FB-E5A2-48A8-ADC9-6968E10B5B48}" dt="2022-11-30T03:15:48.251" v="2353" actId="165"/>
          <ac:spMkLst>
            <pc:docMk/>
            <pc:sldMk cId="3358307290" sldId="265"/>
            <ac:spMk id="25" creationId="{09E00A39-BE32-E161-2790-951E54DE8412}"/>
          </ac:spMkLst>
        </pc:spChg>
        <pc:spChg chg="add mod topLvl">
          <ac:chgData name="Amal R Babu" userId="3a292d0a-112b-4bc3-bf38-7771656893d2" providerId="ADAL" clId="{992600FB-E5A2-48A8-ADC9-6968E10B5B48}" dt="2022-11-30T03:27:32.856" v="2432" actId="1037"/>
          <ac:spMkLst>
            <pc:docMk/>
            <pc:sldMk cId="3358307290" sldId="265"/>
            <ac:spMk id="26" creationId="{CA7E335B-0CDC-1E90-9E21-D361EEBAEC05}"/>
          </ac:spMkLst>
        </pc:spChg>
        <pc:spChg chg="add del mod">
          <ac:chgData name="Amal R Babu" userId="3a292d0a-112b-4bc3-bf38-7771656893d2" providerId="ADAL" clId="{992600FB-E5A2-48A8-ADC9-6968E10B5B48}" dt="2022-11-30T03:14:54.432" v="2335" actId="478"/>
          <ac:spMkLst>
            <pc:docMk/>
            <pc:sldMk cId="3358307290" sldId="265"/>
            <ac:spMk id="31" creationId="{3042C002-2F1E-BDF2-28B0-5D60E7F65B4E}"/>
          </ac:spMkLst>
        </pc:spChg>
        <pc:spChg chg="add mod topLvl">
          <ac:chgData name="Amal R Babu" userId="3a292d0a-112b-4bc3-bf38-7771656893d2" providerId="ADAL" clId="{992600FB-E5A2-48A8-ADC9-6968E10B5B48}" dt="2022-11-30T07:41:04.210" v="3576" actId="20577"/>
          <ac:spMkLst>
            <pc:docMk/>
            <pc:sldMk cId="3358307290" sldId="265"/>
            <ac:spMk id="32" creationId="{99A3E2DA-8AB7-CB43-4A8D-D6AB9DB6D6E8}"/>
          </ac:spMkLst>
        </pc:spChg>
        <pc:spChg chg="del">
          <ac:chgData name="Amal R Babu" userId="3a292d0a-112b-4bc3-bf38-7771656893d2" providerId="ADAL" clId="{992600FB-E5A2-48A8-ADC9-6968E10B5B48}" dt="2022-11-30T07:55:38.349" v="3628" actId="478"/>
          <ac:spMkLst>
            <pc:docMk/>
            <pc:sldMk cId="3358307290" sldId="265"/>
            <ac:spMk id="33" creationId="{06426368-13B9-05ED-7B4E-48B8C7532F65}"/>
          </ac:spMkLst>
        </pc:spChg>
        <pc:spChg chg="del">
          <ac:chgData name="Amal R Babu" userId="3a292d0a-112b-4bc3-bf38-7771656893d2" providerId="ADAL" clId="{992600FB-E5A2-48A8-ADC9-6968E10B5B48}" dt="2022-11-30T07:55:38.349" v="3628" actId="478"/>
          <ac:spMkLst>
            <pc:docMk/>
            <pc:sldMk cId="3358307290" sldId="265"/>
            <ac:spMk id="34" creationId="{15C24E6E-5086-DAC3-E400-3CB725E13353}"/>
          </ac:spMkLst>
        </pc:spChg>
        <pc:spChg chg="del">
          <ac:chgData name="Amal R Babu" userId="3a292d0a-112b-4bc3-bf38-7771656893d2" providerId="ADAL" clId="{992600FB-E5A2-48A8-ADC9-6968E10B5B48}" dt="2022-11-30T07:55:38.349" v="3628" actId="478"/>
          <ac:spMkLst>
            <pc:docMk/>
            <pc:sldMk cId="3358307290" sldId="265"/>
            <ac:spMk id="35" creationId="{D7FACB4C-BCA4-434A-8FA8-F4D0A8D4C109}"/>
          </ac:spMkLst>
        </pc:spChg>
        <pc:spChg chg="add mod topLvl">
          <ac:chgData name="Amal R Babu" userId="3a292d0a-112b-4bc3-bf38-7771656893d2" providerId="ADAL" clId="{992600FB-E5A2-48A8-ADC9-6968E10B5B48}" dt="2022-11-30T07:41:07.826" v="3578" actId="20577"/>
          <ac:spMkLst>
            <pc:docMk/>
            <pc:sldMk cId="3358307290" sldId="265"/>
            <ac:spMk id="36" creationId="{CEE4DF2C-8E3C-6B03-0972-A3B04A285B1E}"/>
          </ac:spMkLst>
        </pc:spChg>
        <pc:spChg chg="add mod topLvl">
          <ac:chgData name="Amal R Babu" userId="3a292d0a-112b-4bc3-bf38-7771656893d2" providerId="ADAL" clId="{992600FB-E5A2-48A8-ADC9-6968E10B5B48}" dt="2022-11-30T03:27:32.856" v="2432" actId="1037"/>
          <ac:spMkLst>
            <pc:docMk/>
            <pc:sldMk cId="3358307290" sldId="265"/>
            <ac:spMk id="37" creationId="{DB6B8045-A507-44E2-526E-4BD417A97DF9}"/>
          </ac:spMkLst>
        </pc:spChg>
        <pc:spChg chg="add del mod">
          <ac:chgData name="Amal R Babu" userId="3a292d0a-112b-4bc3-bf38-7771656893d2" providerId="ADAL" clId="{992600FB-E5A2-48A8-ADC9-6968E10B5B48}" dt="2022-11-30T03:16:45.004" v="2361"/>
          <ac:spMkLst>
            <pc:docMk/>
            <pc:sldMk cId="3358307290" sldId="265"/>
            <ac:spMk id="39" creationId="{223D7353-BFF5-BDF9-B4AB-E3AE2A8D436A}"/>
          </ac:spMkLst>
        </pc:spChg>
        <pc:spChg chg="del mod">
          <ac:chgData name="Amal R Babu" userId="3a292d0a-112b-4bc3-bf38-7771656893d2" providerId="ADAL" clId="{992600FB-E5A2-48A8-ADC9-6968E10B5B48}" dt="2022-11-30T03:16:48.119" v="2362" actId="478"/>
          <ac:spMkLst>
            <pc:docMk/>
            <pc:sldMk cId="3358307290" sldId="265"/>
            <ac:spMk id="40" creationId="{9921BCC6-E807-760C-7405-03747DEFF82B}"/>
          </ac:spMkLst>
        </pc:spChg>
        <pc:spChg chg="mod ord">
          <ac:chgData name="Amal R Babu" userId="3a292d0a-112b-4bc3-bf38-7771656893d2" providerId="ADAL" clId="{992600FB-E5A2-48A8-ADC9-6968E10B5B48}" dt="2022-12-07T05:30:50.759" v="3678" actId="1076"/>
          <ac:spMkLst>
            <pc:docMk/>
            <pc:sldMk cId="3358307290" sldId="265"/>
            <ac:spMk id="42" creationId="{8EB9BA56-9EF6-A93C-93AB-DFC2AF6FDCF8}"/>
          </ac:spMkLst>
        </pc:spChg>
        <pc:spChg chg="del">
          <ac:chgData name="Amal R Babu" userId="3a292d0a-112b-4bc3-bf38-7771656893d2" providerId="ADAL" clId="{992600FB-E5A2-48A8-ADC9-6968E10B5B48}" dt="2022-11-30T06:30:45.319" v="3450" actId="478"/>
          <ac:spMkLst>
            <pc:docMk/>
            <pc:sldMk cId="3358307290" sldId="265"/>
            <ac:spMk id="43" creationId="{4085F982-777E-59AD-4DB4-B07024AB9EAF}"/>
          </ac:spMkLst>
        </pc:spChg>
        <pc:spChg chg="mod">
          <ac:chgData name="Amal R Babu" userId="3a292d0a-112b-4bc3-bf38-7771656893d2" providerId="ADAL" clId="{992600FB-E5A2-48A8-ADC9-6968E10B5B48}" dt="2022-11-30T03:16:56.352" v="2366" actId="1076"/>
          <ac:spMkLst>
            <pc:docMk/>
            <pc:sldMk cId="3358307290" sldId="265"/>
            <ac:spMk id="45" creationId="{CAD06A51-706D-3020-BC3C-51F74BA47466}"/>
          </ac:spMkLst>
        </pc:spChg>
        <pc:spChg chg="add mod">
          <ac:chgData name="Amal R Babu" userId="3a292d0a-112b-4bc3-bf38-7771656893d2" providerId="ADAL" clId="{992600FB-E5A2-48A8-ADC9-6968E10B5B48}" dt="2022-11-30T03:17:37.374" v="2379" actId="1037"/>
          <ac:spMkLst>
            <pc:docMk/>
            <pc:sldMk cId="3358307290" sldId="265"/>
            <ac:spMk id="46" creationId="{4D2F7B60-C640-B10E-3F51-75BE4A15FDE6}"/>
          </ac:spMkLst>
        </pc:spChg>
        <pc:spChg chg="add mod">
          <ac:chgData name="Amal R Babu" userId="3a292d0a-112b-4bc3-bf38-7771656893d2" providerId="ADAL" clId="{992600FB-E5A2-48A8-ADC9-6968E10B5B48}" dt="2022-11-30T03:19:00.629" v="2382" actId="1036"/>
          <ac:spMkLst>
            <pc:docMk/>
            <pc:sldMk cId="3358307290" sldId="265"/>
            <ac:spMk id="48" creationId="{32BA2B5C-A252-6EDB-B3FB-09C6C1A0D1C5}"/>
          </ac:spMkLst>
        </pc:spChg>
        <pc:spChg chg="del mod">
          <ac:chgData name="Amal R Babu" userId="3a292d0a-112b-4bc3-bf38-7771656893d2" providerId="ADAL" clId="{992600FB-E5A2-48A8-ADC9-6968E10B5B48}" dt="2022-11-30T07:55:38.349" v="3628" actId="478"/>
          <ac:spMkLst>
            <pc:docMk/>
            <pc:sldMk cId="3358307290" sldId="265"/>
            <ac:spMk id="50" creationId="{0E2B6178-FB2D-9772-47AD-87A734026875}"/>
          </ac:spMkLst>
        </pc:spChg>
        <pc:spChg chg="add mod">
          <ac:chgData name="Amal R Babu" userId="3a292d0a-112b-4bc3-bf38-7771656893d2" providerId="ADAL" clId="{992600FB-E5A2-48A8-ADC9-6968E10B5B48}" dt="2022-11-30T03:19:00.629" v="2382" actId="1036"/>
          <ac:spMkLst>
            <pc:docMk/>
            <pc:sldMk cId="3358307290" sldId="265"/>
            <ac:spMk id="51" creationId="{27AE5392-7B1E-233F-F925-0AC39F540B43}"/>
          </ac:spMkLst>
        </pc:spChg>
        <pc:spChg chg="add del mod">
          <ac:chgData name="Amal R Babu" userId="3a292d0a-112b-4bc3-bf38-7771656893d2" providerId="ADAL" clId="{992600FB-E5A2-48A8-ADC9-6968E10B5B48}" dt="2022-11-30T03:19:26.366" v="2385" actId="478"/>
          <ac:spMkLst>
            <pc:docMk/>
            <pc:sldMk cId="3358307290" sldId="265"/>
            <ac:spMk id="52" creationId="{487B22B1-AF82-5B58-8F78-8CE3131CCD14}"/>
          </ac:spMkLst>
        </pc:spChg>
        <pc:spChg chg="del">
          <ac:chgData name="Amal R Babu" userId="3a292d0a-112b-4bc3-bf38-7771656893d2" providerId="ADAL" clId="{992600FB-E5A2-48A8-ADC9-6968E10B5B48}" dt="2022-11-30T07:55:38.349" v="3628" actId="478"/>
          <ac:spMkLst>
            <pc:docMk/>
            <pc:sldMk cId="3358307290" sldId="265"/>
            <ac:spMk id="55" creationId="{A2C13AB5-7A64-00F4-ECBF-90F667E097CA}"/>
          </ac:spMkLst>
        </pc:spChg>
        <pc:spChg chg="add mod">
          <ac:chgData name="Amal R Babu" userId="3a292d0a-112b-4bc3-bf38-7771656893d2" providerId="ADAL" clId="{992600FB-E5A2-48A8-ADC9-6968E10B5B48}" dt="2022-11-30T03:22:34.416" v="2398" actId="20577"/>
          <ac:spMkLst>
            <pc:docMk/>
            <pc:sldMk cId="3358307290" sldId="265"/>
            <ac:spMk id="56" creationId="{7770034B-8A8D-D547-60C2-8309477214E3}"/>
          </ac:spMkLst>
        </pc:spChg>
        <pc:spChg chg="add mod">
          <ac:chgData name="Amal R Babu" userId="3a292d0a-112b-4bc3-bf38-7771656893d2" providerId="ADAL" clId="{992600FB-E5A2-48A8-ADC9-6968E10B5B48}" dt="2022-11-30T03:19:33.055" v="2387" actId="1076"/>
          <ac:spMkLst>
            <pc:docMk/>
            <pc:sldMk cId="3358307290" sldId="265"/>
            <ac:spMk id="57" creationId="{83D07306-8D46-7528-99E4-D290AA4D1959}"/>
          </ac:spMkLst>
        </pc:spChg>
        <pc:spChg chg="del mod">
          <ac:chgData name="Amal R Babu" userId="3a292d0a-112b-4bc3-bf38-7771656893d2" providerId="ADAL" clId="{992600FB-E5A2-48A8-ADC9-6968E10B5B48}" dt="2022-11-30T07:55:38.349" v="3628" actId="478"/>
          <ac:spMkLst>
            <pc:docMk/>
            <pc:sldMk cId="3358307290" sldId="265"/>
            <ac:spMk id="58" creationId="{84827C04-91A4-59E2-705C-138BA0A13DA9}"/>
          </ac:spMkLst>
        </pc:spChg>
        <pc:spChg chg="add del mod ord">
          <ac:chgData name="Amal R Babu" userId="3a292d0a-112b-4bc3-bf38-7771656893d2" providerId="ADAL" clId="{992600FB-E5A2-48A8-ADC9-6968E10B5B48}" dt="2022-11-30T03:23:55.756" v="2411" actId="931"/>
          <ac:spMkLst>
            <pc:docMk/>
            <pc:sldMk cId="3358307290" sldId="265"/>
            <ac:spMk id="59" creationId="{15C5F117-16F8-69AC-A81C-9495378770EB}"/>
          </ac:spMkLst>
        </pc:spChg>
        <pc:spChg chg="add del mod ord">
          <ac:chgData name="Amal R Babu" userId="3a292d0a-112b-4bc3-bf38-7771656893d2" providerId="ADAL" clId="{992600FB-E5A2-48A8-ADC9-6968E10B5B48}" dt="2022-11-30T03:27:11.447" v="2421" actId="931"/>
          <ac:spMkLst>
            <pc:docMk/>
            <pc:sldMk cId="3358307290" sldId="265"/>
            <ac:spMk id="60" creationId="{BDEA3777-F007-4BB6-C5CC-07E80F961DA4}"/>
          </ac:spMkLst>
        </pc:spChg>
        <pc:spChg chg="add del mod ord">
          <ac:chgData name="Amal R Babu" userId="3a292d0a-112b-4bc3-bf38-7771656893d2" providerId="ADAL" clId="{992600FB-E5A2-48A8-ADC9-6968E10B5B48}" dt="2022-11-30T03:25:19.113" v="2415" actId="931"/>
          <ac:spMkLst>
            <pc:docMk/>
            <pc:sldMk cId="3358307290" sldId="265"/>
            <ac:spMk id="61" creationId="{B9F3CD9D-111E-6D99-AA0C-EE6089E35441}"/>
          </ac:spMkLst>
        </pc:spChg>
        <pc:spChg chg="add del mod ord">
          <ac:chgData name="Amal R Babu" userId="3a292d0a-112b-4bc3-bf38-7771656893d2" providerId="ADAL" clId="{992600FB-E5A2-48A8-ADC9-6968E10B5B48}" dt="2022-11-30T03:24:33.092" v="2413" actId="931"/>
          <ac:spMkLst>
            <pc:docMk/>
            <pc:sldMk cId="3358307290" sldId="265"/>
            <ac:spMk id="63" creationId="{E315A25D-F40A-6CFE-2C10-A03FEC46D3F6}"/>
          </ac:spMkLst>
        </pc:spChg>
        <pc:spChg chg="add del mod">
          <ac:chgData name="Amal R Babu" userId="3a292d0a-112b-4bc3-bf38-7771656893d2" providerId="ADAL" clId="{992600FB-E5A2-48A8-ADC9-6968E10B5B48}" dt="2022-11-30T03:26:29.599" v="2420" actId="931"/>
          <ac:spMkLst>
            <pc:docMk/>
            <pc:sldMk cId="3358307290" sldId="265"/>
            <ac:spMk id="86" creationId="{2A0D95C4-4581-9991-75EE-ECD5CBDB4610}"/>
          </ac:spMkLst>
        </pc:spChg>
        <pc:spChg chg="mod">
          <ac:chgData name="Amal R Babu" userId="3a292d0a-112b-4bc3-bf38-7771656893d2" providerId="ADAL" clId="{992600FB-E5A2-48A8-ADC9-6968E10B5B48}" dt="2022-11-30T03:11:55.777" v="2304" actId="20577"/>
          <ac:spMkLst>
            <pc:docMk/>
            <pc:sldMk cId="3358307290" sldId="265"/>
            <ac:spMk id="92" creationId="{232C2ADA-8B7B-4990-FB78-B27C9A79E87E}"/>
          </ac:spMkLst>
        </pc:spChg>
        <pc:spChg chg="add mod">
          <ac:chgData name="Amal R Babu" userId="3a292d0a-112b-4bc3-bf38-7771656893d2" providerId="ADAL" clId="{992600FB-E5A2-48A8-ADC9-6968E10B5B48}" dt="2022-11-30T07:55:43.394" v="3630" actId="207"/>
          <ac:spMkLst>
            <pc:docMk/>
            <pc:sldMk cId="3358307290" sldId="265"/>
            <ac:spMk id="93" creationId="{99472F89-41B6-6BE5-614F-C1C661097692}"/>
          </ac:spMkLst>
        </pc:spChg>
        <pc:spChg chg="add mod">
          <ac:chgData name="Amal R Babu" userId="3a292d0a-112b-4bc3-bf38-7771656893d2" providerId="ADAL" clId="{992600FB-E5A2-48A8-ADC9-6968E10B5B48}" dt="2022-11-30T07:55:46.598" v="3631" actId="207"/>
          <ac:spMkLst>
            <pc:docMk/>
            <pc:sldMk cId="3358307290" sldId="265"/>
            <ac:spMk id="95" creationId="{C71D05A0-672A-F4C5-AAB9-245A986914A1}"/>
          </ac:spMkLst>
        </pc:spChg>
        <pc:spChg chg="add mod">
          <ac:chgData name="Amal R Babu" userId="3a292d0a-112b-4bc3-bf38-7771656893d2" providerId="ADAL" clId="{992600FB-E5A2-48A8-ADC9-6968E10B5B48}" dt="2022-11-30T07:55:38.798" v="3629"/>
          <ac:spMkLst>
            <pc:docMk/>
            <pc:sldMk cId="3358307290" sldId="265"/>
            <ac:spMk id="97" creationId="{6BED572A-7E35-8790-87A5-FA2CF0767818}"/>
          </ac:spMkLst>
        </pc:spChg>
        <pc:spChg chg="add mod">
          <ac:chgData name="Amal R Babu" userId="3a292d0a-112b-4bc3-bf38-7771656893d2" providerId="ADAL" clId="{992600FB-E5A2-48A8-ADC9-6968E10B5B48}" dt="2022-11-30T07:55:38.798" v="3629"/>
          <ac:spMkLst>
            <pc:docMk/>
            <pc:sldMk cId="3358307290" sldId="265"/>
            <ac:spMk id="99" creationId="{9278BC7B-1858-EF67-AEEE-5E37F0B94DA0}"/>
          </ac:spMkLst>
        </pc:spChg>
        <pc:spChg chg="add mod">
          <ac:chgData name="Amal R Babu" userId="3a292d0a-112b-4bc3-bf38-7771656893d2" providerId="ADAL" clId="{992600FB-E5A2-48A8-ADC9-6968E10B5B48}" dt="2022-11-30T07:55:38.798" v="3629"/>
          <ac:spMkLst>
            <pc:docMk/>
            <pc:sldMk cId="3358307290" sldId="265"/>
            <ac:spMk id="100" creationId="{A5431F88-83C9-7422-4745-6739D986ECFB}"/>
          </ac:spMkLst>
        </pc:spChg>
        <pc:spChg chg="del">
          <ac:chgData name="Amal R Babu" userId="3a292d0a-112b-4bc3-bf38-7771656893d2" providerId="ADAL" clId="{992600FB-E5A2-48A8-ADC9-6968E10B5B48}" dt="2022-11-30T03:11:47.398" v="2293" actId="478"/>
          <ac:spMkLst>
            <pc:docMk/>
            <pc:sldMk cId="3358307290" sldId="265"/>
            <ac:spMk id="101" creationId="{9E059F6F-65D1-17DE-21C1-7677941ECFA1}"/>
          </ac:spMkLst>
        </pc:spChg>
        <pc:spChg chg="del">
          <ac:chgData name="Amal R Babu" userId="3a292d0a-112b-4bc3-bf38-7771656893d2" providerId="ADAL" clId="{992600FB-E5A2-48A8-ADC9-6968E10B5B48}" dt="2022-11-30T07:55:38.349" v="3628" actId="478"/>
          <ac:spMkLst>
            <pc:docMk/>
            <pc:sldMk cId="3358307290" sldId="265"/>
            <ac:spMk id="102" creationId="{BC336F4F-319C-E66A-14BA-28906300DE58}"/>
          </ac:spMkLst>
        </pc:spChg>
        <pc:spChg chg="del">
          <ac:chgData name="Amal R Babu" userId="3a292d0a-112b-4bc3-bf38-7771656893d2" providerId="ADAL" clId="{992600FB-E5A2-48A8-ADC9-6968E10B5B48}" dt="2022-11-30T03:11:47.398" v="2293" actId="478"/>
          <ac:spMkLst>
            <pc:docMk/>
            <pc:sldMk cId="3358307290" sldId="265"/>
            <ac:spMk id="104" creationId="{3DE43F3F-893D-E4A7-0C9F-955437903CA3}"/>
          </ac:spMkLst>
        </pc:spChg>
        <pc:spChg chg="del">
          <ac:chgData name="Amal R Babu" userId="3a292d0a-112b-4bc3-bf38-7771656893d2" providerId="ADAL" clId="{992600FB-E5A2-48A8-ADC9-6968E10B5B48}" dt="2022-11-30T03:11:47.398" v="2293" actId="478"/>
          <ac:spMkLst>
            <pc:docMk/>
            <pc:sldMk cId="3358307290" sldId="265"/>
            <ac:spMk id="105" creationId="{93B9260F-AD24-294D-F40B-1CC345A276B2}"/>
          </ac:spMkLst>
        </pc:spChg>
        <pc:spChg chg="del">
          <ac:chgData name="Amal R Babu" userId="3a292d0a-112b-4bc3-bf38-7771656893d2" providerId="ADAL" clId="{992600FB-E5A2-48A8-ADC9-6968E10B5B48}" dt="2022-11-30T03:11:47.398" v="2293" actId="478"/>
          <ac:spMkLst>
            <pc:docMk/>
            <pc:sldMk cId="3358307290" sldId="265"/>
            <ac:spMk id="106" creationId="{574FA840-2FA2-08A5-F70E-CF26802C7F45}"/>
          </ac:spMkLst>
        </pc:spChg>
        <pc:spChg chg="del">
          <ac:chgData name="Amal R Babu" userId="3a292d0a-112b-4bc3-bf38-7771656893d2" providerId="ADAL" clId="{992600FB-E5A2-48A8-ADC9-6968E10B5B48}" dt="2022-11-30T03:11:47.398" v="2293" actId="478"/>
          <ac:spMkLst>
            <pc:docMk/>
            <pc:sldMk cId="3358307290" sldId="265"/>
            <ac:spMk id="107" creationId="{8C7DCF05-01DB-6E29-07BB-476F4118CA6D}"/>
          </ac:spMkLst>
        </pc:spChg>
        <pc:spChg chg="del">
          <ac:chgData name="Amal R Babu" userId="3a292d0a-112b-4bc3-bf38-7771656893d2" providerId="ADAL" clId="{992600FB-E5A2-48A8-ADC9-6968E10B5B48}" dt="2022-11-30T03:11:47.398" v="2293" actId="478"/>
          <ac:spMkLst>
            <pc:docMk/>
            <pc:sldMk cId="3358307290" sldId="265"/>
            <ac:spMk id="108" creationId="{24F5C4AE-7CF2-D7AB-086E-79ACFF8A98D7}"/>
          </ac:spMkLst>
        </pc:spChg>
        <pc:spChg chg="del">
          <ac:chgData name="Amal R Babu" userId="3a292d0a-112b-4bc3-bf38-7771656893d2" providerId="ADAL" clId="{992600FB-E5A2-48A8-ADC9-6968E10B5B48}" dt="2022-11-30T06:30:45.319" v="3450" actId="478"/>
          <ac:spMkLst>
            <pc:docMk/>
            <pc:sldMk cId="3358307290" sldId="265"/>
            <ac:spMk id="109" creationId="{B205D4A8-03D0-E92D-2A10-7A44B4A53BD1}"/>
          </ac:spMkLst>
        </pc:spChg>
        <pc:spChg chg="del">
          <ac:chgData name="Amal R Babu" userId="3a292d0a-112b-4bc3-bf38-7771656893d2" providerId="ADAL" clId="{992600FB-E5A2-48A8-ADC9-6968E10B5B48}" dt="2022-11-30T03:11:47.398" v="2293" actId="478"/>
          <ac:spMkLst>
            <pc:docMk/>
            <pc:sldMk cId="3358307290" sldId="265"/>
            <ac:spMk id="110" creationId="{5D87F9FF-561D-B017-2850-5B81165055E0}"/>
          </ac:spMkLst>
        </pc:spChg>
        <pc:spChg chg="del">
          <ac:chgData name="Amal R Babu" userId="3a292d0a-112b-4bc3-bf38-7771656893d2" providerId="ADAL" clId="{992600FB-E5A2-48A8-ADC9-6968E10B5B48}" dt="2022-11-30T03:11:47.398" v="2293" actId="478"/>
          <ac:spMkLst>
            <pc:docMk/>
            <pc:sldMk cId="3358307290" sldId="265"/>
            <ac:spMk id="111" creationId="{A0C5CFB6-B1FE-EA7B-C82A-641A12E8F9C3}"/>
          </ac:spMkLst>
        </pc:spChg>
        <pc:spChg chg="del">
          <ac:chgData name="Amal R Babu" userId="3a292d0a-112b-4bc3-bf38-7771656893d2" providerId="ADAL" clId="{992600FB-E5A2-48A8-ADC9-6968E10B5B48}" dt="2022-11-30T03:11:47.398" v="2293" actId="478"/>
          <ac:spMkLst>
            <pc:docMk/>
            <pc:sldMk cId="3358307290" sldId="265"/>
            <ac:spMk id="112" creationId="{C43315D7-98CF-1EDD-C3E6-4B58EBC213FA}"/>
          </ac:spMkLst>
        </pc:spChg>
        <pc:spChg chg="del">
          <ac:chgData name="Amal R Babu" userId="3a292d0a-112b-4bc3-bf38-7771656893d2" providerId="ADAL" clId="{992600FB-E5A2-48A8-ADC9-6968E10B5B48}" dt="2022-11-30T03:11:47.398" v="2293" actId="478"/>
          <ac:spMkLst>
            <pc:docMk/>
            <pc:sldMk cId="3358307290" sldId="265"/>
            <ac:spMk id="113" creationId="{8B01B882-95D0-7D2F-521D-B00C1536C02B}"/>
          </ac:spMkLst>
        </pc:spChg>
        <pc:spChg chg="del">
          <ac:chgData name="Amal R Babu" userId="3a292d0a-112b-4bc3-bf38-7771656893d2" providerId="ADAL" clId="{992600FB-E5A2-48A8-ADC9-6968E10B5B48}" dt="2022-11-30T03:11:47.398" v="2293" actId="478"/>
          <ac:spMkLst>
            <pc:docMk/>
            <pc:sldMk cId="3358307290" sldId="265"/>
            <ac:spMk id="114" creationId="{A22D40E9-F3DD-F13E-716B-1D9AE6D8D819}"/>
          </ac:spMkLst>
        </pc:spChg>
        <pc:spChg chg="del">
          <ac:chgData name="Amal R Babu" userId="3a292d0a-112b-4bc3-bf38-7771656893d2" providerId="ADAL" clId="{992600FB-E5A2-48A8-ADC9-6968E10B5B48}" dt="2022-11-30T03:11:47.398" v="2293" actId="478"/>
          <ac:spMkLst>
            <pc:docMk/>
            <pc:sldMk cId="3358307290" sldId="265"/>
            <ac:spMk id="115" creationId="{9F2C7769-80D1-FCDF-89E7-BDC2B30024C4}"/>
          </ac:spMkLst>
        </pc:spChg>
        <pc:spChg chg="del">
          <ac:chgData name="Amal R Babu" userId="3a292d0a-112b-4bc3-bf38-7771656893d2" providerId="ADAL" clId="{992600FB-E5A2-48A8-ADC9-6968E10B5B48}" dt="2022-11-30T03:11:47.398" v="2293" actId="478"/>
          <ac:spMkLst>
            <pc:docMk/>
            <pc:sldMk cId="3358307290" sldId="265"/>
            <ac:spMk id="116" creationId="{1676EF94-D086-F70F-4EE9-ED40EA6AF56C}"/>
          </ac:spMkLst>
        </pc:spChg>
        <pc:spChg chg="del">
          <ac:chgData name="Amal R Babu" userId="3a292d0a-112b-4bc3-bf38-7771656893d2" providerId="ADAL" clId="{992600FB-E5A2-48A8-ADC9-6968E10B5B48}" dt="2022-11-30T03:11:47.398" v="2293" actId="478"/>
          <ac:spMkLst>
            <pc:docMk/>
            <pc:sldMk cId="3358307290" sldId="265"/>
            <ac:spMk id="117" creationId="{695B8140-11D9-5AC1-A814-7CC4C3DD0547}"/>
          </ac:spMkLst>
        </pc:spChg>
        <pc:spChg chg="del">
          <ac:chgData name="Amal R Babu" userId="3a292d0a-112b-4bc3-bf38-7771656893d2" providerId="ADAL" clId="{992600FB-E5A2-48A8-ADC9-6968E10B5B48}" dt="2022-11-30T03:11:47.398" v="2293" actId="478"/>
          <ac:spMkLst>
            <pc:docMk/>
            <pc:sldMk cId="3358307290" sldId="265"/>
            <ac:spMk id="118" creationId="{494133BA-3C92-B029-8856-4E98EE68CA00}"/>
          </ac:spMkLst>
        </pc:spChg>
        <pc:spChg chg="del">
          <ac:chgData name="Amal R Babu" userId="3a292d0a-112b-4bc3-bf38-7771656893d2" providerId="ADAL" clId="{992600FB-E5A2-48A8-ADC9-6968E10B5B48}" dt="2022-11-30T03:11:47.398" v="2293" actId="478"/>
          <ac:spMkLst>
            <pc:docMk/>
            <pc:sldMk cId="3358307290" sldId="265"/>
            <ac:spMk id="119" creationId="{08262353-0AFE-DED9-1AC8-790874385E07}"/>
          </ac:spMkLst>
        </pc:spChg>
        <pc:spChg chg="del">
          <ac:chgData name="Amal R Babu" userId="3a292d0a-112b-4bc3-bf38-7771656893d2" providerId="ADAL" clId="{992600FB-E5A2-48A8-ADC9-6968E10B5B48}" dt="2022-11-30T03:11:47.398" v="2293" actId="478"/>
          <ac:spMkLst>
            <pc:docMk/>
            <pc:sldMk cId="3358307290" sldId="265"/>
            <ac:spMk id="120" creationId="{D428BD09-30A0-9561-AAF0-1C1A1415107E}"/>
          </ac:spMkLst>
        </pc:spChg>
        <pc:spChg chg="del">
          <ac:chgData name="Amal R Babu" userId="3a292d0a-112b-4bc3-bf38-7771656893d2" providerId="ADAL" clId="{992600FB-E5A2-48A8-ADC9-6968E10B5B48}" dt="2022-11-30T03:11:47.398" v="2293" actId="478"/>
          <ac:spMkLst>
            <pc:docMk/>
            <pc:sldMk cId="3358307290" sldId="265"/>
            <ac:spMk id="121" creationId="{7AA7D732-9F36-76FB-B9D0-4EC8FC02CD9E}"/>
          </ac:spMkLst>
        </pc:spChg>
        <pc:spChg chg="mod">
          <ac:chgData name="Amal R Babu" userId="3a292d0a-112b-4bc3-bf38-7771656893d2" providerId="ADAL" clId="{992600FB-E5A2-48A8-ADC9-6968E10B5B48}" dt="2022-11-30T07:55:38.798" v="3629"/>
          <ac:spMkLst>
            <pc:docMk/>
            <pc:sldMk cId="3358307290" sldId="265"/>
            <ac:spMk id="122" creationId="{0EE6EE69-9520-2E31-DF8B-0B561312EDE9}"/>
          </ac:spMkLst>
        </pc:spChg>
        <pc:spChg chg="mod">
          <ac:chgData name="Amal R Babu" userId="3a292d0a-112b-4bc3-bf38-7771656893d2" providerId="ADAL" clId="{992600FB-E5A2-48A8-ADC9-6968E10B5B48}" dt="2022-11-30T07:55:38.798" v="3629"/>
          <ac:spMkLst>
            <pc:docMk/>
            <pc:sldMk cId="3358307290" sldId="265"/>
            <ac:spMk id="123" creationId="{47A641C6-98BE-312B-834E-FF571ED93DB5}"/>
          </ac:spMkLst>
        </pc:spChg>
        <pc:spChg chg="mod">
          <ac:chgData name="Amal R Babu" userId="3a292d0a-112b-4bc3-bf38-7771656893d2" providerId="ADAL" clId="{992600FB-E5A2-48A8-ADC9-6968E10B5B48}" dt="2022-11-30T07:55:38.798" v="3629"/>
          <ac:spMkLst>
            <pc:docMk/>
            <pc:sldMk cId="3358307290" sldId="265"/>
            <ac:spMk id="124" creationId="{745C7D70-F929-F812-7494-F65FBF77B2C1}"/>
          </ac:spMkLst>
        </pc:spChg>
        <pc:spChg chg="add mod">
          <ac:chgData name="Amal R Babu" userId="3a292d0a-112b-4bc3-bf38-7771656893d2" providerId="ADAL" clId="{992600FB-E5A2-48A8-ADC9-6968E10B5B48}" dt="2022-11-30T07:55:38.798" v="3629"/>
          <ac:spMkLst>
            <pc:docMk/>
            <pc:sldMk cId="3358307290" sldId="265"/>
            <ac:spMk id="125" creationId="{D5CD68C2-E31B-E9B0-FC06-F6A91816E6FA}"/>
          </ac:spMkLst>
        </pc:spChg>
        <pc:spChg chg="mod">
          <ac:chgData name="Amal R Babu" userId="3a292d0a-112b-4bc3-bf38-7771656893d2" providerId="ADAL" clId="{992600FB-E5A2-48A8-ADC9-6968E10B5B48}" dt="2022-11-30T07:55:38.798" v="3629"/>
          <ac:spMkLst>
            <pc:docMk/>
            <pc:sldMk cId="3358307290" sldId="265"/>
            <ac:spMk id="127" creationId="{7F563970-8F7F-D255-8955-60B631C96D95}"/>
          </ac:spMkLst>
        </pc:spChg>
        <pc:spChg chg="mod">
          <ac:chgData name="Amal R Babu" userId="3a292d0a-112b-4bc3-bf38-7771656893d2" providerId="ADAL" clId="{992600FB-E5A2-48A8-ADC9-6968E10B5B48}" dt="2022-11-30T07:55:38.798" v="3629"/>
          <ac:spMkLst>
            <pc:docMk/>
            <pc:sldMk cId="3358307290" sldId="265"/>
            <ac:spMk id="130" creationId="{5C69B703-FAE8-0F51-ACED-4A8528A60171}"/>
          </ac:spMkLst>
        </pc:spChg>
        <pc:spChg chg="mod">
          <ac:chgData name="Amal R Babu" userId="3a292d0a-112b-4bc3-bf38-7771656893d2" providerId="ADAL" clId="{992600FB-E5A2-48A8-ADC9-6968E10B5B48}" dt="2022-11-30T07:55:38.798" v="3629"/>
          <ac:spMkLst>
            <pc:docMk/>
            <pc:sldMk cId="3358307290" sldId="265"/>
            <ac:spMk id="131" creationId="{5F311ECF-0C3E-AB12-1895-DFB82B842FBD}"/>
          </ac:spMkLst>
        </pc:spChg>
        <pc:spChg chg="add mod">
          <ac:chgData name="Amal R Babu" userId="3a292d0a-112b-4bc3-bf38-7771656893d2" providerId="ADAL" clId="{992600FB-E5A2-48A8-ADC9-6968E10B5B48}" dt="2022-11-30T07:55:38.798" v="3629"/>
          <ac:spMkLst>
            <pc:docMk/>
            <pc:sldMk cId="3358307290" sldId="265"/>
            <ac:spMk id="132" creationId="{F55204A5-2957-46E3-3AD0-E2C47B299E9C}"/>
          </ac:spMkLst>
        </pc:spChg>
        <pc:spChg chg="add mod">
          <ac:chgData name="Amal R Babu" userId="3a292d0a-112b-4bc3-bf38-7771656893d2" providerId="ADAL" clId="{992600FB-E5A2-48A8-ADC9-6968E10B5B48}" dt="2022-11-30T07:55:38.798" v="3629"/>
          <ac:spMkLst>
            <pc:docMk/>
            <pc:sldMk cId="3358307290" sldId="265"/>
            <ac:spMk id="134" creationId="{2A2FC472-F675-AF66-D4EA-39FFC69C7ABE}"/>
          </ac:spMkLst>
        </pc:spChg>
        <pc:spChg chg="add mod">
          <ac:chgData name="Amal R Babu" userId="3a292d0a-112b-4bc3-bf38-7771656893d2" providerId="ADAL" clId="{992600FB-E5A2-48A8-ADC9-6968E10B5B48}" dt="2022-11-30T07:55:38.798" v="3629"/>
          <ac:spMkLst>
            <pc:docMk/>
            <pc:sldMk cId="3358307290" sldId="265"/>
            <ac:spMk id="135" creationId="{41322946-711C-87AE-7249-2FF7656A5BA9}"/>
          </ac:spMkLst>
        </pc:spChg>
        <pc:spChg chg="add mod">
          <ac:chgData name="Amal R Babu" userId="3a292d0a-112b-4bc3-bf38-7771656893d2" providerId="ADAL" clId="{992600FB-E5A2-48A8-ADC9-6968E10B5B48}" dt="2022-11-30T07:55:51.020" v="3632" actId="207"/>
          <ac:spMkLst>
            <pc:docMk/>
            <pc:sldMk cId="3358307290" sldId="265"/>
            <ac:spMk id="136" creationId="{05F47DD3-8BC9-12C0-8B2E-379D57BEA136}"/>
          </ac:spMkLst>
        </pc:spChg>
        <pc:spChg chg="add mod">
          <ac:chgData name="Amal R Babu" userId="3a292d0a-112b-4bc3-bf38-7771656893d2" providerId="ADAL" clId="{992600FB-E5A2-48A8-ADC9-6968E10B5B48}" dt="2022-11-30T07:55:54.542" v="3633" actId="207"/>
          <ac:spMkLst>
            <pc:docMk/>
            <pc:sldMk cId="3358307290" sldId="265"/>
            <ac:spMk id="137" creationId="{2C8830F9-1E84-C45B-203C-F1B4279FD5A0}"/>
          </ac:spMkLst>
        </pc:spChg>
        <pc:spChg chg="add mod">
          <ac:chgData name="Amal R Babu" userId="3a292d0a-112b-4bc3-bf38-7771656893d2" providerId="ADAL" clId="{992600FB-E5A2-48A8-ADC9-6968E10B5B48}" dt="2022-11-30T07:55:38.798" v="3629"/>
          <ac:spMkLst>
            <pc:docMk/>
            <pc:sldMk cId="3358307290" sldId="265"/>
            <ac:spMk id="138" creationId="{E01AA757-3E22-D482-DD43-608DFDDB03E8}"/>
          </ac:spMkLst>
        </pc:spChg>
        <pc:spChg chg="mod">
          <ac:chgData name="Amal R Babu" userId="3a292d0a-112b-4bc3-bf38-7771656893d2" providerId="ADAL" clId="{992600FB-E5A2-48A8-ADC9-6968E10B5B48}" dt="2022-11-30T07:55:38.798" v="3629"/>
          <ac:spMkLst>
            <pc:docMk/>
            <pc:sldMk cId="3358307290" sldId="265"/>
            <ac:spMk id="140" creationId="{063E392B-7FBA-B22A-9F7F-2CFF747E42C6}"/>
          </ac:spMkLst>
        </pc:spChg>
        <pc:spChg chg="mod">
          <ac:chgData name="Amal R Babu" userId="3a292d0a-112b-4bc3-bf38-7771656893d2" providerId="ADAL" clId="{992600FB-E5A2-48A8-ADC9-6968E10B5B48}" dt="2022-11-30T07:55:38.798" v="3629"/>
          <ac:spMkLst>
            <pc:docMk/>
            <pc:sldMk cId="3358307290" sldId="265"/>
            <ac:spMk id="141" creationId="{1AACAF6C-50A8-5324-B4D1-803AC6253388}"/>
          </ac:spMkLst>
        </pc:spChg>
        <pc:spChg chg="add mod">
          <ac:chgData name="Amal R Babu" userId="3a292d0a-112b-4bc3-bf38-7771656893d2" providerId="ADAL" clId="{992600FB-E5A2-48A8-ADC9-6968E10B5B48}" dt="2022-11-30T07:55:38.798" v="3629"/>
          <ac:spMkLst>
            <pc:docMk/>
            <pc:sldMk cId="3358307290" sldId="265"/>
            <ac:spMk id="142" creationId="{6F462AFA-BD45-9656-50A0-25E14830FF2D}"/>
          </ac:spMkLst>
        </pc:spChg>
        <pc:spChg chg="mod">
          <ac:chgData name="Amal R Babu" userId="3a292d0a-112b-4bc3-bf38-7771656893d2" providerId="ADAL" clId="{992600FB-E5A2-48A8-ADC9-6968E10B5B48}" dt="2022-11-30T07:55:38.798" v="3629"/>
          <ac:spMkLst>
            <pc:docMk/>
            <pc:sldMk cId="3358307290" sldId="265"/>
            <ac:spMk id="144" creationId="{D20FDFD8-B452-3BA3-9308-9E9BF630FA1F}"/>
          </ac:spMkLst>
        </pc:spChg>
        <pc:spChg chg="mod">
          <ac:chgData name="Amal R Babu" userId="3a292d0a-112b-4bc3-bf38-7771656893d2" providerId="ADAL" clId="{992600FB-E5A2-48A8-ADC9-6968E10B5B48}" dt="2022-11-30T07:55:38.798" v="3629"/>
          <ac:spMkLst>
            <pc:docMk/>
            <pc:sldMk cId="3358307290" sldId="265"/>
            <ac:spMk id="145" creationId="{C4D30C31-2217-70F8-4BE7-FCBD746C1EAB}"/>
          </ac:spMkLst>
        </pc:spChg>
        <pc:spChg chg="add mod">
          <ac:chgData name="Amal R Babu" userId="3a292d0a-112b-4bc3-bf38-7771656893d2" providerId="ADAL" clId="{992600FB-E5A2-48A8-ADC9-6968E10B5B48}" dt="2022-11-30T07:55:38.798" v="3629"/>
          <ac:spMkLst>
            <pc:docMk/>
            <pc:sldMk cId="3358307290" sldId="265"/>
            <ac:spMk id="146" creationId="{996F7240-E8BA-FF0F-C4AC-00CE1F1AABA4}"/>
          </ac:spMkLst>
        </pc:spChg>
        <pc:spChg chg="add mod">
          <ac:chgData name="Amal R Babu" userId="3a292d0a-112b-4bc3-bf38-7771656893d2" providerId="ADAL" clId="{992600FB-E5A2-48A8-ADC9-6968E10B5B48}" dt="2022-11-30T07:55:38.798" v="3629"/>
          <ac:spMkLst>
            <pc:docMk/>
            <pc:sldMk cId="3358307290" sldId="265"/>
            <ac:spMk id="147" creationId="{861BE3AD-A8DA-E71D-D869-F9ED8E6C2C87}"/>
          </ac:spMkLst>
        </pc:spChg>
        <pc:grpChg chg="add mod">
          <ac:chgData name="Amal R Babu" userId="3a292d0a-112b-4bc3-bf38-7771656893d2" providerId="ADAL" clId="{992600FB-E5A2-48A8-ADC9-6968E10B5B48}" dt="2022-12-07T05:42:10.424" v="3721"/>
          <ac:grpSpMkLst>
            <pc:docMk/>
            <pc:sldMk cId="3358307290" sldId="265"/>
            <ac:grpSpMk id="2" creationId="{C2B2F8AF-3B50-4906-580F-4D6A71687633}"/>
          </ac:grpSpMkLst>
        </pc:grpChg>
        <pc:grpChg chg="add mod">
          <ac:chgData name="Amal R Babu" userId="3a292d0a-112b-4bc3-bf38-7771656893d2" providerId="ADAL" clId="{992600FB-E5A2-48A8-ADC9-6968E10B5B48}" dt="2022-12-07T05:42:10.424" v="3721"/>
          <ac:grpSpMkLst>
            <pc:docMk/>
            <pc:sldMk cId="3358307290" sldId="265"/>
            <ac:grpSpMk id="10" creationId="{64413A95-1699-06F1-5C0E-D70B218A9F81}"/>
          </ac:grpSpMkLst>
        </pc:grpChg>
        <pc:grpChg chg="del">
          <ac:chgData name="Amal R Babu" userId="3a292d0a-112b-4bc3-bf38-7771656893d2" providerId="ADAL" clId="{992600FB-E5A2-48A8-ADC9-6968E10B5B48}" dt="2022-11-30T07:55:38.349" v="3628" actId="478"/>
          <ac:grpSpMkLst>
            <pc:docMk/>
            <pc:sldMk cId="3358307290" sldId="265"/>
            <ac:grpSpMk id="30" creationId="{9ECCC638-745A-4CD5-37F4-34E729654B57}"/>
          </ac:grpSpMkLst>
        </pc:grpChg>
        <pc:grpChg chg="add del mod">
          <ac:chgData name="Amal R Babu" userId="3a292d0a-112b-4bc3-bf38-7771656893d2" providerId="ADAL" clId="{992600FB-E5A2-48A8-ADC9-6968E10B5B48}" dt="2022-11-30T03:15:48.251" v="2353" actId="165"/>
          <ac:grpSpMkLst>
            <pc:docMk/>
            <pc:sldMk cId="3358307290" sldId="265"/>
            <ac:grpSpMk id="38" creationId="{7228B2C2-4E95-49B9-A4EB-E4D58D999971}"/>
          </ac:grpSpMkLst>
        </pc:grpChg>
        <pc:grpChg chg="del">
          <ac:chgData name="Amal R Babu" userId="3a292d0a-112b-4bc3-bf38-7771656893d2" providerId="ADAL" clId="{992600FB-E5A2-48A8-ADC9-6968E10B5B48}" dt="2022-11-30T07:55:38.349" v="3628" actId="478"/>
          <ac:grpSpMkLst>
            <pc:docMk/>
            <pc:sldMk cId="3358307290" sldId="265"/>
            <ac:grpSpMk id="47" creationId="{5C6579D9-4E04-AE17-CF35-68ADBC5766B2}"/>
          </ac:grpSpMkLst>
        </pc:grpChg>
        <pc:grpChg chg="del">
          <ac:chgData name="Amal R Babu" userId="3a292d0a-112b-4bc3-bf38-7771656893d2" providerId="ADAL" clId="{992600FB-E5A2-48A8-ADC9-6968E10B5B48}" dt="2022-11-30T07:55:38.349" v="3628" actId="478"/>
          <ac:grpSpMkLst>
            <pc:docMk/>
            <pc:sldMk cId="3358307290" sldId="265"/>
            <ac:grpSpMk id="54" creationId="{73F997E9-B116-D8A6-6EF5-C091C7C77B6D}"/>
          </ac:grpSpMkLst>
        </pc:grpChg>
        <pc:grpChg chg="del">
          <ac:chgData name="Amal R Babu" userId="3a292d0a-112b-4bc3-bf38-7771656893d2" providerId="ADAL" clId="{992600FB-E5A2-48A8-ADC9-6968E10B5B48}" dt="2022-12-07T05:42:09.997" v="3720" actId="478"/>
          <ac:grpSpMkLst>
            <pc:docMk/>
            <pc:sldMk cId="3358307290" sldId="265"/>
            <ac:grpSpMk id="67" creationId="{6D8E5ACC-26DE-243B-180E-E19057A9EB34}"/>
          </ac:grpSpMkLst>
        </pc:grpChg>
        <pc:grpChg chg="del">
          <ac:chgData name="Amal R Babu" userId="3a292d0a-112b-4bc3-bf38-7771656893d2" providerId="ADAL" clId="{992600FB-E5A2-48A8-ADC9-6968E10B5B48}" dt="2022-12-07T05:42:09.997" v="3720" actId="478"/>
          <ac:grpSpMkLst>
            <pc:docMk/>
            <pc:sldMk cId="3358307290" sldId="265"/>
            <ac:grpSpMk id="68" creationId="{CE1D2690-EA4E-562F-8571-7A8695694CC3}"/>
          </ac:grpSpMkLst>
        </pc:grpChg>
        <pc:grpChg chg="del">
          <ac:chgData name="Amal R Babu" userId="3a292d0a-112b-4bc3-bf38-7771656893d2" providerId="ADAL" clId="{992600FB-E5A2-48A8-ADC9-6968E10B5B48}" dt="2022-11-30T07:55:38.349" v="3628" actId="478"/>
          <ac:grpSpMkLst>
            <pc:docMk/>
            <pc:sldMk cId="3358307290" sldId="265"/>
            <ac:grpSpMk id="88" creationId="{5202437B-09C4-B9C2-DFB9-8FE4C3A1D94B}"/>
          </ac:grpSpMkLst>
        </pc:grpChg>
        <pc:grpChg chg="del">
          <ac:chgData name="Amal R Babu" userId="3a292d0a-112b-4bc3-bf38-7771656893d2" providerId="ADAL" clId="{992600FB-E5A2-48A8-ADC9-6968E10B5B48}" dt="2022-11-30T07:55:38.349" v="3628" actId="478"/>
          <ac:grpSpMkLst>
            <pc:docMk/>
            <pc:sldMk cId="3358307290" sldId="265"/>
            <ac:grpSpMk id="98" creationId="{5E12AE22-4B66-8998-2063-3E4A6A50C8CF}"/>
          </ac:grpSpMkLst>
        </pc:grpChg>
        <pc:grpChg chg="add mod">
          <ac:chgData name="Amal R Babu" userId="3a292d0a-112b-4bc3-bf38-7771656893d2" providerId="ADAL" clId="{992600FB-E5A2-48A8-ADC9-6968E10B5B48}" dt="2022-11-30T07:55:38.798" v="3629"/>
          <ac:grpSpMkLst>
            <pc:docMk/>
            <pc:sldMk cId="3358307290" sldId="265"/>
            <ac:grpSpMk id="103" creationId="{BE2277F9-97B3-985A-3262-6412F2209E10}"/>
          </ac:grpSpMkLst>
        </pc:grpChg>
        <pc:grpChg chg="add mod">
          <ac:chgData name="Amal R Babu" userId="3a292d0a-112b-4bc3-bf38-7771656893d2" providerId="ADAL" clId="{992600FB-E5A2-48A8-ADC9-6968E10B5B48}" dt="2022-11-30T07:55:38.798" v="3629"/>
          <ac:grpSpMkLst>
            <pc:docMk/>
            <pc:sldMk cId="3358307290" sldId="265"/>
            <ac:grpSpMk id="126" creationId="{B68DC030-4F42-999E-B15D-290E41B7569D}"/>
          </ac:grpSpMkLst>
        </pc:grpChg>
        <pc:grpChg chg="add mod">
          <ac:chgData name="Amal R Babu" userId="3a292d0a-112b-4bc3-bf38-7771656893d2" providerId="ADAL" clId="{992600FB-E5A2-48A8-ADC9-6968E10B5B48}" dt="2022-11-30T07:55:38.798" v="3629"/>
          <ac:grpSpMkLst>
            <pc:docMk/>
            <pc:sldMk cId="3358307290" sldId="265"/>
            <ac:grpSpMk id="129" creationId="{B5CFDB2F-A4D4-5627-C4DD-76E67845DCAA}"/>
          </ac:grpSpMkLst>
        </pc:grpChg>
        <pc:grpChg chg="add mod">
          <ac:chgData name="Amal R Babu" userId="3a292d0a-112b-4bc3-bf38-7771656893d2" providerId="ADAL" clId="{992600FB-E5A2-48A8-ADC9-6968E10B5B48}" dt="2022-11-30T07:55:38.798" v="3629"/>
          <ac:grpSpMkLst>
            <pc:docMk/>
            <pc:sldMk cId="3358307290" sldId="265"/>
            <ac:grpSpMk id="139" creationId="{62AB7A86-94CA-6644-6490-FAB6758F162D}"/>
          </ac:grpSpMkLst>
        </pc:grpChg>
        <pc:grpChg chg="add mod">
          <ac:chgData name="Amal R Babu" userId="3a292d0a-112b-4bc3-bf38-7771656893d2" providerId="ADAL" clId="{992600FB-E5A2-48A8-ADC9-6968E10B5B48}" dt="2022-11-30T07:55:38.798" v="3629"/>
          <ac:grpSpMkLst>
            <pc:docMk/>
            <pc:sldMk cId="3358307290" sldId="265"/>
            <ac:grpSpMk id="143" creationId="{F1CD9DD5-2552-7B8F-4B43-3AE993FC3E7A}"/>
          </ac:grpSpMkLst>
        </pc:grpChg>
        <pc:picChg chg="add mod">
          <ac:chgData name="Amal R Babu" userId="3a292d0a-112b-4bc3-bf38-7771656893d2" providerId="ADAL" clId="{992600FB-E5A2-48A8-ADC9-6968E10B5B48}" dt="2022-11-30T03:23:57.743" v="2412" actId="27614"/>
          <ac:picMkLst>
            <pc:docMk/>
            <pc:sldMk cId="3358307290" sldId="265"/>
            <ac:picMk id="74" creationId="{CF962D2B-A97E-A572-A4E8-1080996E9B27}"/>
          </ac:picMkLst>
        </pc:picChg>
        <pc:picChg chg="add mod">
          <ac:chgData name="Amal R Babu" userId="3a292d0a-112b-4bc3-bf38-7771656893d2" providerId="ADAL" clId="{992600FB-E5A2-48A8-ADC9-6968E10B5B48}" dt="2022-11-30T03:24:34.105" v="2414" actId="27614"/>
          <ac:picMkLst>
            <pc:docMk/>
            <pc:sldMk cId="3358307290" sldId="265"/>
            <ac:picMk id="82" creationId="{7A2FB218-90DA-752A-5A0F-ECC9ADE1621C}"/>
          </ac:picMkLst>
        </pc:picChg>
        <pc:picChg chg="add del mod modCrop">
          <ac:chgData name="Amal R Babu" userId="3a292d0a-112b-4bc3-bf38-7771656893d2" providerId="ADAL" clId="{992600FB-E5A2-48A8-ADC9-6968E10B5B48}" dt="2022-11-30T03:26:26.773" v="2419" actId="478"/>
          <ac:picMkLst>
            <pc:docMk/>
            <pc:sldMk cId="3358307290" sldId="265"/>
            <ac:picMk id="84" creationId="{F9149B0D-1992-46A8-892F-46ADF2ACE6F2}"/>
          </ac:picMkLst>
        </pc:picChg>
        <pc:picChg chg="add mod">
          <ac:chgData name="Amal R Babu" userId="3a292d0a-112b-4bc3-bf38-7771656893d2" providerId="ADAL" clId="{992600FB-E5A2-48A8-ADC9-6968E10B5B48}" dt="2022-11-30T03:26:29.599" v="2420" actId="931"/>
          <ac:picMkLst>
            <pc:docMk/>
            <pc:sldMk cId="3358307290" sldId="265"/>
            <ac:picMk id="89" creationId="{47BAB7C8-AA0B-C2C3-9676-2E6AD1AD3B6D}"/>
          </ac:picMkLst>
        </pc:picChg>
        <pc:picChg chg="add mod">
          <ac:chgData name="Amal R Babu" userId="3a292d0a-112b-4bc3-bf38-7771656893d2" providerId="ADAL" clId="{992600FB-E5A2-48A8-ADC9-6968E10B5B48}" dt="2022-11-30T03:27:13.547" v="2422" actId="27614"/>
          <ac:picMkLst>
            <pc:docMk/>
            <pc:sldMk cId="3358307290" sldId="265"/>
            <ac:picMk id="91" creationId="{33705521-662D-32E8-BEA9-64656F252A6E}"/>
          </ac:picMkLst>
        </pc:picChg>
        <pc:picChg chg="mod">
          <ac:chgData name="Amal R Babu" userId="3a292d0a-112b-4bc3-bf38-7771656893d2" providerId="ADAL" clId="{992600FB-E5A2-48A8-ADC9-6968E10B5B48}" dt="2022-11-30T07:55:38.798" v="3629"/>
          <ac:picMkLst>
            <pc:docMk/>
            <pc:sldMk cId="3358307290" sldId="265"/>
            <ac:picMk id="128" creationId="{C8818178-BF24-35C7-1863-7621BB9397B8}"/>
          </ac:picMkLst>
        </pc:picChg>
        <pc:cxnChg chg="del">
          <ac:chgData name="Amal R Babu" userId="3a292d0a-112b-4bc3-bf38-7771656893d2" providerId="ADAL" clId="{992600FB-E5A2-48A8-ADC9-6968E10B5B48}" dt="2022-11-30T07:55:38.349" v="3628" actId="478"/>
          <ac:cxnSpMkLst>
            <pc:docMk/>
            <pc:sldMk cId="3358307290" sldId="265"/>
            <ac:cxnSpMk id="7" creationId="{1C225904-9D2F-F0C8-8BBE-32DEDB3F8B8F}"/>
          </ac:cxnSpMkLst>
        </pc:cxnChg>
        <pc:cxnChg chg="add mod">
          <ac:chgData name="Amal R Babu" userId="3a292d0a-112b-4bc3-bf38-7771656893d2" providerId="ADAL" clId="{992600FB-E5A2-48A8-ADC9-6968E10B5B48}" dt="2022-11-30T07:55:38.798" v="3629"/>
          <ac:cxnSpMkLst>
            <pc:docMk/>
            <pc:sldMk cId="3358307290" sldId="265"/>
            <ac:cxnSpMk id="133" creationId="{73044738-B584-4782-360A-2596B6202D44}"/>
          </ac:cxnSpMkLst>
        </pc:cxnChg>
      </pc:sldChg>
      <pc:sldChg chg="addSp delSp modSp add mod modClrScheme chgLayout">
        <pc:chgData name="Amal R Babu" userId="3a292d0a-112b-4bc3-bf38-7771656893d2" providerId="ADAL" clId="{992600FB-E5A2-48A8-ADC9-6968E10B5B48}" dt="2022-12-07T05:42:18.379" v="3723"/>
        <pc:sldMkLst>
          <pc:docMk/>
          <pc:sldMk cId="3755068264" sldId="266"/>
        </pc:sldMkLst>
        <pc:spChg chg="mod">
          <ac:chgData name="Amal R Babu" userId="3a292d0a-112b-4bc3-bf38-7771656893d2" providerId="ADAL" clId="{992600FB-E5A2-48A8-ADC9-6968E10B5B48}" dt="2022-11-30T07:56:00.122" v="3634" actId="34135"/>
          <ac:spMkLst>
            <pc:docMk/>
            <pc:sldMk cId="3755068264" sldId="266"/>
            <ac:spMk id="3" creationId="{1025ACCD-BEFE-4057-D0DA-23300AB28132}"/>
          </ac:spMkLst>
        </pc:spChg>
        <pc:spChg chg="mod">
          <ac:chgData name="Amal R Babu" userId="3a292d0a-112b-4bc3-bf38-7771656893d2" providerId="ADAL" clId="{992600FB-E5A2-48A8-ADC9-6968E10B5B48}" dt="2022-12-07T05:42:18.379" v="3723"/>
          <ac:spMkLst>
            <pc:docMk/>
            <pc:sldMk cId="3755068264" sldId="266"/>
            <ac:spMk id="7" creationId="{5458944F-1CDF-5B4A-5346-0713F71E6D97}"/>
          </ac:spMkLst>
        </pc:spChg>
        <pc:spChg chg="del">
          <ac:chgData name="Amal R Babu" userId="3a292d0a-112b-4bc3-bf38-7771656893d2" providerId="ADAL" clId="{992600FB-E5A2-48A8-ADC9-6968E10B5B48}" dt="2022-11-30T07:56:03.228" v="3635" actId="478"/>
          <ac:spMkLst>
            <pc:docMk/>
            <pc:sldMk cId="3755068264" sldId="266"/>
            <ac:spMk id="9" creationId="{67D53DBD-07C2-B89B-2A5E-6EA3F0CE967B}"/>
          </ac:spMkLst>
        </pc:spChg>
        <pc:spChg chg="mod">
          <ac:chgData name="Amal R Babu" userId="3a292d0a-112b-4bc3-bf38-7771656893d2" providerId="ADAL" clId="{992600FB-E5A2-48A8-ADC9-6968E10B5B48}" dt="2022-12-07T05:42:18.379" v="3723"/>
          <ac:spMkLst>
            <pc:docMk/>
            <pc:sldMk cId="3755068264" sldId="266"/>
            <ac:spMk id="9" creationId="{7AB15AB0-772B-E0A7-91C9-CD35E5756C46}"/>
          </ac:spMkLst>
        </pc:spChg>
        <pc:spChg chg="add del mod">
          <ac:chgData name="Amal R Babu" userId="3a292d0a-112b-4bc3-bf38-7771656893d2" providerId="ADAL" clId="{992600FB-E5A2-48A8-ADC9-6968E10B5B48}" dt="2022-11-30T03:27:57.872" v="2436" actId="478"/>
          <ac:spMkLst>
            <pc:docMk/>
            <pc:sldMk cId="3755068264" sldId="266"/>
            <ac:spMk id="10" creationId="{EE182853-4868-6BEB-96C3-F640A7B3B1C1}"/>
          </ac:spMkLst>
        </pc:spChg>
        <pc:spChg chg="mod">
          <ac:chgData name="Amal R Babu" userId="3a292d0a-112b-4bc3-bf38-7771656893d2" providerId="ADAL" clId="{992600FB-E5A2-48A8-ADC9-6968E10B5B48}" dt="2022-12-07T05:42:18.379" v="3723"/>
          <ac:spMkLst>
            <pc:docMk/>
            <pc:sldMk cId="3755068264" sldId="266"/>
            <ac:spMk id="11" creationId="{2C3AB44A-EF80-51C7-549B-5939C01866EB}"/>
          </ac:spMkLst>
        </pc:spChg>
        <pc:spChg chg="del">
          <ac:chgData name="Amal R Babu" userId="3a292d0a-112b-4bc3-bf38-7771656893d2" providerId="ADAL" clId="{992600FB-E5A2-48A8-ADC9-6968E10B5B48}" dt="2022-11-30T03:27:54.763" v="2434" actId="478"/>
          <ac:spMkLst>
            <pc:docMk/>
            <pc:sldMk cId="3755068264" sldId="266"/>
            <ac:spMk id="11" creationId="{C521702C-A845-3192-B348-68658C74D330}"/>
          </ac:spMkLst>
        </pc:spChg>
        <pc:spChg chg="mod">
          <ac:chgData name="Amal R Babu" userId="3a292d0a-112b-4bc3-bf38-7771656893d2" providerId="ADAL" clId="{992600FB-E5A2-48A8-ADC9-6968E10B5B48}" dt="2022-12-07T05:42:18.379" v="3723"/>
          <ac:spMkLst>
            <pc:docMk/>
            <pc:sldMk cId="3755068264" sldId="266"/>
            <ac:spMk id="12" creationId="{463E51DB-D0E0-8BDE-E9A2-55EF692A0FFE}"/>
          </ac:spMkLst>
        </pc:spChg>
        <pc:spChg chg="del">
          <ac:chgData name="Amal R Babu" userId="3a292d0a-112b-4bc3-bf38-7771656893d2" providerId="ADAL" clId="{992600FB-E5A2-48A8-ADC9-6968E10B5B48}" dt="2022-11-30T07:56:03.228" v="3635" actId="478"/>
          <ac:spMkLst>
            <pc:docMk/>
            <pc:sldMk cId="3755068264" sldId="266"/>
            <ac:spMk id="13" creationId="{4F3E08FA-4C08-7258-FA22-03C53F09604C}"/>
          </ac:spMkLst>
        </pc:spChg>
        <pc:spChg chg="add del mod">
          <ac:chgData name="Amal R Babu" userId="3a292d0a-112b-4bc3-bf38-7771656893d2" providerId="ADAL" clId="{992600FB-E5A2-48A8-ADC9-6968E10B5B48}" dt="2022-11-30T03:27:57.872" v="2436" actId="478"/>
          <ac:spMkLst>
            <pc:docMk/>
            <pc:sldMk cId="3755068264" sldId="266"/>
            <ac:spMk id="14" creationId="{B8072963-2403-5BF4-A3A4-8CD7405BCDC6}"/>
          </ac:spMkLst>
        </pc:spChg>
        <pc:spChg chg="del">
          <ac:chgData name="Amal R Babu" userId="3a292d0a-112b-4bc3-bf38-7771656893d2" providerId="ADAL" clId="{992600FB-E5A2-48A8-ADC9-6968E10B5B48}" dt="2022-11-30T07:56:03.228" v="3635" actId="478"/>
          <ac:spMkLst>
            <pc:docMk/>
            <pc:sldMk cId="3755068264" sldId="266"/>
            <ac:spMk id="16" creationId="{2913EB48-94F5-98C7-C275-915A1AD4D3EA}"/>
          </ac:spMkLst>
        </pc:spChg>
        <pc:spChg chg="del">
          <ac:chgData name="Amal R Babu" userId="3a292d0a-112b-4bc3-bf38-7771656893d2" providerId="ADAL" clId="{992600FB-E5A2-48A8-ADC9-6968E10B5B48}" dt="2022-11-30T07:56:03.228" v="3635" actId="478"/>
          <ac:spMkLst>
            <pc:docMk/>
            <pc:sldMk cId="3755068264" sldId="266"/>
            <ac:spMk id="17" creationId="{29D393BC-86FC-4CA8-8830-E874EA43EE28}"/>
          </ac:spMkLst>
        </pc:spChg>
        <pc:spChg chg="add del mod">
          <ac:chgData name="Amal R Babu" userId="3a292d0a-112b-4bc3-bf38-7771656893d2" providerId="ADAL" clId="{992600FB-E5A2-48A8-ADC9-6968E10B5B48}" dt="2022-11-30T03:27:57.872" v="2436" actId="478"/>
          <ac:spMkLst>
            <pc:docMk/>
            <pc:sldMk cId="3755068264" sldId="266"/>
            <ac:spMk id="18" creationId="{43DB8F49-14BD-98CE-0529-0CDD6D75A016}"/>
          </ac:spMkLst>
        </pc:spChg>
        <pc:spChg chg="del mod">
          <ac:chgData name="Amal R Babu" userId="3a292d0a-112b-4bc3-bf38-7771656893d2" providerId="ADAL" clId="{992600FB-E5A2-48A8-ADC9-6968E10B5B48}" dt="2022-11-30T07:56:03.228" v="3635" actId="478"/>
          <ac:spMkLst>
            <pc:docMk/>
            <pc:sldMk cId="3755068264" sldId="266"/>
            <ac:spMk id="19" creationId="{B5F22004-B568-5F9F-D315-B9048F8F933E}"/>
          </ac:spMkLst>
        </pc:spChg>
        <pc:spChg chg="del mod">
          <ac:chgData name="Amal R Babu" userId="3a292d0a-112b-4bc3-bf38-7771656893d2" providerId="ADAL" clId="{992600FB-E5A2-48A8-ADC9-6968E10B5B48}" dt="2022-11-30T07:56:03.228" v="3635" actId="478"/>
          <ac:spMkLst>
            <pc:docMk/>
            <pc:sldMk cId="3755068264" sldId="266"/>
            <ac:spMk id="20" creationId="{DBD7492E-2CD4-61A0-9EEE-CEE4E61AED9D}"/>
          </ac:spMkLst>
        </pc:spChg>
        <pc:spChg chg="del">
          <ac:chgData name="Amal R Babu" userId="3a292d0a-112b-4bc3-bf38-7771656893d2" providerId="ADAL" clId="{992600FB-E5A2-48A8-ADC9-6968E10B5B48}" dt="2022-11-30T07:56:03.228" v="3635" actId="478"/>
          <ac:spMkLst>
            <pc:docMk/>
            <pc:sldMk cId="3755068264" sldId="266"/>
            <ac:spMk id="21" creationId="{88AF1956-F7FB-2ADE-A3E7-1F7329C9752A}"/>
          </ac:spMkLst>
        </pc:spChg>
        <pc:spChg chg="del">
          <ac:chgData name="Amal R Babu" userId="3a292d0a-112b-4bc3-bf38-7771656893d2" providerId="ADAL" clId="{992600FB-E5A2-48A8-ADC9-6968E10B5B48}" dt="2022-11-30T07:56:03.228" v="3635" actId="478"/>
          <ac:spMkLst>
            <pc:docMk/>
            <pc:sldMk cId="3755068264" sldId="266"/>
            <ac:spMk id="22" creationId="{B8560F59-A67B-8514-2A4E-47A28A1A48B1}"/>
          </ac:spMkLst>
        </pc:spChg>
        <pc:spChg chg="del">
          <ac:chgData name="Amal R Babu" userId="3a292d0a-112b-4bc3-bf38-7771656893d2" providerId="ADAL" clId="{992600FB-E5A2-48A8-ADC9-6968E10B5B48}" dt="2022-11-30T03:27:54.763" v="2434" actId="478"/>
          <ac:spMkLst>
            <pc:docMk/>
            <pc:sldMk cId="3755068264" sldId="266"/>
            <ac:spMk id="23" creationId="{228DA46A-69B8-B7A2-2A6D-3722412D45CD}"/>
          </ac:spMkLst>
        </pc:spChg>
        <pc:spChg chg="del">
          <ac:chgData name="Amal R Babu" userId="3a292d0a-112b-4bc3-bf38-7771656893d2" providerId="ADAL" clId="{992600FB-E5A2-48A8-ADC9-6968E10B5B48}" dt="2022-11-30T03:27:54.763" v="2434" actId="478"/>
          <ac:spMkLst>
            <pc:docMk/>
            <pc:sldMk cId="3755068264" sldId="266"/>
            <ac:spMk id="24" creationId="{633A5DBA-3D5C-D126-07EA-FFE40D5EAE42}"/>
          </ac:spMkLst>
        </pc:spChg>
        <pc:spChg chg="del">
          <ac:chgData name="Amal R Babu" userId="3a292d0a-112b-4bc3-bf38-7771656893d2" providerId="ADAL" clId="{992600FB-E5A2-48A8-ADC9-6968E10B5B48}" dt="2022-11-30T03:27:54.763" v="2434" actId="478"/>
          <ac:spMkLst>
            <pc:docMk/>
            <pc:sldMk cId="3755068264" sldId="266"/>
            <ac:spMk id="25" creationId="{09E00A39-BE32-E161-2790-951E54DE8412}"/>
          </ac:spMkLst>
        </pc:spChg>
        <pc:spChg chg="del">
          <ac:chgData name="Amal R Babu" userId="3a292d0a-112b-4bc3-bf38-7771656893d2" providerId="ADAL" clId="{992600FB-E5A2-48A8-ADC9-6968E10B5B48}" dt="2022-11-30T03:27:54.763" v="2434" actId="478"/>
          <ac:spMkLst>
            <pc:docMk/>
            <pc:sldMk cId="3755068264" sldId="266"/>
            <ac:spMk id="26" creationId="{CA7E335B-0CDC-1E90-9E21-D361EEBAEC05}"/>
          </ac:spMkLst>
        </pc:spChg>
        <pc:spChg chg="del">
          <ac:chgData name="Amal R Babu" userId="3a292d0a-112b-4bc3-bf38-7771656893d2" providerId="ADAL" clId="{992600FB-E5A2-48A8-ADC9-6968E10B5B48}" dt="2022-11-30T03:27:54.763" v="2434" actId="478"/>
          <ac:spMkLst>
            <pc:docMk/>
            <pc:sldMk cId="3755068264" sldId="266"/>
            <ac:spMk id="32" creationId="{99A3E2DA-8AB7-CB43-4A8D-D6AB9DB6D6E8}"/>
          </ac:spMkLst>
        </pc:spChg>
        <pc:spChg chg="del">
          <ac:chgData name="Amal R Babu" userId="3a292d0a-112b-4bc3-bf38-7771656893d2" providerId="ADAL" clId="{992600FB-E5A2-48A8-ADC9-6968E10B5B48}" dt="2022-11-30T07:56:03.228" v="3635" actId="478"/>
          <ac:spMkLst>
            <pc:docMk/>
            <pc:sldMk cId="3755068264" sldId="266"/>
            <ac:spMk id="33" creationId="{06426368-13B9-05ED-7B4E-48B8C7532F65}"/>
          </ac:spMkLst>
        </pc:spChg>
        <pc:spChg chg="del">
          <ac:chgData name="Amal R Babu" userId="3a292d0a-112b-4bc3-bf38-7771656893d2" providerId="ADAL" clId="{992600FB-E5A2-48A8-ADC9-6968E10B5B48}" dt="2022-11-30T07:56:03.228" v="3635" actId="478"/>
          <ac:spMkLst>
            <pc:docMk/>
            <pc:sldMk cId="3755068264" sldId="266"/>
            <ac:spMk id="34" creationId="{15C24E6E-5086-DAC3-E400-3CB725E13353}"/>
          </ac:spMkLst>
        </pc:spChg>
        <pc:spChg chg="del">
          <ac:chgData name="Amal R Babu" userId="3a292d0a-112b-4bc3-bf38-7771656893d2" providerId="ADAL" clId="{992600FB-E5A2-48A8-ADC9-6968E10B5B48}" dt="2022-11-30T07:56:03.228" v="3635" actId="478"/>
          <ac:spMkLst>
            <pc:docMk/>
            <pc:sldMk cId="3755068264" sldId="266"/>
            <ac:spMk id="35" creationId="{D7FACB4C-BCA4-434A-8FA8-F4D0A8D4C109}"/>
          </ac:spMkLst>
        </pc:spChg>
        <pc:spChg chg="del">
          <ac:chgData name="Amal R Babu" userId="3a292d0a-112b-4bc3-bf38-7771656893d2" providerId="ADAL" clId="{992600FB-E5A2-48A8-ADC9-6968E10B5B48}" dt="2022-11-30T03:27:54.763" v="2434" actId="478"/>
          <ac:spMkLst>
            <pc:docMk/>
            <pc:sldMk cId="3755068264" sldId="266"/>
            <ac:spMk id="36" creationId="{CEE4DF2C-8E3C-6B03-0972-A3B04A285B1E}"/>
          </ac:spMkLst>
        </pc:spChg>
        <pc:spChg chg="del">
          <ac:chgData name="Amal R Babu" userId="3a292d0a-112b-4bc3-bf38-7771656893d2" providerId="ADAL" clId="{992600FB-E5A2-48A8-ADC9-6968E10B5B48}" dt="2022-11-30T03:27:54.763" v="2434" actId="478"/>
          <ac:spMkLst>
            <pc:docMk/>
            <pc:sldMk cId="3755068264" sldId="266"/>
            <ac:spMk id="37" creationId="{DB6B8045-A507-44E2-526E-4BD417A97DF9}"/>
          </ac:spMkLst>
        </pc:spChg>
        <pc:spChg chg="add del mod">
          <ac:chgData name="Amal R Babu" userId="3a292d0a-112b-4bc3-bf38-7771656893d2" providerId="ADAL" clId="{992600FB-E5A2-48A8-ADC9-6968E10B5B48}" dt="2022-11-30T03:27:57.872" v="2436" actId="478"/>
          <ac:spMkLst>
            <pc:docMk/>
            <pc:sldMk cId="3755068264" sldId="266"/>
            <ac:spMk id="38" creationId="{0C4D0C6E-33BD-722F-A880-7E75FC18E840}"/>
          </ac:spMkLst>
        </pc:spChg>
        <pc:spChg chg="add mod">
          <ac:chgData name="Amal R Babu" userId="3a292d0a-112b-4bc3-bf38-7771656893d2" providerId="ADAL" clId="{992600FB-E5A2-48A8-ADC9-6968E10B5B48}" dt="2022-11-30T03:32:18.614" v="2484" actId="14100"/>
          <ac:spMkLst>
            <pc:docMk/>
            <pc:sldMk cId="3755068264" sldId="266"/>
            <ac:spMk id="39" creationId="{84CB2A03-F658-93C7-05A0-E19A53B2B170}"/>
          </ac:spMkLst>
        </pc:spChg>
        <pc:spChg chg="add mod topLvl">
          <ac:chgData name="Amal R Babu" userId="3a292d0a-112b-4bc3-bf38-7771656893d2" providerId="ADAL" clId="{992600FB-E5A2-48A8-ADC9-6968E10B5B48}" dt="2022-11-30T03:32:38.476" v="2488" actId="165"/>
          <ac:spMkLst>
            <pc:docMk/>
            <pc:sldMk cId="3755068264" sldId="266"/>
            <ac:spMk id="40" creationId="{FDBDB851-F4F9-B908-0B05-CD369D63F206}"/>
          </ac:spMkLst>
        </pc:spChg>
        <pc:spChg chg="del">
          <ac:chgData name="Amal R Babu" userId="3a292d0a-112b-4bc3-bf38-7771656893d2" providerId="ADAL" clId="{992600FB-E5A2-48A8-ADC9-6968E10B5B48}" dt="2022-11-30T03:27:56.186" v="2435" actId="478"/>
          <ac:spMkLst>
            <pc:docMk/>
            <pc:sldMk cId="3755068264" sldId="266"/>
            <ac:spMk id="42" creationId="{8EB9BA56-9EF6-A93C-93AB-DFC2AF6FDCF8}"/>
          </ac:spMkLst>
        </pc:spChg>
        <pc:spChg chg="del">
          <ac:chgData name="Amal R Babu" userId="3a292d0a-112b-4bc3-bf38-7771656893d2" providerId="ADAL" clId="{992600FB-E5A2-48A8-ADC9-6968E10B5B48}" dt="2022-11-30T06:30:41.503" v="3449" actId="478"/>
          <ac:spMkLst>
            <pc:docMk/>
            <pc:sldMk cId="3755068264" sldId="266"/>
            <ac:spMk id="43" creationId="{4085F982-777E-59AD-4DB4-B07024AB9EAF}"/>
          </ac:spMkLst>
        </pc:spChg>
        <pc:spChg chg="del">
          <ac:chgData name="Amal R Babu" userId="3a292d0a-112b-4bc3-bf38-7771656893d2" providerId="ADAL" clId="{992600FB-E5A2-48A8-ADC9-6968E10B5B48}" dt="2022-11-30T03:27:54.763" v="2434" actId="478"/>
          <ac:spMkLst>
            <pc:docMk/>
            <pc:sldMk cId="3755068264" sldId="266"/>
            <ac:spMk id="45" creationId="{CAD06A51-706D-3020-BC3C-51F74BA47466}"/>
          </ac:spMkLst>
        </pc:spChg>
        <pc:spChg chg="del">
          <ac:chgData name="Amal R Babu" userId="3a292d0a-112b-4bc3-bf38-7771656893d2" providerId="ADAL" clId="{992600FB-E5A2-48A8-ADC9-6968E10B5B48}" dt="2022-11-30T03:27:54.763" v="2434" actId="478"/>
          <ac:spMkLst>
            <pc:docMk/>
            <pc:sldMk cId="3755068264" sldId="266"/>
            <ac:spMk id="46" creationId="{4D2F7B60-C640-B10E-3F51-75BE4A15FDE6}"/>
          </ac:spMkLst>
        </pc:spChg>
        <pc:spChg chg="del">
          <ac:chgData name="Amal R Babu" userId="3a292d0a-112b-4bc3-bf38-7771656893d2" providerId="ADAL" clId="{992600FB-E5A2-48A8-ADC9-6968E10B5B48}" dt="2022-11-30T03:27:57.872" v="2436" actId="478"/>
          <ac:spMkLst>
            <pc:docMk/>
            <pc:sldMk cId="3755068264" sldId="266"/>
            <ac:spMk id="48" creationId="{32BA2B5C-A252-6EDB-B3FB-09C6C1A0D1C5}"/>
          </ac:spMkLst>
        </pc:spChg>
        <pc:spChg chg="del">
          <ac:chgData name="Amal R Babu" userId="3a292d0a-112b-4bc3-bf38-7771656893d2" providerId="ADAL" clId="{992600FB-E5A2-48A8-ADC9-6968E10B5B48}" dt="2022-11-30T07:56:03.228" v="3635" actId="478"/>
          <ac:spMkLst>
            <pc:docMk/>
            <pc:sldMk cId="3755068264" sldId="266"/>
            <ac:spMk id="50" creationId="{0E2B6178-FB2D-9772-47AD-87A734026875}"/>
          </ac:spMkLst>
        </pc:spChg>
        <pc:spChg chg="del">
          <ac:chgData name="Amal R Babu" userId="3a292d0a-112b-4bc3-bf38-7771656893d2" providerId="ADAL" clId="{992600FB-E5A2-48A8-ADC9-6968E10B5B48}" dt="2022-11-30T03:27:57.872" v="2436" actId="478"/>
          <ac:spMkLst>
            <pc:docMk/>
            <pc:sldMk cId="3755068264" sldId="266"/>
            <ac:spMk id="51" creationId="{27AE5392-7B1E-233F-F925-0AC39F540B43}"/>
          </ac:spMkLst>
        </pc:spChg>
        <pc:spChg chg="add del mod">
          <ac:chgData name="Amal R Babu" userId="3a292d0a-112b-4bc3-bf38-7771656893d2" providerId="ADAL" clId="{992600FB-E5A2-48A8-ADC9-6968E10B5B48}" dt="2022-11-30T03:30:17.143" v="2459" actId="478"/>
          <ac:spMkLst>
            <pc:docMk/>
            <pc:sldMk cId="3755068264" sldId="266"/>
            <ac:spMk id="52" creationId="{7551A170-088C-F2F7-4D67-A69EDB5CB6FC}"/>
          </ac:spMkLst>
        </pc:spChg>
        <pc:spChg chg="del">
          <ac:chgData name="Amal R Babu" userId="3a292d0a-112b-4bc3-bf38-7771656893d2" providerId="ADAL" clId="{992600FB-E5A2-48A8-ADC9-6968E10B5B48}" dt="2022-11-30T07:56:03.228" v="3635" actId="478"/>
          <ac:spMkLst>
            <pc:docMk/>
            <pc:sldMk cId="3755068264" sldId="266"/>
            <ac:spMk id="55" creationId="{A2C13AB5-7A64-00F4-ECBF-90F667E097CA}"/>
          </ac:spMkLst>
        </pc:spChg>
        <pc:spChg chg="del">
          <ac:chgData name="Amal R Babu" userId="3a292d0a-112b-4bc3-bf38-7771656893d2" providerId="ADAL" clId="{992600FB-E5A2-48A8-ADC9-6968E10B5B48}" dt="2022-11-30T03:27:54.763" v="2434" actId="478"/>
          <ac:spMkLst>
            <pc:docMk/>
            <pc:sldMk cId="3755068264" sldId="266"/>
            <ac:spMk id="56" creationId="{7770034B-8A8D-D547-60C2-8309477214E3}"/>
          </ac:spMkLst>
        </pc:spChg>
        <pc:spChg chg="del">
          <ac:chgData name="Amal R Babu" userId="3a292d0a-112b-4bc3-bf38-7771656893d2" providerId="ADAL" clId="{992600FB-E5A2-48A8-ADC9-6968E10B5B48}" dt="2022-11-30T03:27:54.763" v="2434" actId="478"/>
          <ac:spMkLst>
            <pc:docMk/>
            <pc:sldMk cId="3755068264" sldId="266"/>
            <ac:spMk id="57" creationId="{83D07306-8D46-7528-99E4-D290AA4D1959}"/>
          </ac:spMkLst>
        </pc:spChg>
        <pc:spChg chg="del mod">
          <ac:chgData name="Amal R Babu" userId="3a292d0a-112b-4bc3-bf38-7771656893d2" providerId="ADAL" clId="{992600FB-E5A2-48A8-ADC9-6968E10B5B48}" dt="2022-11-30T07:56:03.228" v="3635" actId="478"/>
          <ac:spMkLst>
            <pc:docMk/>
            <pc:sldMk cId="3755068264" sldId="266"/>
            <ac:spMk id="58" creationId="{84827C04-91A4-59E2-705C-138BA0A13DA9}"/>
          </ac:spMkLst>
        </pc:spChg>
        <pc:spChg chg="add mod topLvl">
          <ac:chgData name="Amal R Babu" userId="3a292d0a-112b-4bc3-bf38-7771656893d2" providerId="ADAL" clId="{992600FB-E5A2-48A8-ADC9-6968E10B5B48}" dt="2022-11-30T03:32:38.476" v="2488" actId="165"/>
          <ac:spMkLst>
            <pc:docMk/>
            <pc:sldMk cId="3755068264" sldId="266"/>
            <ac:spMk id="59" creationId="{FE99B941-0458-55FC-E1B0-58A502078AD2}"/>
          </ac:spMkLst>
        </pc:spChg>
        <pc:spChg chg="add mod">
          <ac:chgData name="Amal R Babu" userId="3a292d0a-112b-4bc3-bf38-7771656893d2" providerId="ADAL" clId="{992600FB-E5A2-48A8-ADC9-6968E10B5B48}" dt="2022-11-30T03:31:11.799" v="2468" actId="14100"/>
          <ac:spMkLst>
            <pc:docMk/>
            <pc:sldMk cId="3755068264" sldId="266"/>
            <ac:spMk id="60" creationId="{3428904D-27D3-9BF1-D864-C817A0232D45}"/>
          </ac:spMkLst>
        </pc:spChg>
        <pc:spChg chg="add del mod">
          <ac:chgData name="Amal R Babu" userId="3a292d0a-112b-4bc3-bf38-7771656893d2" providerId="ADAL" clId="{992600FB-E5A2-48A8-ADC9-6968E10B5B48}" dt="2022-11-30T03:31:45.317" v="2479" actId="478"/>
          <ac:spMkLst>
            <pc:docMk/>
            <pc:sldMk cId="3755068264" sldId="266"/>
            <ac:spMk id="63" creationId="{35A0CCAD-40A1-F151-ED98-440EF3866990}"/>
          </ac:spMkLst>
        </pc:spChg>
        <pc:spChg chg="mod">
          <ac:chgData name="Amal R Babu" userId="3a292d0a-112b-4bc3-bf38-7771656893d2" providerId="ADAL" clId="{992600FB-E5A2-48A8-ADC9-6968E10B5B48}" dt="2022-11-30T03:50:36.367" v="2574" actId="207"/>
          <ac:spMkLst>
            <pc:docMk/>
            <pc:sldMk cId="3755068264" sldId="266"/>
            <ac:spMk id="64" creationId="{1026419F-9D4F-D6A0-6D28-43C551A1C434}"/>
          </ac:spMkLst>
        </pc:spChg>
        <pc:spChg chg="add del mod ord">
          <ac:chgData name="Amal R Babu" userId="3a292d0a-112b-4bc3-bf38-7771656893d2" providerId="ADAL" clId="{992600FB-E5A2-48A8-ADC9-6968E10B5B48}" dt="2022-11-30T03:37:02.606" v="2505" actId="931"/>
          <ac:spMkLst>
            <pc:docMk/>
            <pc:sldMk cId="3755068264" sldId="266"/>
            <ac:spMk id="78" creationId="{E6F98CB9-BC25-9892-D585-5B30D0E2FAFA}"/>
          </ac:spMkLst>
        </pc:spChg>
        <pc:spChg chg="mod">
          <ac:chgData name="Amal R Babu" userId="3a292d0a-112b-4bc3-bf38-7771656893d2" providerId="ADAL" clId="{992600FB-E5A2-48A8-ADC9-6968E10B5B48}" dt="2022-11-30T03:50:36.367" v="2574" actId="207"/>
          <ac:spMkLst>
            <pc:docMk/>
            <pc:sldMk cId="3755068264" sldId="266"/>
            <ac:spMk id="79" creationId="{658172E2-3787-64CE-5910-C25C444076A5}"/>
          </ac:spMkLst>
        </pc:spChg>
        <pc:spChg chg="add del mod ord">
          <ac:chgData name="Amal R Babu" userId="3a292d0a-112b-4bc3-bf38-7771656893d2" providerId="ADAL" clId="{992600FB-E5A2-48A8-ADC9-6968E10B5B48}" dt="2022-11-30T03:36:57.238" v="2501" actId="931"/>
          <ac:spMkLst>
            <pc:docMk/>
            <pc:sldMk cId="3755068264" sldId="266"/>
            <ac:spMk id="83" creationId="{B3275D06-3121-7DB7-E4F2-D25150F1C97C}"/>
          </ac:spMkLst>
        </pc:spChg>
        <pc:spChg chg="add del mod ord">
          <ac:chgData name="Amal R Babu" userId="3a292d0a-112b-4bc3-bf38-7771656893d2" providerId="ADAL" clId="{992600FB-E5A2-48A8-ADC9-6968E10B5B48}" dt="2022-11-30T03:40:56.858" v="2516" actId="931"/>
          <ac:spMkLst>
            <pc:docMk/>
            <pc:sldMk cId="3755068264" sldId="266"/>
            <ac:spMk id="84" creationId="{4C79DD68-71E0-74C0-7BCE-B7C565A3DC28}"/>
          </ac:spMkLst>
        </pc:spChg>
        <pc:spChg chg="add del mod ord">
          <ac:chgData name="Amal R Babu" userId="3a292d0a-112b-4bc3-bf38-7771656893d2" providerId="ADAL" clId="{992600FB-E5A2-48A8-ADC9-6968E10B5B48}" dt="2022-11-30T03:43:50.597" v="2537" actId="931"/>
          <ac:spMkLst>
            <pc:docMk/>
            <pc:sldMk cId="3755068264" sldId="266"/>
            <ac:spMk id="85" creationId="{51DF3862-7AB4-10C4-27A1-955E016C4976}"/>
          </ac:spMkLst>
        </pc:spChg>
        <pc:spChg chg="mod">
          <ac:chgData name="Amal R Babu" userId="3a292d0a-112b-4bc3-bf38-7771656893d2" providerId="ADAL" clId="{992600FB-E5A2-48A8-ADC9-6968E10B5B48}" dt="2022-11-30T03:32:10.009" v="2483" actId="20577"/>
          <ac:spMkLst>
            <pc:docMk/>
            <pc:sldMk cId="3755068264" sldId="266"/>
            <ac:spMk id="92" creationId="{232C2ADA-8B7B-4990-FB78-B27C9A79E87E}"/>
          </ac:spMkLst>
        </pc:spChg>
        <pc:spChg chg="add del mod">
          <ac:chgData name="Amal R Babu" userId="3a292d0a-112b-4bc3-bf38-7771656893d2" providerId="ADAL" clId="{992600FB-E5A2-48A8-ADC9-6968E10B5B48}" dt="2022-11-30T03:37:08.446" v="2509" actId="931"/>
          <ac:spMkLst>
            <pc:docMk/>
            <pc:sldMk cId="3755068264" sldId="266"/>
            <ac:spMk id="93" creationId="{5CDB505E-CE1F-0D84-DE76-4E25E2F8CCB6}"/>
          </ac:spMkLst>
        </pc:spChg>
        <pc:spChg chg="add del mod">
          <ac:chgData name="Amal R Babu" userId="3a292d0a-112b-4bc3-bf38-7771656893d2" providerId="ADAL" clId="{992600FB-E5A2-48A8-ADC9-6968E10B5B48}" dt="2022-11-30T03:38:55.859" v="2513" actId="931"/>
          <ac:spMkLst>
            <pc:docMk/>
            <pc:sldMk cId="3755068264" sldId="266"/>
            <ac:spMk id="100" creationId="{EE291F2B-16E9-F0D7-1DE7-B1EEF03483D9}"/>
          </ac:spMkLst>
        </pc:spChg>
        <pc:spChg chg="del">
          <ac:chgData name="Amal R Babu" userId="3a292d0a-112b-4bc3-bf38-7771656893d2" providerId="ADAL" clId="{992600FB-E5A2-48A8-ADC9-6968E10B5B48}" dt="2022-11-30T07:56:03.228" v="3635" actId="478"/>
          <ac:spMkLst>
            <pc:docMk/>
            <pc:sldMk cId="3755068264" sldId="266"/>
            <ac:spMk id="102" creationId="{BC336F4F-319C-E66A-14BA-28906300DE58}"/>
          </ac:spMkLst>
        </pc:spChg>
        <pc:spChg chg="del">
          <ac:chgData name="Amal R Babu" userId="3a292d0a-112b-4bc3-bf38-7771656893d2" providerId="ADAL" clId="{992600FB-E5A2-48A8-ADC9-6968E10B5B48}" dt="2022-11-30T06:30:41.503" v="3449" actId="478"/>
          <ac:spMkLst>
            <pc:docMk/>
            <pc:sldMk cId="3755068264" sldId="266"/>
            <ac:spMk id="109" creationId="{B205D4A8-03D0-E92D-2A10-7A44B4A53BD1}"/>
          </ac:spMkLst>
        </pc:spChg>
        <pc:spChg chg="add del mod">
          <ac:chgData name="Amal R Babu" userId="3a292d0a-112b-4bc3-bf38-7771656893d2" providerId="ADAL" clId="{992600FB-E5A2-48A8-ADC9-6968E10B5B48}" dt="2022-11-30T03:41:26.777" v="2519" actId="931"/>
          <ac:spMkLst>
            <pc:docMk/>
            <pc:sldMk cId="3755068264" sldId="266"/>
            <ac:spMk id="110" creationId="{0FC99756-9F43-6308-74C4-8034F357B7C1}"/>
          </ac:spMkLst>
        </pc:spChg>
        <pc:spChg chg="add del mod">
          <ac:chgData name="Amal R Babu" userId="3a292d0a-112b-4bc3-bf38-7771656893d2" providerId="ADAL" clId="{992600FB-E5A2-48A8-ADC9-6968E10B5B48}" dt="2022-11-30T03:42:10.884" v="2533" actId="931"/>
          <ac:spMkLst>
            <pc:docMk/>
            <pc:sldMk cId="3755068264" sldId="266"/>
            <ac:spMk id="114" creationId="{0E946DD9-5788-B760-5EEA-A50E91D44853}"/>
          </ac:spMkLst>
        </pc:spChg>
        <pc:spChg chg="add del mod">
          <ac:chgData name="Amal R Babu" userId="3a292d0a-112b-4bc3-bf38-7771656893d2" providerId="ADAL" clId="{992600FB-E5A2-48A8-ADC9-6968E10B5B48}" dt="2022-11-30T03:45:16.244" v="2540" actId="931"/>
          <ac:spMkLst>
            <pc:docMk/>
            <pc:sldMk cId="3755068264" sldId="266"/>
            <ac:spMk id="122" creationId="{0CFAE096-462D-FC9A-C004-D172714F2AB4}"/>
          </ac:spMkLst>
        </pc:spChg>
        <pc:spChg chg="add del mod">
          <ac:chgData name="Amal R Babu" userId="3a292d0a-112b-4bc3-bf38-7771656893d2" providerId="ADAL" clId="{992600FB-E5A2-48A8-ADC9-6968E10B5B48}" dt="2022-11-30T03:46:03.003" v="2548" actId="931"/>
          <ac:spMkLst>
            <pc:docMk/>
            <pc:sldMk cId="3755068264" sldId="266"/>
            <ac:spMk id="128" creationId="{99DAA5CB-E28B-1495-2E90-A24FF6135DA3}"/>
          </ac:spMkLst>
        </pc:spChg>
        <pc:spChg chg="add del mod">
          <ac:chgData name="Amal R Babu" userId="3a292d0a-112b-4bc3-bf38-7771656893d2" providerId="ADAL" clId="{992600FB-E5A2-48A8-ADC9-6968E10B5B48}" dt="2022-11-30T03:47:24.980" v="2556" actId="931"/>
          <ac:spMkLst>
            <pc:docMk/>
            <pc:sldMk cId="3755068264" sldId="266"/>
            <ac:spMk id="132" creationId="{744A1362-46C5-C97E-B8B1-8F962DE30F92}"/>
          </ac:spMkLst>
        </pc:spChg>
        <pc:spChg chg="add del mod">
          <ac:chgData name="Amal R Babu" userId="3a292d0a-112b-4bc3-bf38-7771656893d2" providerId="ADAL" clId="{992600FB-E5A2-48A8-ADC9-6968E10B5B48}" dt="2022-11-30T03:48:11.663" v="2564" actId="931"/>
          <ac:spMkLst>
            <pc:docMk/>
            <pc:sldMk cId="3755068264" sldId="266"/>
            <ac:spMk id="136" creationId="{AD00A6DA-B41D-8119-5D90-CDA814D52FD9}"/>
          </ac:spMkLst>
        </pc:spChg>
        <pc:spChg chg="add del mod">
          <ac:chgData name="Amal R Babu" userId="3a292d0a-112b-4bc3-bf38-7771656893d2" providerId="ADAL" clId="{992600FB-E5A2-48A8-ADC9-6968E10B5B48}" dt="2022-11-30T03:49:48.970" v="2569" actId="931"/>
          <ac:spMkLst>
            <pc:docMk/>
            <pc:sldMk cId="3755068264" sldId="266"/>
            <ac:spMk id="140" creationId="{FF6CF1D3-DB6E-B056-CB09-41493C298B0D}"/>
          </ac:spMkLst>
        </pc:spChg>
        <pc:spChg chg="add mod">
          <ac:chgData name="Amal R Babu" userId="3a292d0a-112b-4bc3-bf38-7771656893d2" providerId="ADAL" clId="{992600FB-E5A2-48A8-ADC9-6968E10B5B48}" dt="2022-11-30T07:56:09.396" v="3637" actId="207"/>
          <ac:spMkLst>
            <pc:docMk/>
            <pc:sldMk cId="3755068264" sldId="266"/>
            <ac:spMk id="143" creationId="{2ED2C615-8928-5712-BD21-EC1722D16AC9}"/>
          </ac:spMkLst>
        </pc:spChg>
        <pc:spChg chg="add mod">
          <ac:chgData name="Amal R Babu" userId="3a292d0a-112b-4bc3-bf38-7771656893d2" providerId="ADAL" clId="{992600FB-E5A2-48A8-ADC9-6968E10B5B48}" dt="2022-11-30T07:56:15.598" v="3638" actId="207"/>
          <ac:spMkLst>
            <pc:docMk/>
            <pc:sldMk cId="3755068264" sldId="266"/>
            <ac:spMk id="144" creationId="{0B5F13FE-E242-EC5A-9FAA-F873BC403524}"/>
          </ac:spMkLst>
        </pc:spChg>
        <pc:spChg chg="add mod">
          <ac:chgData name="Amal R Babu" userId="3a292d0a-112b-4bc3-bf38-7771656893d2" providerId="ADAL" clId="{992600FB-E5A2-48A8-ADC9-6968E10B5B48}" dt="2022-11-30T07:56:03.704" v="3636"/>
          <ac:spMkLst>
            <pc:docMk/>
            <pc:sldMk cId="3755068264" sldId="266"/>
            <ac:spMk id="145" creationId="{693798C2-D83E-3B70-1313-BE4D6CB97E0E}"/>
          </ac:spMkLst>
        </pc:spChg>
        <pc:spChg chg="add mod">
          <ac:chgData name="Amal R Babu" userId="3a292d0a-112b-4bc3-bf38-7771656893d2" providerId="ADAL" clId="{992600FB-E5A2-48A8-ADC9-6968E10B5B48}" dt="2022-11-30T07:56:03.704" v="3636"/>
          <ac:spMkLst>
            <pc:docMk/>
            <pc:sldMk cId="3755068264" sldId="266"/>
            <ac:spMk id="146" creationId="{0123B626-8DEC-EB98-3743-CCAD7C20C17A}"/>
          </ac:spMkLst>
        </pc:spChg>
        <pc:spChg chg="add mod">
          <ac:chgData name="Amal R Babu" userId="3a292d0a-112b-4bc3-bf38-7771656893d2" providerId="ADAL" clId="{992600FB-E5A2-48A8-ADC9-6968E10B5B48}" dt="2022-11-30T07:56:03.704" v="3636"/>
          <ac:spMkLst>
            <pc:docMk/>
            <pc:sldMk cId="3755068264" sldId="266"/>
            <ac:spMk id="147" creationId="{BC95DEFB-E4F5-3937-99D3-B1130364943B}"/>
          </ac:spMkLst>
        </pc:spChg>
        <pc:spChg chg="mod">
          <ac:chgData name="Amal R Babu" userId="3a292d0a-112b-4bc3-bf38-7771656893d2" providerId="ADAL" clId="{992600FB-E5A2-48A8-ADC9-6968E10B5B48}" dt="2022-11-30T07:56:03.704" v="3636"/>
          <ac:spMkLst>
            <pc:docMk/>
            <pc:sldMk cId="3755068264" sldId="266"/>
            <ac:spMk id="149" creationId="{B8779075-D4F4-FBC2-48EF-1978D405C488}"/>
          </ac:spMkLst>
        </pc:spChg>
        <pc:spChg chg="mod">
          <ac:chgData name="Amal R Babu" userId="3a292d0a-112b-4bc3-bf38-7771656893d2" providerId="ADAL" clId="{992600FB-E5A2-48A8-ADC9-6968E10B5B48}" dt="2022-11-30T07:56:03.704" v="3636"/>
          <ac:spMkLst>
            <pc:docMk/>
            <pc:sldMk cId="3755068264" sldId="266"/>
            <ac:spMk id="150" creationId="{9354CB75-0E1C-561E-888F-A331665EAD02}"/>
          </ac:spMkLst>
        </pc:spChg>
        <pc:spChg chg="mod">
          <ac:chgData name="Amal R Babu" userId="3a292d0a-112b-4bc3-bf38-7771656893d2" providerId="ADAL" clId="{992600FB-E5A2-48A8-ADC9-6968E10B5B48}" dt="2022-11-30T07:56:03.704" v="3636"/>
          <ac:spMkLst>
            <pc:docMk/>
            <pc:sldMk cId="3755068264" sldId="266"/>
            <ac:spMk id="151" creationId="{F46B049A-045A-3A8A-7471-3170FA6E30DB}"/>
          </ac:spMkLst>
        </pc:spChg>
        <pc:spChg chg="add mod">
          <ac:chgData name="Amal R Babu" userId="3a292d0a-112b-4bc3-bf38-7771656893d2" providerId="ADAL" clId="{992600FB-E5A2-48A8-ADC9-6968E10B5B48}" dt="2022-11-30T07:56:03.704" v="3636"/>
          <ac:spMkLst>
            <pc:docMk/>
            <pc:sldMk cId="3755068264" sldId="266"/>
            <ac:spMk id="152" creationId="{AEFBB995-19F7-480D-F600-9C8748632F44}"/>
          </ac:spMkLst>
        </pc:spChg>
        <pc:spChg chg="mod">
          <ac:chgData name="Amal R Babu" userId="3a292d0a-112b-4bc3-bf38-7771656893d2" providerId="ADAL" clId="{992600FB-E5A2-48A8-ADC9-6968E10B5B48}" dt="2022-11-30T07:56:03.704" v="3636"/>
          <ac:spMkLst>
            <pc:docMk/>
            <pc:sldMk cId="3755068264" sldId="266"/>
            <ac:spMk id="154" creationId="{1A6AEACA-C69E-F99E-A7DC-D2C4BDE7B20F}"/>
          </ac:spMkLst>
        </pc:spChg>
        <pc:spChg chg="mod">
          <ac:chgData name="Amal R Babu" userId="3a292d0a-112b-4bc3-bf38-7771656893d2" providerId="ADAL" clId="{992600FB-E5A2-48A8-ADC9-6968E10B5B48}" dt="2022-11-30T07:56:03.704" v="3636"/>
          <ac:spMkLst>
            <pc:docMk/>
            <pc:sldMk cId="3755068264" sldId="266"/>
            <ac:spMk id="157" creationId="{4C348C89-8661-717F-8E75-9113E6E83D9B}"/>
          </ac:spMkLst>
        </pc:spChg>
        <pc:spChg chg="mod">
          <ac:chgData name="Amal R Babu" userId="3a292d0a-112b-4bc3-bf38-7771656893d2" providerId="ADAL" clId="{992600FB-E5A2-48A8-ADC9-6968E10B5B48}" dt="2022-11-30T07:56:03.704" v="3636"/>
          <ac:spMkLst>
            <pc:docMk/>
            <pc:sldMk cId="3755068264" sldId="266"/>
            <ac:spMk id="158" creationId="{826B4028-8A4E-6F00-898A-13D65B86BAF8}"/>
          </ac:spMkLst>
        </pc:spChg>
        <pc:spChg chg="add mod">
          <ac:chgData name="Amal R Babu" userId="3a292d0a-112b-4bc3-bf38-7771656893d2" providerId="ADAL" clId="{992600FB-E5A2-48A8-ADC9-6968E10B5B48}" dt="2022-11-30T07:56:03.704" v="3636"/>
          <ac:spMkLst>
            <pc:docMk/>
            <pc:sldMk cId="3755068264" sldId="266"/>
            <ac:spMk id="159" creationId="{6D1A98A7-2642-B19C-F46D-2727020734E9}"/>
          </ac:spMkLst>
        </pc:spChg>
        <pc:spChg chg="add mod">
          <ac:chgData name="Amal R Babu" userId="3a292d0a-112b-4bc3-bf38-7771656893d2" providerId="ADAL" clId="{992600FB-E5A2-48A8-ADC9-6968E10B5B48}" dt="2022-11-30T07:56:03.704" v="3636"/>
          <ac:spMkLst>
            <pc:docMk/>
            <pc:sldMk cId="3755068264" sldId="266"/>
            <ac:spMk id="161" creationId="{72A752BF-8058-8504-0E25-036A6BB2E287}"/>
          </ac:spMkLst>
        </pc:spChg>
        <pc:spChg chg="add mod">
          <ac:chgData name="Amal R Babu" userId="3a292d0a-112b-4bc3-bf38-7771656893d2" providerId="ADAL" clId="{992600FB-E5A2-48A8-ADC9-6968E10B5B48}" dt="2022-11-30T07:56:03.704" v="3636"/>
          <ac:spMkLst>
            <pc:docMk/>
            <pc:sldMk cId="3755068264" sldId="266"/>
            <ac:spMk id="162" creationId="{D2FC7B67-4B55-CE2D-EFFB-19A6EC58FBC9}"/>
          </ac:spMkLst>
        </pc:spChg>
        <pc:spChg chg="add mod">
          <ac:chgData name="Amal R Babu" userId="3a292d0a-112b-4bc3-bf38-7771656893d2" providerId="ADAL" clId="{992600FB-E5A2-48A8-ADC9-6968E10B5B48}" dt="2022-11-30T07:56:03.704" v="3636"/>
          <ac:spMkLst>
            <pc:docMk/>
            <pc:sldMk cId="3755068264" sldId="266"/>
            <ac:spMk id="163" creationId="{D6FD6B3E-CFE7-10A0-C6B6-A478E16DA06D}"/>
          </ac:spMkLst>
        </pc:spChg>
        <pc:spChg chg="add mod">
          <ac:chgData name="Amal R Babu" userId="3a292d0a-112b-4bc3-bf38-7771656893d2" providerId="ADAL" clId="{992600FB-E5A2-48A8-ADC9-6968E10B5B48}" dt="2022-11-30T07:56:03.704" v="3636"/>
          <ac:spMkLst>
            <pc:docMk/>
            <pc:sldMk cId="3755068264" sldId="266"/>
            <ac:spMk id="164" creationId="{2D884566-ED83-E244-C1E7-03D41A6BBF1B}"/>
          </ac:spMkLst>
        </pc:spChg>
        <pc:spChg chg="add mod">
          <ac:chgData name="Amal R Babu" userId="3a292d0a-112b-4bc3-bf38-7771656893d2" providerId="ADAL" clId="{992600FB-E5A2-48A8-ADC9-6968E10B5B48}" dt="2022-11-30T07:56:20.316" v="3639" actId="207"/>
          <ac:spMkLst>
            <pc:docMk/>
            <pc:sldMk cId="3755068264" sldId="266"/>
            <ac:spMk id="165" creationId="{8B8EC837-C535-A168-2E87-A5F4389F9D2A}"/>
          </ac:spMkLst>
        </pc:spChg>
        <pc:spChg chg="mod">
          <ac:chgData name="Amal R Babu" userId="3a292d0a-112b-4bc3-bf38-7771656893d2" providerId="ADAL" clId="{992600FB-E5A2-48A8-ADC9-6968E10B5B48}" dt="2022-11-30T07:56:25.881" v="3641" actId="207"/>
          <ac:spMkLst>
            <pc:docMk/>
            <pc:sldMk cId="3755068264" sldId="266"/>
            <ac:spMk id="167" creationId="{486785D6-6521-2BA7-0834-5918E389718F}"/>
          </ac:spMkLst>
        </pc:spChg>
        <pc:spChg chg="mod">
          <ac:chgData name="Amal R Babu" userId="3a292d0a-112b-4bc3-bf38-7771656893d2" providerId="ADAL" clId="{992600FB-E5A2-48A8-ADC9-6968E10B5B48}" dt="2022-11-30T07:56:25.881" v="3641" actId="207"/>
          <ac:spMkLst>
            <pc:docMk/>
            <pc:sldMk cId="3755068264" sldId="266"/>
            <ac:spMk id="168" creationId="{B1C52508-46C2-A6B1-527E-2B84F86A6AAD}"/>
          </ac:spMkLst>
        </pc:spChg>
        <pc:spChg chg="add mod">
          <ac:chgData name="Amal R Babu" userId="3a292d0a-112b-4bc3-bf38-7771656893d2" providerId="ADAL" clId="{992600FB-E5A2-48A8-ADC9-6968E10B5B48}" dt="2022-11-30T07:56:03.704" v="3636"/>
          <ac:spMkLst>
            <pc:docMk/>
            <pc:sldMk cId="3755068264" sldId="266"/>
            <ac:spMk id="169" creationId="{5C4A4268-E95E-F2AD-770C-C6E4210F0FF5}"/>
          </ac:spMkLst>
        </pc:spChg>
        <pc:spChg chg="mod">
          <ac:chgData name="Amal R Babu" userId="3a292d0a-112b-4bc3-bf38-7771656893d2" providerId="ADAL" clId="{992600FB-E5A2-48A8-ADC9-6968E10B5B48}" dt="2022-11-30T07:56:03.704" v="3636"/>
          <ac:spMkLst>
            <pc:docMk/>
            <pc:sldMk cId="3755068264" sldId="266"/>
            <ac:spMk id="171" creationId="{2EE5AF55-5565-C657-DC1D-428300C74DE9}"/>
          </ac:spMkLst>
        </pc:spChg>
        <pc:spChg chg="mod">
          <ac:chgData name="Amal R Babu" userId="3a292d0a-112b-4bc3-bf38-7771656893d2" providerId="ADAL" clId="{992600FB-E5A2-48A8-ADC9-6968E10B5B48}" dt="2022-11-30T07:56:03.704" v="3636"/>
          <ac:spMkLst>
            <pc:docMk/>
            <pc:sldMk cId="3755068264" sldId="266"/>
            <ac:spMk id="172" creationId="{BB8EEF29-FDA5-3CD8-B651-A67139FF8EA6}"/>
          </ac:spMkLst>
        </pc:spChg>
        <pc:spChg chg="add mod">
          <ac:chgData name="Amal R Babu" userId="3a292d0a-112b-4bc3-bf38-7771656893d2" providerId="ADAL" clId="{992600FB-E5A2-48A8-ADC9-6968E10B5B48}" dt="2022-11-30T07:56:03.704" v="3636"/>
          <ac:spMkLst>
            <pc:docMk/>
            <pc:sldMk cId="3755068264" sldId="266"/>
            <ac:spMk id="173" creationId="{ABA46D27-59B7-229C-CD9B-37FA191B573D}"/>
          </ac:spMkLst>
        </pc:spChg>
        <pc:spChg chg="add mod">
          <ac:chgData name="Amal R Babu" userId="3a292d0a-112b-4bc3-bf38-7771656893d2" providerId="ADAL" clId="{992600FB-E5A2-48A8-ADC9-6968E10B5B48}" dt="2022-11-30T07:56:03.704" v="3636"/>
          <ac:spMkLst>
            <pc:docMk/>
            <pc:sldMk cId="3755068264" sldId="266"/>
            <ac:spMk id="174" creationId="{8F86F8B7-2B02-5D33-A764-E9D25BFF1237}"/>
          </ac:spMkLst>
        </pc:spChg>
        <pc:grpChg chg="add mod">
          <ac:chgData name="Amal R Babu" userId="3a292d0a-112b-4bc3-bf38-7771656893d2" providerId="ADAL" clId="{992600FB-E5A2-48A8-ADC9-6968E10B5B48}" dt="2022-12-07T05:42:18.379" v="3723"/>
          <ac:grpSpMkLst>
            <pc:docMk/>
            <pc:sldMk cId="3755068264" sldId="266"/>
            <ac:grpSpMk id="2" creationId="{E9978119-D727-EA68-78A8-4C4B0F0AB257}"/>
          </ac:grpSpMkLst>
        </pc:grpChg>
        <pc:grpChg chg="add mod">
          <ac:chgData name="Amal R Babu" userId="3a292d0a-112b-4bc3-bf38-7771656893d2" providerId="ADAL" clId="{992600FB-E5A2-48A8-ADC9-6968E10B5B48}" dt="2022-12-07T05:42:18.379" v="3723"/>
          <ac:grpSpMkLst>
            <pc:docMk/>
            <pc:sldMk cId="3755068264" sldId="266"/>
            <ac:grpSpMk id="10" creationId="{D8CDB6E0-FC45-87A7-040F-631604538EFE}"/>
          </ac:grpSpMkLst>
        </pc:grpChg>
        <pc:grpChg chg="del">
          <ac:chgData name="Amal R Babu" userId="3a292d0a-112b-4bc3-bf38-7771656893d2" providerId="ADAL" clId="{992600FB-E5A2-48A8-ADC9-6968E10B5B48}" dt="2022-11-30T07:56:03.228" v="3635" actId="478"/>
          <ac:grpSpMkLst>
            <pc:docMk/>
            <pc:sldMk cId="3755068264" sldId="266"/>
            <ac:grpSpMk id="30" creationId="{9ECCC638-745A-4CD5-37F4-34E729654B57}"/>
          </ac:grpSpMkLst>
        </pc:grpChg>
        <pc:grpChg chg="del">
          <ac:chgData name="Amal R Babu" userId="3a292d0a-112b-4bc3-bf38-7771656893d2" providerId="ADAL" clId="{992600FB-E5A2-48A8-ADC9-6968E10B5B48}" dt="2022-11-30T07:56:03.228" v="3635" actId="478"/>
          <ac:grpSpMkLst>
            <pc:docMk/>
            <pc:sldMk cId="3755068264" sldId="266"/>
            <ac:grpSpMk id="47" creationId="{5C6579D9-4E04-AE17-CF35-68ADBC5766B2}"/>
          </ac:grpSpMkLst>
        </pc:grpChg>
        <pc:grpChg chg="del">
          <ac:chgData name="Amal R Babu" userId="3a292d0a-112b-4bc3-bf38-7771656893d2" providerId="ADAL" clId="{992600FB-E5A2-48A8-ADC9-6968E10B5B48}" dt="2022-11-30T07:56:03.228" v="3635" actId="478"/>
          <ac:grpSpMkLst>
            <pc:docMk/>
            <pc:sldMk cId="3755068264" sldId="266"/>
            <ac:grpSpMk id="54" creationId="{73F997E9-B116-D8A6-6EF5-C091C7C77B6D}"/>
          </ac:grpSpMkLst>
        </pc:grpChg>
        <pc:grpChg chg="add del mod">
          <ac:chgData name="Amal R Babu" userId="3a292d0a-112b-4bc3-bf38-7771656893d2" providerId="ADAL" clId="{992600FB-E5A2-48A8-ADC9-6968E10B5B48}" dt="2022-11-30T03:31:19.045" v="2471" actId="165"/>
          <ac:grpSpMkLst>
            <pc:docMk/>
            <pc:sldMk cId="3755068264" sldId="266"/>
            <ac:grpSpMk id="61" creationId="{65643C78-5691-1CDC-481B-D5144FB2AEC3}"/>
          </ac:grpSpMkLst>
        </pc:grpChg>
        <pc:grpChg chg="add del mod">
          <ac:chgData name="Amal R Babu" userId="3a292d0a-112b-4bc3-bf38-7771656893d2" providerId="ADAL" clId="{992600FB-E5A2-48A8-ADC9-6968E10B5B48}" dt="2022-11-30T03:32:38.476" v="2488" actId="165"/>
          <ac:grpSpMkLst>
            <pc:docMk/>
            <pc:sldMk cId="3755068264" sldId="266"/>
            <ac:grpSpMk id="66" creationId="{FB02D8C4-DCAE-38A5-680E-33A04C14863D}"/>
          </ac:grpSpMkLst>
        </pc:grpChg>
        <pc:grpChg chg="del">
          <ac:chgData name="Amal R Babu" userId="3a292d0a-112b-4bc3-bf38-7771656893d2" providerId="ADAL" clId="{992600FB-E5A2-48A8-ADC9-6968E10B5B48}" dt="2022-12-07T05:42:17.839" v="3722" actId="478"/>
          <ac:grpSpMkLst>
            <pc:docMk/>
            <pc:sldMk cId="3755068264" sldId="266"/>
            <ac:grpSpMk id="67" creationId="{6D8E5ACC-26DE-243B-180E-E19057A9EB34}"/>
          </ac:grpSpMkLst>
        </pc:grpChg>
        <pc:grpChg chg="del">
          <ac:chgData name="Amal R Babu" userId="3a292d0a-112b-4bc3-bf38-7771656893d2" providerId="ADAL" clId="{992600FB-E5A2-48A8-ADC9-6968E10B5B48}" dt="2022-12-07T05:42:17.839" v="3722" actId="478"/>
          <ac:grpSpMkLst>
            <pc:docMk/>
            <pc:sldMk cId="3755068264" sldId="266"/>
            <ac:grpSpMk id="68" creationId="{CE1D2690-EA4E-562F-8571-7A8695694CC3}"/>
          </ac:grpSpMkLst>
        </pc:grpChg>
        <pc:grpChg chg="del mod">
          <ac:chgData name="Amal R Babu" userId="3a292d0a-112b-4bc3-bf38-7771656893d2" providerId="ADAL" clId="{992600FB-E5A2-48A8-ADC9-6968E10B5B48}" dt="2022-11-30T07:56:03.228" v="3635" actId="478"/>
          <ac:grpSpMkLst>
            <pc:docMk/>
            <pc:sldMk cId="3755068264" sldId="266"/>
            <ac:grpSpMk id="88" creationId="{5202437B-09C4-B9C2-DFB9-8FE4C3A1D94B}"/>
          </ac:grpSpMkLst>
        </pc:grpChg>
        <pc:grpChg chg="del">
          <ac:chgData name="Amal R Babu" userId="3a292d0a-112b-4bc3-bf38-7771656893d2" providerId="ADAL" clId="{992600FB-E5A2-48A8-ADC9-6968E10B5B48}" dt="2022-11-30T07:56:03.228" v="3635" actId="478"/>
          <ac:grpSpMkLst>
            <pc:docMk/>
            <pc:sldMk cId="3755068264" sldId="266"/>
            <ac:grpSpMk id="98" creationId="{5E12AE22-4B66-8998-2063-3E4A6A50C8CF}"/>
          </ac:grpSpMkLst>
        </pc:grpChg>
        <pc:grpChg chg="add mod">
          <ac:chgData name="Amal R Babu" userId="3a292d0a-112b-4bc3-bf38-7771656893d2" providerId="ADAL" clId="{992600FB-E5A2-48A8-ADC9-6968E10B5B48}" dt="2022-11-30T07:56:03.704" v="3636"/>
          <ac:grpSpMkLst>
            <pc:docMk/>
            <pc:sldMk cId="3755068264" sldId="266"/>
            <ac:grpSpMk id="148" creationId="{5DD7B624-9934-A274-6D26-4B7C2E84A28E}"/>
          </ac:grpSpMkLst>
        </pc:grpChg>
        <pc:grpChg chg="add mod">
          <ac:chgData name="Amal R Babu" userId="3a292d0a-112b-4bc3-bf38-7771656893d2" providerId="ADAL" clId="{992600FB-E5A2-48A8-ADC9-6968E10B5B48}" dt="2022-11-30T07:56:03.704" v="3636"/>
          <ac:grpSpMkLst>
            <pc:docMk/>
            <pc:sldMk cId="3755068264" sldId="266"/>
            <ac:grpSpMk id="153" creationId="{0A1B5201-0A58-C4EA-4F1D-130D1852D1B3}"/>
          </ac:grpSpMkLst>
        </pc:grpChg>
        <pc:grpChg chg="add mod">
          <ac:chgData name="Amal R Babu" userId="3a292d0a-112b-4bc3-bf38-7771656893d2" providerId="ADAL" clId="{992600FB-E5A2-48A8-ADC9-6968E10B5B48}" dt="2022-11-30T07:56:03.704" v="3636"/>
          <ac:grpSpMkLst>
            <pc:docMk/>
            <pc:sldMk cId="3755068264" sldId="266"/>
            <ac:grpSpMk id="156" creationId="{29648C6D-6AC3-613B-AD38-9B9E258BC338}"/>
          </ac:grpSpMkLst>
        </pc:grpChg>
        <pc:grpChg chg="add mod">
          <ac:chgData name="Amal R Babu" userId="3a292d0a-112b-4bc3-bf38-7771656893d2" providerId="ADAL" clId="{992600FB-E5A2-48A8-ADC9-6968E10B5B48}" dt="2022-11-30T07:56:25.881" v="3641" actId="207"/>
          <ac:grpSpMkLst>
            <pc:docMk/>
            <pc:sldMk cId="3755068264" sldId="266"/>
            <ac:grpSpMk id="166" creationId="{6964EF7C-3D1F-186E-D026-331EFE58548D}"/>
          </ac:grpSpMkLst>
        </pc:grpChg>
        <pc:grpChg chg="add mod">
          <ac:chgData name="Amal R Babu" userId="3a292d0a-112b-4bc3-bf38-7771656893d2" providerId="ADAL" clId="{992600FB-E5A2-48A8-ADC9-6968E10B5B48}" dt="2022-11-30T07:56:03.704" v="3636"/>
          <ac:grpSpMkLst>
            <pc:docMk/>
            <pc:sldMk cId="3755068264" sldId="266"/>
            <ac:grpSpMk id="170" creationId="{8468CFC2-A367-E206-AAE8-D674A2D01F2C}"/>
          </ac:grpSpMkLst>
        </pc:grpChg>
        <pc:picChg chg="del">
          <ac:chgData name="Amal R Babu" userId="3a292d0a-112b-4bc3-bf38-7771656893d2" providerId="ADAL" clId="{992600FB-E5A2-48A8-ADC9-6968E10B5B48}" dt="2022-11-30T03:27:54.763" v="2434" actId="478"/>
          <ac:picMkLst>
            <pc:docMk/>
            <pc:sldMk cId="3755068264" sldId="266"/>
            <ac:picMk id="74" creationId="{CF962D2B-A97E-A572-A4E8-1080996E9B27}"/>
          </ac:picMkLst>
        </pc:picChg>
        <pc:picChg chg="del">
          <ac:chgData name="Amal R Babu" userId="3a292d0a-112b-4bc3-bf38-7771656893d2" providerId="ADAL" clId="{992600FB-E5A2-48A8-ADC9-6968E10B5B48}" dt="2022-11-30T03:27:54.763" v="2434" actId="478"/>
          <ac:picMkLst>
            <pc:docMk/>
            <pc:sldMk cId="3755068264" sldId="266"/>
            <ac:picMk id="82" creationId="{7A2FB218-90DA-752A-5A0F-ECC9ADE1621C}"/>
          </ac:picMkLst>
        </pc:picChg>
        <pc:picChg chg="add del mod">
          <ac:chgData name="Amal R Babu" userId="3a292d0a-112b-4bc3-bf38-7771656893d2" providerId="ADAL" clId="{992600FB-E5A2-48A8-ADC9-6968E10B5B48}" dt="2022-11-30T03:37:00.391" v="2504" actId="478"/>
          <ac:picMkLst>
            <pc:docMk/>
            <pc:sldMk cId="3755068264" sldId="266"/>
            <ac:picMk id="87" creationId="{27BB5F40-BD0A-DDA2-3DD4-19414606BD78}"/>
          </ac:picMkLst>
        </pc:picChg>
        <pc:picChg chg="del">
          <ac:chgData name="Amal R Babu" userId="3a292d0a-112b-4bc3-bf38-7771656893d2" providerId="ADAL" clId="{992600FB-E5A2-48A8-ADC9-6968E10B5B48}" dt="2022-11-30T03:27:54.763" v="2434" actId="478"/>
          <ac:picMkLst>
            <pc:docMk/>
            <pc:sldMk cId="3755068264" sldId="266"/>
            <ac:picMk id="89" creationId="{47BAB7C8-AA0B-C2C3-9676-2E6AD1AD3B6D}"/>
          </ac:picMkLst>
        </pc:picChg>
        <pc:picChg chg="del">
          <ac:chgData name="Amal R Babu" userId="3a292d0a-112b-4bc3-bf38-7771656893d2" providerId="ADAL" clId="{992600FB-E5A2-48A8-ADC9-6968E10B5B48}" dt="2022-11-30T03:27:54.763" v="2434" actId="478"/>
          <ac:picMkLst>
            <pc:docMk/>
            <pc:sldMk cId="3755068264" sldId="266"/>
            <ac:picMk id="91" creationId="{33705521-662D-32E8-BEA9-64656F252A6E}"/>
          </ac:picMkLst>
        </pc:picChg>
        <pc:picChg chg="add del mod">
          <ac:chgData name="Amal R Babu" userId="3a292d0a-112b-4bc3-bf38-7771656893d2" providerId="ADAL" clId="{992600FB-E5A2-48A8-ADC9-6968E10B5B48}" dt="2022-11-30T03:37:04.888" v="2508" actId="478"/>
          <ac:picMkLst>
            <pc:docMk/>
            <pc:sldMk cId="3755068264" sldId="266"/>
            <ac:picMk id="97" creationId="{9ACBE22A-43C9-62AF-176C-69DC9D3FAC75}"/>
          </ac:picMkLst>
        </pc:picChg>
        <pc:picChg chg="add mod modCrop">
          <ac:chgData name="Amal R Babu" userId="3a292d0a-112b-4bc3-bf38-7771656893d2" providerId="ADAL" clId="{992600FB-E5A2-48A8-ADC9-6968E10B5B48}" dt="2022-11-30T03:37:20.543" v="2512" actId="18131"/>
          <ac:picMkLst>
            <pc:docMk/>
            <pc:sldMk cId="3755068264" sldId="266"/>
            <ac:picMk id="103" creationId="{70081B3C-6CBC-6133-BAE7-633EE2AB9ED3}"/>
          </ac:picMkLst>
        </pc:picChg>
        <pc:picChg chg="add del mod">
          <ac:chgData name="Amal R Babu" userId="3a292d0a-112b-4bc3-bf38-7771656893d2" providerId="ADAL" clId="{992600FB-E5A2-48A8-ADC9-6968E10B5B48}" dt="2022-11-30T03:41:25.016" v="2518" actId="478"/>
          <ac:picMkLst>
            <pc:docMk/>
            <pc:sldMk cId="3755068264" sldId="266"/>
            <ac:picMk id="105" creationId="{C4A1AC29-33B0-8FB9-BDB4-260249EAFBA8}"/>
          </ac:picMkLst>
        </pc:picChg>
        <pc:picChg chg="add mod">
          <ac:chgData name="Amal R Babu" userId="3a292d0a-112b-4bc3-bf38-7771656893d2" providerId="ADAL" clId="{992600FB-E5A2-48A8-ADC9-6968E10B5B48}" dt="2022-11-30T03:40:58.923" v="2517" actId="27614"/>
          <ac:picMkLst>
            <pc:docMk/>
            <pc:sldMk cId="3755068264" sldId="266"/>
            <ac:picMk id="107" creationId="{FB4FD369-9956-2E15-E2ED-C24F5C3A6C8D}"/>
          </ac:picMkLst>
        </pc:picChg>
        <pc:picChg chg="add del mod">
          <ac:chgData name="Amal R Babu" userId="3a292d0a-112b-4bc3-bf38-7771656893d2" providerId="ADAL" clId="{992600FB-E5A2-48A8-ADC9-6968E10B5B48}" dt="2022-11-30T03:41:38.058" v="2522" actId="478"/>
          <ac:picMkLst>
            <pc:docMk/>
            <pc:sldMk cId="3755068264" sldId="266"/>
            <ac:picMk id="112" creationId="{2626D3A7-80F3-3300-E41C-6ED93389835F}"/>
          </ac:picMkLst>
        </pc:picChg>
        <pc:picChg chg="add del mod">
          <ac:chgData name="Amal R Babu" userId="3a292d0a-112b-4bc3-bf38-7771656893d2" providerId="ADAL" clId="{992600FB-E5A2-48A8-ADC9-6968E10B5B48}" dt="2022-11-30T03:41:43.885" v="2527" actId="931"/>
          <ac:picMkLst>
            <pc:docMk/>
            <pc:sldMk cId="3755068264" sldId="266"/>
            <ac:picMk id="116" creationId="{B64A08F3-1F6C-5958-3F59-4BFA2030054E}"/>
          </ac:picMkLst>
        </pc:picChg>
        <pc:picChg chg="add del mod">
          <ac:chgData name="Amal R Babu" userId="3a292d0a-112b-4bc3-bf38-7771656893d2" providerId="ADAL" clId="{992600FB-E5A2-48A8-ADC9-6968E10B5B48}" dt="2022-11-30T03:42:00.797" v="2532" actId="931"/>
          <ac:picMkLst>
            <pc:docMk/>
            <pc:sldMk cId="3755068264" sldId="266"/>
            <ac:picMk id="118" creationId="{AE4DC4F2-910A-02B6-3939-ACD747B59A99}"/>
          </ac:picMkLst>
        </pc:picChg>
        <pc:picChg chg="add del mod">
          <ac:chgData name="Amal R Babu" userId="3a292d0a-112b-4bc3-bf38-7771656893d2" providerId="ADAL" clId="{992600FB-E5A2-48A8-ADC9-6968E10B5B48}" dt="2022-11-30T03:42:21.313" v="2536" actId="478"/>
          <ac:picMkLst>
            <pc:docMk/>
            <pc:sldMk cId="3755068264" sldId="266"/>
            <ac:picMk id="120" creationId="{A8E10549-25C7-57BC-77FC-0E0312B0DD16}"/>
          </ac:picMkLst>
        </pc:picChg>
        <pc:picChg chg="add mod">
          <ac:chgData name="Amal R Babu" userId="3a292d0a-112b-4bc3-bf38-7771656893d2" providerId="ADAL" clId="{992600FB-E5A2-48A8-ADC9-6968E10B5B48}" dt="2022-11-30T03:43:52.114" v="2539" actId="962"/>
          <ac:picMkLst>
            <pc:docMk/>
            <pc:sldMk cId="3755068264" sldId="266"/>
            <ac:picMk id="124" creationId="{7CE375F9-48EE-BBDD-445D-C52D717CDE68}"/>
          </ac:picMkLst>
        </pc:picChg>
        <pc:picChg chg="add del mod modCrop">
          <ac:chgData name="Amal R Babu" userId="3a292d0a-112b-4bc3-bf38-7771656893d2" providerId="ADAL" clId="{992600FB-E5A2-48A8-ADC9-6968E10B5B48}" dt="2022-11-30T03:46:01.230" v="2547" actId="478"/>
          <ac:picMkLst>
            <pc:docMk/>
            <pc:sldMk cId="3755068264" sldId="266"/>
            <ac:picMk id="126" creationId="{F561D934-3CC4-39DE-EE03-346C932D53C8}"/>
          </ac:picMkLst>
        </pc:picChg>
        <pc:picChg chg="add del mod modCrop">
          <ac:chgData name="Amal R Babu" userId="3a292d0a-112b-4bc3-bf38-7771656893d2" providerId="ADAL" clId="{992600FB-E5A2-48A8-ADC9-6968E10B5B48}" dt="2022-11-30T03:47:23.059" v="2555" actId="478"/>
          <ac:picMkLst>
            <pc:docMk/>
            <pc:sldMk cId="3755068264" sldId="266"/>
            <ac:picMk id="130" creationId="{AFBB7C69-4880-440F-0C0A-8F0751B8243E}"/>
          </ac:picMkLst>
        </pc:picChg>
        <pc:picChg chg="add del mod modCrop">
          <ac:chgData name="Amal R Babu" userId="3a292d0a-112b-4bc3-bf38-7771656893d2" providerId="ADAL" clId="{992600FB-E5A2-48A8-ADC9-6968E10B5B48}" dt="2022-11-30T03:48:09.874" v="2563" actId="478"/>
          <ac:picMkLst>
            <pc:docMk/>
            <pc:sldMk cId="3755068264" sldId="266"/>
            <ac:picMk id="134" creationId="{77A21698-AE44-F8A1-10F5-7F00ADEF3EA0}"/>
          </ac:picMkLst>
        </pc:picChg>
        <pc:picChg chg="add del mod modCrop">
          <ac:chgData name="Amal R Babu" userId="3a292d0a-112b-4bc3-bf38-7771656893d2" providerId="ADAL" clId="{992600FB-E5A2-48A8-ADC9-6968E10B5B48}" dt="2022-11-30T03:49:47.124" v="2568" actId="478"/>
          <ac:picMkLst>
            <pc:docMk/>
            <pc:sldMk cId="3755068264" sldId="266"/>
            <ac:picMk id="138" creationId="{E829A6A7-B245-7406-FC3A-F3ABB243BE03}"/>
          </ac:picMkLst>
        </pc:picChg>
        <pc:picChg chg="add mod">
          <ac:chgData name="Amal R Babu" userId="3a292d0a-112b-4bc3-bf38-7771656893d2" providerId="ADAL" clId="{992600FB-E5A2-48A8-ADC9-6968E10B5B48}" dt="2022-11-30T03:49:50.857" v="2571" actId="962"/>
          <ac:picMkLst>
            <pc:docMk/>
            <pc:sldMk cId="3755068264" sldId="266"/>
            <ac:picMk id="142" creationId="{90B6364E-8761-FD15-92F4-20737325ED51}"/>
          </ac:picMkLst>
        </pc:picChg>
        <pc:picChg chg="mod">
          <ac:chgData name="Amal R Babu" userId="3a292d0a-112b-4bc3-bf38-7771656893d2" providerId="ADAL" clId="{992600FB-E5A2-48A8-ADC9-6968E10B5B48}" dt="2022-11-30T07:56:03.704" v="3636"/>
          <ac:picMkLst>
            <pc:docMk/>
            <pc:sldMk cId="3755068264" sldId="266"/>
            <ac:picMk id="155" creationId="{8EBC64F6-52E4-C7D3-C8E0-063624D82FC8}"/>
          </ac:picMkLst>
        </pc:picChg>
        <pc:cxnChg chg="del">
          <ac:chgData name="Amal R Babu" userId="3a292d0a-112b-4bc3-bf38-7771656893d2" providerId="ADAL" clId="{992600FB-E5A2-48A8-ADC9-6968E10B5B48}" dt="2022-11-30T07:56:03.228" v="3635" actId="478"/>
          <ac:cxnSpMkLst>
            <pc:docMk/>
            <pc:sldMk cId="3755068264" sldId="266"/>
            <ac:cxnSpMk id="7" creationId="{1C225904-9D2F-F0C8-8BBE-32DEDB3F8B8F}"/>
          </ac:cxnSpMkLst>
        </pc:cxnChg>
        <pc:cxnChg chg="add mod">
          <ac:chgData name="Amal R Babu" userId="3a292d0a-112b-4bc3-bf38-7771656893d2" providerId="ADAL" clId="{992600FB-E5A2-48A8-ADC9-6968E10B5B48}" dt="2022-11-30T07:56:03.704" v="3636"/>
          <ac:cxnSpMkLst>
            <pc:docMk/>
            <pc:sldMk cId="3755068264" sldId="266"/>
            <ac:cxnSpMk id="160" creationId="{21E1DE83-1467-0F77-A249-12708D55BC7F}"/>
          </ac:cxnSpMkLst>
        </pc:cxnChg>
      </pc:sldChg>
      <pc:sldChg chg="addSp delSp modSp add mod setBg modClrScheme chgLayout">
        <pc:chgData name="Amal R Babu" userId="3a292d0a-112b-4bc3-bf38-7771656893d2" providerId="ADAL" clId="{992600FB-E5A2-48A8-ADC9-6968E10B5B48}" dt="2022-12-07T05:42:23.153" v="3725"/>
        <pc:sldMkLst>
          <pc:docMk/>
          <pc:sldMk cId="2436200355" sldId="267"/>
        </pc:sldMkLst>
        <pc:spChg chg="add mod">
          <ac:chgData name="Amal R Babu" userId="3a292d0a-112b-4bc3-bf38-7771656893d2" providerId="ADAL" clId="{992600FB-E5A2-48A8-ADC9-6968E10B5B48}" dt="2022-12-07T05:35:03.101" v="3704"/>
          <ac:spMkLst>
            <pc:docMk/>
            <pc:sldMk cId="2436200355" sldId="267"/>
            <ac:spMk id="2" creationId="{F301DF9C-8C27-057F-E417-B225D4A79E62}"/>
          </ac:spMkLst>
        </pc:spChg>
        <pc:spChg chg="add del mod">
          <ac:chgData name="Amal R Babu" userId="3a292d0a-112b-4bc3-bf38-7771656893d2" providerId="ADAL" clId="{992600FB-E5A2-48A8-ADC9-6968E10B5B48}" dt="2022-12-07T05:35:19.383" v="3706" actId="931"/>
          <ac:spMkLst>
            <pc:docMk/>
            <pc:sldMk cId="2436200355" sldId="267"/>
            <ac:spMk id="7" creationId="{D8C322E8-8895-2831-9141-19C841220617}"/>
          </ac:spMkLst>
        </pc:spChg>
        <pc:spChg chg="del">
          <ac:chgData name="Amal R Babu" userId="3a292d0a-112b-4bc3-bf38-7771656893d2" providerId="ADAL" clId="{992600FB-E5A2-48A8-ADC9-6968E10B5B48}" dt="2022-11-30T07:58:06.307" v="3649" actId="478"/>
          <ac:spMkLst>
            <pc:docMk/>
            <pc:sldMk cId="2436200355" sldId="267"/>
            <ac:spMk id="9" creationId="{67D53DBD-07C2-B89B-2A5E-6EA3F0CE967B}"/>
          </ac:spMkLst>
        </pc:spChg>
        <pc:spChg chg="add del mod">
          <ac:chgData name="Amal R Babu" userId="3a292d0a-112b-4bc3-bf38-7771656893d2" providerId="ADAL" clId="{992600FB-E5A2-48A8-ADC9-6968E10B5B48}" dt="2022-11-30T03:50:51.408" v="2577" actId="700"/>
          <ac:spMkLst>
            <pc:docMk/>
            <pc:sldMk cId="2436200355" sldId="267"/>
            <ac:spMk id="10" creationId="{EDB9D673-ED42-81AA-EA28-458BC90D440F}"/>
          </ac:spMkLst>
        </pc:spChg>
        <pc:spChg chg="mod">
          <ac:chgData name="Amal R Babu" userId="3a292d0a-112b-4bc3-bf38-7771656893d2" providerId="ADAL" clId="{992600FB-E5A2-48A8-ADC9-6968E10B5B48}" dt="2022-12-07T05:42:23.153" v="3725"/>
          <ac:spMkLst>
            <pc:docMk/>
            <pc:sldMk cId="2436200355" sldId="267"/>
            <ac:spMk id="12" creationId="{164EA592-EC8D-9592-F427-A0650BD9E611}"/>
          </ac:spMkLst>
        </pc:spChg>
        <pc:spChg chg="add del mod">
          <ac:chgData name="Amal R Babu" userId="3a292d0a-112b-4bc3-bf38-7771656893d2" providerId="ADAL" clId="{992600FB-E5A2-48A8-ADC9-6968E10B5B48}" dt="2022-11-30T03:50:51.408" v="2577" actId="700"/>
          <ac:spMkLst>
            <pc:docMk/>
            <pc:sldMk cId="2436200355" sldId="267"/>
            <ac:spMk id="12" creationId="{1D69579F-142A-D3FF-6ABC-CE955EE8B6ED}"/>
          </ac:spMkLst>
        </pc:spChg>
        <pc:spChg chg="del">
          <ac:chgData name="Amal R Babu" userId="3a292d0a-112b-4bc3-bf38-7771656893d2" providerId="ADAL" clId="{992600FB-E5A2-48A8-ADC9-6968E10B5B48}" dt="2022-11-30T07:58:06.307" v="3649" actId="478"/>
          <ac:spMkLst>
            <pc:docMk/>
            <pc:sldMk cId="2436200355" sldId="267"/>
            <ac:spMk id="13" creationId="{4F3E08FA-4C08-7258-FA22-03C53F09604C}"/>
          </ac:spMkLst>
        </pc:spChg>
        <pc:spChg chg="mod">
          <ac:chgData name="Amal R Babu" userId="3a292d0a-112b-4bc3-bf38-7771656893d2" providerId="ADAL" clId="{992600FB-E5A2-48A8-ADC9-6968E10B5B48}" dt="2022-12-07T05:42:23.153" v="3725"/>
          <ac:spMkLst>
            <pc:docMk/>
            <pc:sldMk cId="2436200355" sldId="267"/>
            <ac:spMk id="13" creationId="{A0FA1A64-A5A1-2EB2-FF34-7B3F86C34AA6}"/>
          </ac:spMkLst>
        </pc:spChg>
        <pc:spChg chg="mod">
          <ac:chgData name="Amal R Babu" userId="3a292d0a-112b-4bc3-bf38-7771656893d2" providerId="ADAL" clId="{992600FB-E5A2-48A8-ADC9-6968E10B5B48}" dt="2022-12-07T05:42:23.153" v="3725"/>
          <ac:spMkLst>
            <pc:docMk/>
            <pc:sldMk cId="2436200355" sldId="267"/>
            <ac:spMk id="15" creationId="{02D90D6E-636C-A658-1D13-F2E44B5D2E4B}"/>
          </ac:spMkLst>
        </pc:spChg>
        <pc:spChg chg="add del mod">
          <ac:chgData name="Amal R Babu" userId="3a292d0a-112b-4bc3-bf38-7771656893d2" providerId="ADAL" clId="{992600FB-E5A2-48A8-ADC9-6968E10B5B48}" dt="2022-11-30T03:50:51.408" v="2577" actId="700"/>
          <ac:spMkLst>
            <pc:docMk/>
            <pc:sldMk cId="2436200355" sldId="267"/>
            <ac:spMk id="15" creationId="{758CE942-BEE3-185B-77D6-92057E13A9C7}"/>
          </ac:spMkLst>
        </pc:spChg>
        <pc:spChg chg="del">
          <ac:chgData name="Amal R Babu" userId="3a292d0a-112b-4bc3-bf38-7771656893d2" providerId="ADAL" clId="{992600FB-E5A2-48A8-ADC9-6968E10B5B48}" dt="2022-11-30T07:58:06.307" v="3649" actId="478"/>
          <ac:spMkLst>
            <pc:docMk/>
            <pc:sldMk cId="2436200355" sldId="267"/>
            <ac:spMk id="16" creationId="{2913EB48-94F5-98C7-C275-915A1AD4D3EA}"/>
          </ac:spMkLst>
        </pc:spChg>
        <pc:spChg chg="mod">
          <ac:chgData name="Amal R Babu" userId="3a292d0a-112b-4bc3-bf38-7771656893d2" providerId="ADAL" clId="{992600FB-E5A2-48A8-ADC9-6968E10B5B48}" dt="2022-12-07T05:42:23.153" v="3725"/>
          <ac:spMkLst>
            <pc:docMk/>
            <pc:sldMk cId="2436200355" sldId="267"/>
            <ac:spMk id="16" creationId="{38CB5149-75A3-5875-D6F1-20D7ACB8D9D1}"/>
          </ac:spMkLst>
        </pc:spChg>
        <pc:spChg chg="del">
          <ac:chgData name="Amal R Babu" userId="3a292d0a-112b-4bc3-bf38-7771656893d2" providerId="ADAL" clId="{992600FB-E5A2-48A8-ADC9-6968E10B5B48}" dt="2022-11-30T07:58:06.307" v="3649" actId="478"/>
          <ac:spMkLst>
            <pc:docMk/>
            <pc:sldMk cId="2436200355" sldId="267"/>
            <ac:spMk id="17" creationId="{29D393BC-86FC-4CA8-8830-E874EA43EE28}"/>
          </ac:spMkLst>
        </pc:spChg>
        <pc:spChg chg="del">
          <ac:chgData name="Amal R Babu" userId="3a292d0a-112b-4bc3-bf38-7771656893d2" providerId="ADAL" clId="{992600FB-E5A2-48A8-ADC9-6968E10B5B48}" dt="2022-11-30T07:58:06.307" v="3649" actId="478"/>
          <ac:spMkLst>
            <pc:docMk/>
            <pc:sldMk cId="2436200355" sldId="267"/>
            <ac:spMk id="19" creationId="{B5F22004-B568-5F9F-D315-B9048F8F933E}"/>
          </ac:spMkLst>
        </pc:spChg>
        <pc:spChg chg="del mod">
          <ac:chgData name="Amal R Babu" userId="3a292d0a-112b-4bc3-bf38-7771656893d2" providerId="ADAL" clId="{992600FB-E5A2-48A8-ADC9-6968E10B5B48}" dt="2022-11-30T07:58:06.307" v="3649" actId="478"/>
          <ac:spMkLst>
            <pc:docMk/>
            <pc:sldMk cId="2436200355" sldId="267"/>
            <ac:spMk id="20" creationId="{DBD7492E-2CD4-61A0-9EEE-CEE4E61AED9D}"/>
          </ac:spMkLst>
        </pc:spChg>
        <pc:spChg chg="del">
          <ac:chgData name="Amal R Babu" userId="3a292d0a-112b-4bc3-bf38-7771656893d2" providerId="ADAL" clId="{992600FB-E5A2-48A8-ADC9-6968E10B5B48}" dt="2022-11-30T07:58:06.307" v="3649" actId="478"/>
          <ac:spMkLst>
            <pc:docMk/>
            <pc:sldMk cId="2436200355" sldId="267"/>
            <ac:spMk id="21" creationId="{88AF1956-F7FB-2ADE-A3E7-1F7329C9752A}"/>
          </ac:spMkLst>
        </pc:spChg>
        <pc:spChg chg="del">
          <ac:chgData name="Amal R Babu" userId="3a292d0a-112b-4bc3-bf38-7771656893d2" providerId="ADAL" clId="{992600FB-E5A2-48A8-ADC9-6968E10B5B48}" dt="2022-11-30T07:58:06.307" v="3649" actId="478"/>
          <ac:spMkLst>
            <pc:docMk/>
            <pc:sldMk cId="2436200355" sldId="267"/>
            <ac:spMk id="22" creationId="{B8560F59-A67B-8514-2A4E-47A28A1A48B1}"/>
          </ac:spMkLst>
        </pc:spChg>
        <pc:spChg chg="add del mod">
          <ac:chgData name="Amal R Babu" userId="3a292d0a-112b-4bc3-bf38-7771656893d2" providerId="ADAL" clId="{992600FB-E5A2-48A8-ADC9-6968E10B5B48}" dt="2022-11-30T03:50:51.408" v="2577" actId="700"/>
          <ac:spMkLst>
            <pc:docMk/>
            <pc:sldMk cId="2436200355" sldId="267"/>
            <ac:spMk id="23" creationId="{526B39B7-CCA7-CF72-1C4E-13C742FCB8D5}"/>
          </ac:spMkLst>
        </pc:spChg>
        <pc:spChg chg="add del mod ord">
          <ac:chgData name="Amal R Babu" userId="3a292d0a-112b-4bc3-bf38-7771656893d2" providerId="ADAL" clId="{992600FB-E5A2-48A8-ADC9-6968E10B5B48}" dt="2022-11-30T03:59:16.045" v="2659" actId="478"/>
          <ac:spMkLst>
            <pc:docMk/>
            <pc:sldMk cId="2436200355" sldId="267"/>
            <ac:spMk id="24" creationId="{B3DED94A-06FF-D23F-5860-11A6EA390C5F}"/>
          </ac:spMkLst>
        </pc:spChg>
        <pc:spChg chg="add mod ord">
          <ac:chgData name="Amal R Babu" userId="3a292d0a-112b-4bc3-bf38-7771656893d2" providerId="ADAL" clId="{992600FB-E5A2-48A8-ADC9-6968E10B5B48}" dt="2022-11-30T04:36:01.755" v="2896" actId="167"/>
          <ac:spMkLst>
            <pc:docMk/>
            <pc:sldMk cId="2436200355" sldId="267"/>
            <ac:spMk id="25" creationId="{5D6EB9E9-B3EF-6A67-96FA-386AA6EAF579}"/>
          </ac:spMkLst>
        </pc:spChg>
        <pc:spChg chg="add del mod">
          <ac:chgData name="Amal R Babu" userId="3a292d0a-112b-4bc3-bf38-7771656893d2" providerId="ADAL" clId="{992600FB-E5A2-48A8-ADC9-6968E10B5B48}" dt="2022-12-07T05:35:02.026" v="3703" actId="478"/>
          <ac:spMkLst>
            <pc:docMk/>
            <pc:sldMk cId="2436200355" sldId="267"/>
            <ac:spMk id="26" creationId="{6BDA708B-0796-B9AB-EDD9-80C2C5DE9CF5}"/>
          </ac:spMkLst>
        </pc:spChg>
        <pc:spChg chg="add mod">
          <ac:chgData name="Amal R Babu" userId="3a292d0a-112b-4bc3-bf38-7771656893d2" providerId="ADAL" clId="{992600FB-E5A2-48A8-ADC9-6968E10B5B48}" dt="2022-11-30T03:53:41.412" v="2603" actId="20577"/>
          <ac:spMkLst>
            <pc:docMk/>
            <pc:sldMk cId="2436200355" sldId="267"/>
            <ac:spMk id="31" creationId="{D4E7898C-02FD-99D7-3638-73ACEE2ED58A}"/>
          </ac:spMkLst>
        </pc:spChg>
        <pc:spChg chg="add del mod">
          <ac:chgData name="Amal R Babu" userId="3a292d0a-112b-4bc3-bf38-7771656893d2" providerId="ADAL" clId="{992600FB-E5A2-48A8-ADC9-6968E10B5B48}" dt="2022-11-30T03:55:14.709" v="2630" actId="478"/>
          <ac:spMkLst>
            <pc:docMk/>
            <pc:sldMk cId="2436200355" sldId="267"/>
            <ac:spMk id="32" creationId="{086870B2-D75F-C7D2-4D37-49814685F213}"/>
          </ac:spMkLst>
        </pc:spChg>
        <pc:spChg chg="del mod">
          <ac:chgData name="Amal R Babu" userId="3a292d0a-112b-4bc3-bf38-7771656893d2" providerId="ADAL" clId="{992600FB-E5A2-48A8-ADC9-6968E10B5B48}" dt="2022-11-30T07:58:06.307" v="3649" actId="478"/>
          <ac:spMkLst>
            <pc:docMk/>
            <pc:sldMk cId="2436200355" sldId="267"/>
            <ac:spMk id="33" creationId="{06426368-13B9-05ED-7B4E-48B8C7532F65}"/>
          </ac:spMkLst>
        </pc:spChg>
        <pc:spChg chg="del">
          <ac:chgData name="Amal R Babu" userId="3a292d0a-112b-4bc3-bf38-7771656893d2" providerId="ADAL" clId="{992600FB-E5A2-48A8-ADC9-6968E10B5B48}" dt="2022-11-30T07:58:06.307" v="3649" actId="478"/>
          <ac:spMkLst>
            <pc:docMk/>
            <pc:sldMk cId="2436200355" sldId="267"/>
            <ac:spMk id="34" creationId="{15C24E6E-5086-DAC3-E400-3CB725E13353}"/>
          </ac:spMkLst>
        </pc:spChg>
        <pc:spChg chg="del">
          <ac:chgData name="Amal R Babu" userId="3a292d0a-112b-4bc3-bf38-7771656893d2" providerId="ADAL" clId="{992600FB-E5A2-48A8-ADC9-6968E10B5B48}" dt="2022-11-30T07:58:06.307" v="3649" actId="478"/>
          <ac:spMkLst>
            <pc:docMk/>
            <pc:sldMk cId="2436200355" sldId="267"/>
            <ac:spMk id="35" creationId="{D7FACB4C-BCA4-434A-8FA8-F4D0A8D4C109}"/>
          </ac:spMkLst>
        </pc:spChg>
        <pc:spChg chg="add mod">
          <ac:chgData name="Amal R Babu" userId="3a292d0a-112b-4bc3-bf38-7771656893d2" providerId="ADAL" clId="{992600FB-E5A2-48A8-ADC9-6968E10B5B48}" dt="2022-11-30T03:54:36.166" v="2619" actId="20577"/>
          <ac:spMkLst>
            <pc:docMk/>
            <pc:sldMk cId="2436200355" sldId="267"/>
            <ac:spMk id="36" creationId="{28942AF7-B546-F1D1-6BC0-F3D81E656F81}"/>
          </ac:spMkLst>
        </pc:spChg>
        <pc:spChg chg="mod">
          <ac:chgData name="Amal R Babu" userId="3a292d0a-112b-4bc3-bf38-7771656893d2" providerId="ADAL" clId="{992600FB-E5A2-48A8-ADC9-6968E10B5B48}" dt="2022-11-30T03:55:12.911" v="2629" actId="207"/>
          <ac:spMkLst>
            <pc:docMk/>
            <pc:sldMk cId="2436200355" sldId="267"/>
            <ac:spMk id="38" creationId="{998C2A7B-B8AC-81E7-B686-85B7D32EB26B}"/>
          </ac:spMkLst>
        </pc:spChg>
        <pc:spChg chg="del">
          <ac:chgData name="Amal R Babu" userId="3a292d0a-112b-4bc3-bf38-7771656893d2" providerId="ADAL" clId="{992600FB-E5A2-48A8-ADC9-6968E10B5B48}" dt="2022-11-30T03:50:47.124" v="2576" actId="478"/>
          <ac:spMkLst>
            <pc:docMk/>
            <pc:sldMk cId="2436200355" sldId="267"/>
            <ac:spMk id="39" creationId="{84CB2A03-F658-93C7-05A0-E19A53B2B170}"/>
          </ac:spMkLst>
        </pc:spChg>
        <pc:spChg chg="del">
          <ac:chgData name="Amal R Babu" userId="3a292d0a-112b-4bc3-bf38-7771656893d2" providerId="ADAL" clId="{992600FB-E5A2-48A8-ADC9-6968E10B5B48}" dt="2022-11-30T03:50:47.124" v="2576" actId="478"/>
          <ac:spMkLst>
            <pc:docMk/>
            <pc:sldMk cId="2436200355" sldId="267"/>
            <ac:spMk id="40" creationId="{FDBDB851-F4F9-B908-0B05-CD369D63F206}"/>
          </ac:spMkLst>
        </pc:spChg>
        <pc:spChg chg="mod">
          <ac:chgData name="Amal R Babu" userId="3a292d0a-112b-4bc3-bf38-7771656893d2" providerId="ADAL" clId="{992600FB-E5A2-48A8-ADC9-6968E10B5B48}" dt="2022-11-30T03:55:12.911" v="2629" actId="207"/>
          <ac:spMkLst>
            <pc:docMk/>
            <pc:sldMk cId="2436200355" sldId="267"/>
            <ac:spMk id="42" creationId="{AC9ACCAC-E1FD-5965-31EC-0BB220B36731}"/>
          </ac:spMkLst>
        </pc:spChg>
        <pc:spChg chg="del">
          <ac:chgData name="Amal R Babu" userId="3a292d0a-112b-4bc3-bf38-7771656893d2" providerId="ADAL" clId="{992600FB-E5A2-48A8-ADC9-6968E10B5B48}" dt="2022-11-30T06:30:38.170" v="3448" actId="478"/>
          <ac:spMkLst>
            <pc:docMk/>
            <pc:sldMk cId="2436200355" sldId="267"/>
            <ac:spMk id="43" creationId="{4085F982-777E-59AD-4DB4-B07024AB9EAF}"/>
          </ac:spMkLst>
        </pc:spChg>
        <pc:spChg chg="add mod">
          <ac:chgData name="Amal R Babu" userId="3a292d0a-112b-4bc3-bf38-7771656893d2" providerId="ADAL" clId="{992600FB-E5A2-48A8-ADC9-6968E10B5B48}" dt="2022-11-30T03:56:32.456" v="2647" actId="571"/>
          <ac:spMkLst>
            <pc:docMk/>
            <pc:sldMk cId="2436200355" sldId="267"/>
            <ac:spMk id="45" creationId="{7B705C14-D695-289A-5B4B-151808B22F53}"/>
          </ac:spMkLst>
        </pc:spChg>
        <pc:spChg chg="add mod">
          <ac:chgData name="Amal R Babu" userId="3a292d0a-112b-4bc3-bf38-7771656893d2" providerId="ADAL" clId="{992600FB-E5A2-48A8-ADC9-6968E10B5B48}" dt="2022-11-30T03:56:32.128" v="2646" actId="571"/>
          <ac:spMkLst>
            <pc:docMk/>
            <pc:sldMk cId="2436200355" sldId="267"/>
            <ac:spMk id="46" creationId="{9C583884-9C38-A6D4-3A9B-143FDDA660E1}"/>
          </ac:spMkLst>
        </pc:spChg>
        <pc:spChg chg="add del mod">
          <ac:chgData name="Amal R Babu" userId="3a292d0a-112b-4bc3-bf38-7771656893d2" providerId="ADAL" clId="{992600FB-E5A2-48A8-ADC9-6968E10B5B48}" dt="2022-11-30T03:59:16.045" v="2659" actId="478"/>
          <ac:spMkLst>
            <pc:docMk/>
            <pc:sldMk cId="2436200355" sldId="267"/>
            <ac:spMk id="48" creationId="{3284ED4A-1855-9B48-11A8-50FC60413A46}"/>
          </ac:spMkLst>
        </pc:spChg>
        <pc:spChg chg="del">
          <ac:chgData name="Amal R Babu" userId="3a292d0a-112b-4bc3-bf38-7771656893d2" providerId="ADAL" clId="{992600FB-E5A2-48A8-ADC9-6968E10B5B48}" dt="2022-11-30T07:58:06.307" v="3649" actId="478"/>
          <ac:spMkLst>
            <pc:docMk/>
            <pc:sldMk cId="2436200355" sldId="267"/>
            <ac:spMk id="50" creationId="{0E2B6178-FB2D-9772-47AD-87A734026875}"/>
          </ac:spMkLst>
        </pc:spChg>
        <pc:spChg chg="add del mod">
          <ac:chgData name="Amal R Babu" userId="3a292d0a-112b-4bc3-bf38-7771656893d2" providerId="ADAL" clId="{992600FB-E5A2-48A8-ADC9-6968E10B5B48}" dt="2022-11-30T04:20:28.205" v="2808" actId="478"/>
          <ac:spMkLst>
            <pc:docMk/>
            <pc:sldMk cId="2436200355" sldId="267"/>
            <ac:spMk id="51" creationId="{5E08E010-DD5B-5D15-E704-A8EDA2556850}"/>
          </ac:spMkLst>
        </pc:spChg>
        <pc:spChg chg="del">
          <ac:chgData name="Amal R Babu" userId="3a292d0a-112b-4bc3-bf38-7771656893d2" providerId="ADAL" clId="{992600FB-E5A2-48A8-ADC9-6968E10B5B48}" dt="2022-11-30T07:58:06.307" v="3649" actId="478"/>
          <ac:spMkLst>
            <pc:docMk/>
            <pc:sldMk cId="2436200355" sldId="267"/>
            <ac:spMk id="55" creationId="{A2C13AB5-7A64-00F4-ECBF-90F667E097CA}"/>
          </ac:spMkLst>
        </pc:spChg>
        <pc:spChg chg="add del mod ord">
          <ac:chgData name="Amal R Babu" userId="3a292d0a-112b-4bc3-bf38-7771656893d2" providerId="ADAL" clId="{992600FB-E5A2-48A8-ADC9-6968E10B5B48}" dt="2022-11-30T04:38:08.945" v="2947" actId="931"/>
          <ac:spMkLst>
            <pc:docMk/>
            <pc:sldMk cId="2436200355" sldId="267"/>
            <ac:spMk id="56" creationId="{DF405926-BBB8-EBFD-152D-227073957948}"/>
          </ac:spMkLst>
        </pc:spChg>
        <pc:spChg chg="del">
          <ac:chgData name="Amal R Babu" userId="3a292d0a-112b-4bc3-bf38-7771656893d2" providerId="ADAL" clId="{992600FB-E5A2-48A8-ADC9-6968E10B5B48}" dt="2022-11-30T07:58:06.307" v="3649" actId="478"/>
          <ac:spMkLst>
            <pc:docMk/>
            <pc:sldMk cId="2436200355" sldId="267"/>
            <ac:spMk id="58" creationId="{84827C04-91A4-59E2-705C-138BA0A13DA9}"/>
          </ac:spMkLst>
        </pc:spChg>
        <pc:spChg chg="del">
          <ac:chgData name="Amal R Babu" userId="3a292d0a-112b-4bc3-bf38-7771656893d2" providerId="ADAL" clId="{992600FB-E5A2-48A8-ADC9-6968E10B5B48}" dt="2022-11-30T03:50:47.124" v="2576" actId="478"/>
          <ac:spMkLst>
            <pc:docMk/>
            <pc:sldMk cId="2436200355" sldId="267"/>
            <ac:spMk id="59" creationId="{FE99B941-0458-55FC-E1B0-58A502078AD2}"/>
          </ac:spMkLst>
        </pc:spChg>
        <pc:spChg chg="del">
          <ac:chgData name="Amal R Babu" userId="3a292d0a-112b-4bc3-bf38-7771656893d2" providerId="ADAL" clId="{992600FB-E5A2-48A8-ADC9-6968E10B5B48}" dt="2022-11-30T03:50:47.124" v="2576" actId="478"/>
          <ac:spMkLst>
            <pc:docMk/>
            <pc:sldMk cId="2436200355" sldId="267"/>
            <ac:spMk id="60" creationId="{3428904D-27D3-9BF1-D864-C817A0232D45}"/>
          </ac:spMkLst>
        </pc:spChg>
        <pc:spChg chg="add del mod">
          <ac:chgData name="Amal R Babu" userId="3a292d0a-112b-4bc3-bf38-7771656893d2" providerId="ADAL" clId="{992600FB-E5A2-48A8-ADC9-6968E10B5B48}" dt="2022-11-30T04:18:18.773" v="2758" actId="478"/>
          <ac:spMkLst>
            <pc:docMk/>
            <pc:sldMk cId="2436200355" sldId="267"/>
            <ac:spMk id="61" creationId="{2D4F12DC-56B3-08D9-00FD-2EEA5C5416FD}"/>
          </ac:spMkLst>
        </pc:spChg>
        <pc:spChg chg="add del mod">
          <ac:chgData name="Amal R Babu" userId="3a292d0a-112b-4bc3-bf38-7771656893d2" providerId="ADAL" clId="{992600FB-E5A2-48A8-ADC9-6968E10B5B48}" dt="2022-11-30T04:18:18.773" v="2758" actId="478"/>
          <ac:spMkLst>
            <pc:docMk/>
            <pc:sldMk cId="2436200355" sldId="267"/>
            <ac:spMk id="63" creationId="{0F65353D-A70B-9D0E-EE8B-286534A8AFB8}"/>
          </ac:spMkLst>
        </pc:spChg>
        <pc:spChg chg="mod">
          <ac:chgData name="Amal R Babu" userId="3a292d0a-112b-4bc3-bf38-7771656893d2" providerId="ADAL" clId="{992600FB-E5A2-48A8-ADC9-6968E10B5B48}" dt="2022-11-30T03:54:49.540" v="2621" actId="207"/>
          <ac:spMkLst>
            <pc:docMk/>
            <pc:sldMk cId="2436200355" sldId="267"/>
            <ac:spMk id="64" creationId="{1026419F-9D4F-D6A0-6D28-43C551A1C434}"/>
          </ac:spMkLst>
        </pc:spChg>
        <pc:spChg chg="add del mod">
          <ac:chgData name="Amal R Babu" userId="3a292d0a-112b-4bc3-bf38-7771656893d2" providerId="ADAL" clId="{992600FB-E5A2-48A8-ADC9-6968E10B5B48}" dt="2022-11-30T04:18:18.773" v="2758" actId="478"/>
          <ac:spMkLst>
            <pc:docMk/>
            <pc:sldMk cId="2436200355" sldId="267"/>
            <ac:spMk id="66" creationId="{FB8E8C4D-E5EF-84D3-D8A1-B694A1608B33}"/>
          </ac:spMkLst>
        </pc:spChg>
        <pc:spChg chg="add del mod">
          <ac:chgData name="Amal R Babu" userId="3a292d0a-112b-4bc3-bf38-7771656893d2" providerId="ADAL" clId="{992600FB-E5A2-48A8-ADC9-6968E10B5B48}" dt="2022-11-30T04:18:18.773" v="2758" actId="478"/>
          <ac:spMkLst>
            <pc:docMk/>
            <pc:sldMk cId="2436200355" sldId="267"/>
            <ac:spMk id="74" creationId="{314CC820-7370-67F8-DA11-C538733CB629}"/>
          </ac:spMkLst>
        </pc:spChg>
        <pc:spChg chg="add del mod">
          <ac:chgData name="Amal R Babu" userId="3a292d0a-112b-4bc3-bf38-7771656893d2" providerId="ADAL" clId="{992600FB-E5A2-48A8-ADC9-6968E10B5B48}" dt="2022-11-30T04:10:37.141" v="2661" actId="478"/>
          <ac:spMkLst>
            <pc:docMk/>
            <pc:sldMk cId="2436200355" sldId="267"/>
            <ac:spMk id="78" creationId="{43FCFFFF-43D0-912C-C1FB-26D002714C33}"/>
          </ac:spMkLst>
        </pc:spChg>
        <pc:spChg chg="mod">
          <ac:chgData name="Amal R Babu" userId="3a292d0a-112b-4bc3-bf38-7771656893d2" providerId="ADAL" clId="{992600FB-E5A2-48A8-ADC9-6968E10B5B48}" dt="2022-11-30T03:54:49.540" v="2621" actId="207"/>
          <ac:spMkLst>
            <pc:docMk/>
            <pc:sldMk cId="2436200355" sldId="267"/>
            <ac:spMk id="79" creationId="{658172E2-3787-64CE-5910-C25C444076A5}"/>
          </ac:spMkLst>
        </pc:spChg>
        <pc:spChg chg="add del mod">
          <ac:chgData name="Amal R Babu" userId="3a292d0a-112b-4bc3-bf38-7771656893d2" providerId="ADAL" clId="{992600FB-E5A2-48A8-ADC9-6968E10B5B48}" dt="2022-11-30T04:10:37.141" v="2661" actId="478"/>
          <ac:spMkLst>
            <pc:docMk/>
            <pc:sldMk cId="2436200355" sldId="267"/>
            <ac:spMk id="82" creationId="{7541FA28-902D-3734-9CAC-318928E00201}"/>
          </ac:spMkLst>
        </pc:spChg>
        <pc:spChg chg="add del mod">
          <ac:chgData name="Amal R Babu" userId="3a292d0a-112b-4bc3-bf38-7771656893d2" providerId="ADAL" clId="{992600FB-E5A2-48A8-ADC9-6968E10B5B48}" dt="2022-11-30T04:10:37.141" v="2661" actId="478"/>
          <ac:spMkLst>
            <pc:docMk/>
            <pc:sldMk cId="2436200355" sldId="267"/>
            <ac:spMk id="83" creationId="{F5E55489-A4E5-6229-1D1D-1CA2BFC5721F}"/>
          </ac:spMkLst>
        </pc:spChg>
        <pc:spChg chg="add del mod">
          <ac:chgData name="Amal R Babu" userId="3a292d0a-112b-4bc3-bf38-7771656893d2" providerId="ADAL" clId="{992600FB-E5A2-48A8-ADC9-6968E10B5B48}" dt="2022-11-30T04:10:37.141" v="2661" actId="478"/>
          <ac:spMkLst>
            <pc:docMk/>
            <pc:sldMk cId="2436200355" sldId="267"/>
            <ac:spMk id="84" creationId="{0D133F81-4F2C-D1EE-D696-64DEAC40CBEE}"/>
          </ac:spMkLst>
        </pc:spChg>
        <pc:spChg chg="add del mod">
          <ac:chgData name="Amal R Babu" userId="3a292d0a-112b-4bc3-bf38-7771656893d2" providerId="ADAL" clId="{992600FB-E5A2-48A8-ADC9-6968E10B5B48}" dt="2022-11-30T04:10:46.377" v="2662" actId="478"/>
          <ac:spMkLst>
            <pc:docMk/>
            <pc:sldMk cId="2436200355" sldId="267"/>
            <ac:spMk id="86" creationId="{EEB4E139-8C8E-16E0-F917-581D6D24EEF6}"/>
          </ac:spMkLst>
        </pc:spChg>
        <pc:spChg chg="add del mod">
          <ac:chgData name="Amal R Babu" userId="3a292d0a-112b-4bc3-bf38-7771656893d2" providerId="ADAL" clId="{992600FB-E5A2-48A8-ADC9-6968E10B5B48}" dt="2022-11-30T04:10:46.377" v="2662" actId="478"/>
          <ac:spMkLst>
            <pc:docMk/>
            <pc:sldMk cId="2436200355" sldId="267"/>
            <ac:spMk id="87" creationId="{B779A671-0E2F-578A-B17A-067E1A68259B}"/>
          </ac:spMkLst>
        </pc:spChg>
        <pc:spChg chg="add del mod">
          <ac:chgData name="Amal R Babu" userId="3a292d0a-112b-4bc3-bf38-7771656893d2" providerId="ADAL" clId="{992600FB-E5A2-48A8-ADC9-6968E10B5B48}" dt="2022-11-30T04:18:06.318" v="2757" actId="478"/>
          <ac:spMkLst>
            <pc:docMk/>
            <pc:sldMk cId="2436200355" sldId="267"/>
            <ac:spMk id="89" creationId="{47BD40E3-6B73-2363-03EC-F8D8781B6113}"/>
          </ac:spMkLst>
        </pc:spChg>
        <pc:spChg chg="add del mod">
          <ac:chgData name="Amal R Babu" userId="3a292d0a-112b-4bc3-bf38-7771656893d2" providerId="ADAL" clId="{992600FB-E5A2-48A8-ADC9-6968E10B5B48}" dt="2022-11-30T04:21:53.442" v="2829" actId="478"/>
          <ac:spMkLst>
            <pc:docMk/>
            <pc:sldMk cId="2436200355" sldId="267"/>
            <ac:spMk id="90" creationId="{ADC99C48-EBAB-4674-43AA-16F154808F5C}"/>
          </ac:spMkLst>
        </pc:spChg>
        <pc:spChg chg="add del mod">
          <ac:chgData name="Amal R Babu" userId="3a292d0a-112b-4bc3-bf38-7771656893d2" providerId="ADAL" clId="{992600FB-E5A2-48A8-ADC9-6968E10B5B48}" dt="2022-11-30T04:21:53.442" v="2829" actId="478"/>
          <ac:spMkLst>
            <pc:docMk/>
            <pc:sldMk cId="2436200355" sldId="267"/>
            <ac:spMk id="91" creationId="{1E55062F-2A50-D779-DD79-780B9971DC68}"/>
          </ac:spMkLst>
        </pc:spChg>
        <pc:spChg chg="del mod">
          <ac:chgData name="Amal R Babu" userId="3a292d0a-112b-4bc3-bf38-7771656893d2" providerId="ADAL" clId="{992600FB-E5A2-48A8-ADC9-6968E10B5B48}" dt="2022-11-30T03:53:29.957" v="2593" actId="478"/>
          <ac:spMkLst>
            <pc:docMk/>
            <pc:sldMk cId="2436200355" sldId="267"/>
            <ac:spMk id="92" creationId="{232C2ADA-8B7B-4990-FB78-B27C9A79E87E}"/>
          </ac:spMkLst>
        </pc:spChg>
        <pc:spChg chg="add del mod">
          <ac:chgData name="Amal R Babu" userId="3a292d0a-112b-4bc3-bf38-7771656893d2" providerId="ADAL" clId="{992600FB-E5A2-48A8-ADC9-6968E10B5B48}" dt="2022-11-30T04:10:46.377" v="2662" actId="478"/>
          <ac:spMkLst>
            <pc:docMk/>
            <pc:sldMk cId="2436200355" sldId="267"/>
            <ac:spMk id="93" creationId="{86F428B6-7FF3-C84F-9439-D6B75867C3AD}"/>
          </ac:spMkLst>
        </pc:spChg>
        <pc:spChg chg="mod">
          <ac:chgData name="Amal R Babu" userId="3a292d0a-112b-4bc3-bf38-7771656893d2" providerId="ADAL" clId="{992600FB-E5A2-48A8-ADC9-6968E10B5B48}" dt="2022-11-30T03:54:58.747" v="2624" actId="207"/>
          <ac:spMkLst>
            <pc:docMk/>
            <pc:sldMk cId="2436200355" sldId="267"/>
            <ac:spMk id="94" creationId="{149494EE-3A8F-DAC0-A98E-4649108E72E4}"/>
          </ac:spMkLst>
        </pc:spChg>
        <pc:spChg chg="add mod">
          <ac:chgData name="Amal R Babu" userId="3a292d0a-112b-4bc3-bf38-7771656893d2" providerId="ADAL" clId="{992600FB-E5A2-48A8-ADC9-6968E10B5B48}" dt="2022-11-30T04:40:48.798" v="2992" actId="12789"/>
          <ac:spMkLst>
            <pc:docMk/>
            <pc:sldMk cId="2436200355" sldId="267"/>
            <ac:spMk id="95" creationId="{43460EB2-7EA5-0AA6-B5C9-D78929D9BBD6}"/>
          </ac:spMkLst>
        </pc:spChg>
        <pc:spChg chg="mod">
          <ac:chgData name="Amal R Babu" userId="3a292d0a-112b-4bc3-bf38-7771656893d2" providerId="ADAL" clId="{992600FB-E5A2-48A8-ADC9-6968E10B5B48}" dt="2022-11-30T03:54:58.747" v="2624" actId="207"/>
          <ac:spMkLst>
            <pc:docMk/>
            <pc:sldMk cId="2436200355" sldId="267"/>
            <ac:spMk id="96" creationId="{1D716285-1ADB-8062-28AF-3D63F2CFC065}"/>
          </ac:spMkLst>
        </pc:spChg>
        <pc:spChg chg="add del mod topLvl">
          <ac:chgData name="Amal R Babu" userId="3a292d0a-112b-4bc3-bf38-7771656893d2" providerId="ADAL" clId="{992600FB-E5A2-48A8-ADC9-6968E10B5B48}" dt="2022-11-30T04:38:33.775" v="2954" actId="478"/>
          <ac:spMkLst>
            <pc:docMk/>
            <pc:sldMk cId="2436200355" sldId="267"/>
            <ac:spMk id="97" creationId="{2ED34B56-AB6E-24FE-AAC1-FD9733A9E66C}"/>
          </ac:spMkLst>
        </pc:spChg>
        <pc:spChg chg="add del mod">
          <ac:chgData name="Amal R Babu" userId="3a292d0a-112b-4bc3-bf38-7771656893d2" providerId="ADAL" clId="{992600FB-E5A2-48A8-ADC9-6968E10B5B48}" dt="2022-11-30T04:35:21.686" v="2886" actId="478"/>
          <ac:spMkLst>
            <pc:docMk/>
            <pc:sldMk cId="2436200355" sldId="267"/>
            <ac:spMk id="99" creationId="{5153950A-6722-04EA-9B11-365BE185C372}"/>
          </ac:spMkLst>
        </pc:spChg>
        <pc:spChg chg="add del mod">
          <ac:chgData name="Amal R Babu" userId="3a292d0a-112b-4bc3-bf38-7771656893d2" providerId="ADAL" clId="{992600FB-E5A2-48A8-ADC9-6968E10B5B48}" dt="2022-11-30T04:35:21.686" v="2886" actId="478"/>
          <ac:spMkLst>
            <pc:docMk/>
            <pc:sldMk cId="2436200355" sldId="267"/>
            <ac:spMk id="100" creationId="{69C3DD9C-FD00-A0B6-B2C4-04CAF1FDE69D}"/>
          </ac:spMkLst>
        </pc:spChg>
        <pc:spChg chg="add del mod">
          <ac:chgData name="Amal R Babu" userId="3a292d0a-112b-4bc3-bf38-7771656893d2" providerId="ADAL" clId="{992600FB-E5A2-48A8-ADC9-6968E10B5B48}" dt="2022-11-30T04:10:46.377" v="2662" actId="478"/>
          <ac:spMkLst>
            <pc:docMk/>
            <pc:sldMk cId="2436200355" sldId="267"/>
            <ac:spMk id="101" creationId="{E2B08EEE-B67B-3870-1BAE-0563155D7091}"/>
          </ac:spMkLst>
        </pc:spChg>
        <pc:spChg chg="del">
          <ac:chgData name="Amal R Babu" userId="3a292d0a-112b-4bc3-bf38-7771656893d2" providerId="ADAL" clId="{992600FB-E5A2-48A8-ADC9-6968E10B5B48}" dt="2022-11-30T07:58:06.307" v="3649" actId="478"/>
          <ac:spMkLst>
            <pc:docMk/>
            <pc:sldMk cId="2436200355" sldId="267"/>
            <ac:spMk id="102" creationId="{BC336F4F-319C-E66A-14BA-28906300DE58}"/>
          </ac:spMkLst>
        </pc:spChg>
        <pc:spChg chg="add mod">
          <ac:chgData name="Amal R Babu" userId="3a292d0a-112b-4bc3-bf38-7771656893d2" providerId="ADAL" clId="{992600FB-E5A2-48A8-ADC9-6968E10B5B48}" dt="2022-11-30T04:40:11.544" v="2987" actId="1076"/>
          <ac:spMkLst>
            <pc:docMk/>
            <pc:sldMk cId="2436200355" sldId="267"/>
            <ac:spMk id="104" creationId="{14C18C75-DA00-CC7E-1E81-66F80669B451}"/>
          </ac:spMkLst>
        </pc:spChg>
        <pc:spChg chg="add del mod topLvl">
          <ac:chgData name="Amal R Babu" userId="3a292d0a-112b-4bc3-bf38-7771656893d2" providerId="ADAL" clId="{992600FB-E5A2-48A8-ADC9-6968E10B5B48}" dt="2022-11-30T04:41:00.231" v="2993" actId="478"/>
          <ac:spMkLst>
            <pc:docMk/>
            <pc:sldMk cId="2436200355" sldId="267"/>
            <ac:spMk id="105" creationId="{0C637EF9-91A0-42CF-2980-9C9C5552EEE7}"/>
          </ac:spMkLst>
        </pc:spChg>
        <pc:spChg chg="add del mod">
          <ac:chgData name="Amal R Babu" userId="3a292d0a-112b-4bc3-bf38-7771656893d2" providerId="ADAL" clId="{992600FB-E5A2-48A8-ADC9-6968E10B5B48}" dt="2022-11-30T04:35:21.686" v="2886" actId="478"/>
          <ac:spMkLst>
            <pc:docMk/>
            <pc:sldMk cId="2436200355" sldId="267"/>
            <ac:spMk id="106" creationId="{63A3A119-64F3-A175-C6D4-4EDFAAE03324}"/>
          </ac:spMkLst>
        </pc:spChg>
        <pc:spChg chg="add del mod">
          <ac:chgData name="Amal R Babu" userId="3a292d0a-112b-4bc3-bf38-7771656893d2" providerId="ADAL" clId="{992600FB-E5A2-48A8-ADC9-6968E10B5B48}" dt="2022-11-30T04:35:21.686" v="2886" actId="478"/>
          <ac:spMkLst>
            <pc:docMk/>
            <pc:sldMk cId="2436200355" sldId="267"/>
            <ac:spMk id="108" creationId="{72F5C04A-141B-CD8D-F1C4-1EAD6AA026D7}"/>
          </ac:spMkLst>
        </pc:spChg>
        <pc:spChg chg="del">
          <ac:chgData name="Amal R Babu" userId="3a292d0a-112b-4bc3-bf38-7771656893d2" providerId="ADAL" clId="{992600FB-E5A2-48A8-ADC9-6968E10B5B48}" dt="2022-11-30T06:30:38.170" v="3448" actId="478"/>
          <ac:spMkLst>
            <pc:docMk/>
            <pc:sldMk cId="2436200355" sldId="267"/>
            <ac:spMk id="109" creationId="{B205D4A8-03D0-E92D-2A10-7A44B4A53BD1}"/>
          </ac:spMkLst>
        </pc:spChg>
        <pc:spChg chg="add del mod">
          <ac:chgData name="Amal R Babu" userId="3a292d0a-112b-4bc3-bf38-7771656893d2" providerId="ADAL" clId="{992600FB-E5A2-48A8-ADC9-6968E10B5B48}" dt="2022-11-30T04:10:46.377" v="2662" actId="478"/>
          <ac:spMkLst>
            <pc:docMk/>
            <pc:sldMk cId="2436200355" sldId="267"/>
            <ac:spMk id="110" creationId="{21A8CC11-1BDE-2479-BFDA-38B34C3395BD}"/>
          </ac:spMkLst>
        </pc:spChg>
        <pc:spChg chg="add mod">
          <ac:chgData name="Amal R Babu" userId="3a292d0a-112b-4bc3-bf38-7771656893d2" providerId="ADAL" clId="{992600FB-E5A2-48A8-ADC9-6968E10B5B48}" dt="2022-11-30T04:40:11.544" v="2987" actId="1076"/>
          <ac:spMkLst>
            <pc:docMk/>
            <pc:sldMk cId="2436200355" sldId="267"/>
            <ac:spMk id="111" creationId="{A2F3EBE6-C177-D5F3-59BD-523602054F8E}"/>
          </ac:spMkLst>
        </pc:spChg>
        <pc:spChg chg="add mod topLvl">
          <ac:chgData name="Amal R Babu" userId="3a292d0a-112b-4bc3-bf38-7771656893d2" providerId="ADAL" clId="{992600FB-E5A2-48A8-ADC9-6968E10B5B48}" dt="2022-11-30T04:41:38.691" v="3017" actId="20577"/>
          <ac:spMkLst>
            <pc:docMk/>
            <pc:sldMk cId="2436200355" sldId="267"/>
            <ac:spMk id="112" creationId="{7F5110A7-2F70-84E5-9091-9F909F1E5795}"/>
          </ac:spMkLst>
        </pc:spChg>
        <pc:spChg chg="add del mod">
          <ac:chgData name="Amal R Babu" userId="3a292d0a-112b-4bc3-bf38-7771656893d2" providerId="ADAL" clId="{992600FB-E5A2-48A8-ADC9-6968E10B5B48}" dt="2022-11-30T04:35:21.686" v="2886" actId="478"/>
          <ac:spMkLst>
            <pc:docMk/>
            <pc:sldMk cId="2436200355" sldId="267"/>
            <ac:spMk id="113" creationId="{3094AB64-93A1-6197-3A5E-D639A75EA732}"/>
          </ac:spMkLst>
        </pc:spChg>
        <pc:spChg chg="add del mod">
          <ac:chgData name="Amal R Babu" userId="3a292d0a-112b-4bc3-bf38-7771656893d2" providerId="ADAL" clId="{992600FB-E5A2-48A8-ADC9-6968E10B5B48}" dt="2022-11-30T04:35:21.686" v="2886" actId="478"/>
          <ac:spMkLst>
            <pc:docMk/>
            <pc:sldMk cId="2436200355" sldId="267"/>
            <ac:spMk id="114" creationId="{BAB0055F-6949-0484-A74D-871B123DA59E}"/>
          </ac:spMkLst>
        </pc:spChg>
        <pc:spChg chg="add del mod">
          <ac:chgData name="Amal R Babu" userId="3a292d0a-112b-4bc3-bf38-7771656893d2" providerId="ADAL" clId="{992600FB-E5A2-48A8-ADC9-6968E10B5B48}" dt="2022-11-30T04:10:46.377" v="2662" actId="478"/>
          <ac:spMkLst>
            <pc:docMk/>
            <pc:sldMk cId="2436200355" sldId="267"/>
            <ac:spMk id="115" creationId="{8912BEA6-8422-F738-01EC-EFC8300A84D6}"/>
          </ac:spMkLst>
        </pc:spChg>
        <pc:spChg chg="add mod">
          <ac:chgData name="Amal R Babu" userId="3a292d0a-112b-4bc3-bf38-7771656893d2" providerId="ADAL" clId="{992600FB-E5A2-48A8-ADC9-6968E10B5B48}" dt="2022-11-30T04:40:11.544" v="2987" actId="1076"/>
          <ac:spMkLst>
            <pc:docMk/>
            <pc:sldMk cId="2436200355" sldId="267"/>
            <ac:spMk id="116" creationId="{3B26A4DA-E1E7-EB66-2DEC-BB4BE2028D1E}"/>
          </ac:spMkLst>
        </pc:spChg>
        <pc:spChg chg="add mod topLvl">
          <ac:chgData name="Amal R Babu" userId="3a292d0a-112b-4bc3-bf38-7771656893d2" providerId="ADAL" clId="{992600FB-E5A2-48A8-ADC9-6968E10B5B48}" dt="2022-11-30T04:42:40.895" v="3045" actId="20577"/>
          <ac:spMkLst>
            <pc:docMk/>
            <pc:sldMk cId="2436200355" sldId="267"/>
            <ac:spMk id="117" creationId="{922101D1-B7A5-9A32-D1C4-84FFD2572BBF}"/>
          </ac:spMkLst>
        </pc:spChg>
        <pc:spChg chg="add del mod">
          <ac:chgData name="Amal R Babu" userId="3a292d0a-112b-4bc3-bf38-7771656893d2" providerId="ADAL" clId="{992600FB-E5A2-48A8-ADC9-6968E10B5B48}" dt="2022-11-30T04:35:21.686" v="2886" actId="478"/>
          <ac:spMkLst>
            <pc:docMk/>
            <pc:sldMk cId="2436200355" sldId="267"/>
            <ac:spMk id="118" creationId="{AE7923F9-92D2-8FB4-E62B-01A85DE5A467}"/>
          </ac:spMkLst>
        </pc:spChg>
        <pc:spChg chg="add del mod">
          <ac:chgData name="Amal R Babu" userId="3a292d0a-112b-4bc3-bf38-7771656893d2" providerId="ADAL" clId="{992600FB-E5A2-48A8-ADC9-6968E10B5B48}" dt="2022-11-30T04:35:21.686" v="2886" actId="478"/>
          <ac:spMkLst>
            <pc:docMk/>
            <pc:sldMk cId="2436200355" sldId="267"/>
            <ac:spMk id="119" creationId="{CB7D645A-E152-2667-2376-D72418E30E12}"/>
          </ac:spMkLst>
        </pc:spChg>
        <pc:spChg chg="add del mod ord">
          <ac:chgData name="Amal R Babu" userId="3a292d0a-112b-4bc3-bf38-7771656893d2" providerId="ADAL" clId="{992600FB-E5A2-48A8-ADC9-6968E10B5B48}" dt="2022-11-30T04:22:14.691" v="2833"/>
          <ac:spMkLst>
            <pc:docMk/>
            <pc:sldMk cId="2436200355" sldId="267"/>
            <ac:spMk id="122" creationId="{D7080320-FCEF-B6A1-40F3-A3313F339FD4}"/>
          </ac:spMkLst>
        </pc:spChg>
        <pc:spChg chg="add del mod ord">
          <ac:chgData name="Amal R Babu" userId="3a292d0a-112b-4bc3-bf38-7771656893d2" providerId="ADAL" clId="{992600FB-E5A2-48A8-ADC9-6968E10B5B48}" dt="2022-11-30T04:33:21.309" v="2862" actId="478"/>
          <ac:spMkLst>
            <pc:docMk/>
            <pc:sldMk cId="2436200355" sldId="267"/>
            <ac:spMk id="123" creationId="{666C1A41-6458-2833-29F3-C833606F635F}"/>
          </ac:spMkLst>
        </pc:spChg>
        <pc:spChg chg="add mod ord topLvl">
          <ac:chgData name="Amal R Babu" userId="3a292d0a-112b-4bc3-bf38-7771656893d2" providerId="ADAL" clId="{992600FB-E5A2-48A8-ADC9-6968E10B5B48}" dt="2022-11-30T04:40:43.624" v="2991" actId="12788"/>
          <ac:spMkLst>
            <pc:docMk/>
            <pc:sldMk cId="2436200355" sldId="267"/>
            <ac:spMk id="125" creationId="{A53C9CB7-F717-D736-EED5-837B50C73B32}"/>
          </ac:spMkLst>
        </pc:spChg>
        <pc:spChg chg="del mod topLvl">
          <ac:chgData name="Amal R Babu" userId="3a292d0a-112b-4bc3-bf38-7771656893d2" providerId="ADAL" clId="{992600FB-E5A2-48A8-ADC9-6968E10B5B48}" dt="2022-11-30T04:33:49.446" v="2870" actId="478"/>
          <ac:spMkLst>
            <pc:docMk/>
            <pc:sldMk cId="2436200355" sldId="267"/>
            <ac:spMk id="127" creationId="{B4C6D4B2-0CAE-3490-9E5F-7E3C8D0D34FC}"/>
          </ac:spMkLst>
        </pc:spChg>
        <pc:spChg chg="mod topLvl">
          <ac:chgData name="Amal R Babu" userId="3a292d0a-112b-4bc3-bf38-7771656893d2" providerId="ADAL" clId="{992600FB-E5A2-48A8-ADC9-6968E10B5B48}" dt="2022-11-30T04:40:43.624" v="2991" actId="12788"/>
          <ac:spMkLst>
            <pc:docMk/>
            <pc:sldMk cId="2436200355" sldId="267"/>
            <ac:spMk id="128" creationId="{9E78DFDA-C87C-9AD7-DBE0-DACF65B71802}"/>
          </ac:spMkLst>
        </pc:spChg>
        <pc:spChg chg="add del mod">
          <ac:chgData name="Amal R Babu" userId="3a292d0a-112b-4bc3-bf38-7771656893d2" providerId="ADAL" clId="{992600FB-E5A2-48A8-ADC9-6968E10B5B48}" dt="2022-11-30T04:22:14.691" v="2833"/>
          <ac:spMkLst>
            <pc:docMk/>
            <pc:sldMk cId="2436200355" sldId="267"/>
            <ac:spMk id="130" creationId="{39B0F8F9-36F9-80BC-59A0-335857568F58}"/>
          </ac:spMkLst>
        </pc:spChg>
        <pc:spChg chg="add del mod ord">
          <ac:chgData name="Amal R Babu" userId="3a292d0a-112b-4bc3-bf38-7771656893d2" providerId="ADAL" clId="{992600FB-E5A2-48A8-ADC9-6968E10B5B48}" dt="2022-11-30T04:34:59.259" v="2878"/>
          <ac:spMkLst>
            <pc:docMk/>
            <pc:sldMk cId="2436200355" sldId="267"/>
            <ac:spMk id="131" creationId="{E53B2214-BCE4-8202-60DB-4BE5ADB432DA}"/>
          </ac:spMkLst>
        </pc:spChg>
        <pc:spChg chg="del mod">
          <ac:chgData name="Amal R Babu" userId="3a292d0a-112b-4bc3-bf38-7771656893d2" providerId="ADAL" clId="{992600FB-E5A2-48A8-ADC9-6968E10B5B48}" dt="2022-11-30T04:22:16.712" v="2834" actId="478"/>
          <ac:spMkLst>
            <pc:docMk/>
            <pc:sldMk cId="2436200355" sldId="267"/>
            <ac:spMk id="132" creationId="{48AEDCD9-E88F-0CA1-79AC-F0E2889D6AB4}"/>
          </ac:spMkLst>
        </pc:spChg>
        <pc:spChg chg="add del mod ord">
          <ac:chgData name="Amal R Babu" userId="3a292d0a-112b-4bc3-bf38-7771656893d2" providerId="ADAL" clId="{992600FB-E5A2-48A8-ADC9-6968E10B5B48}" dt="2022-11-30T04:34:59.259" v="2878"/>
          <ac:spMkLst>
            <pc:docMk/>
            <pc:sldMk cId="2436200355" sldId="267"/>
            <ac:spMk id="133" creationId="{E7A4D254-09AA-7B38-24A8-7EB3CED0FB16}"/>
          </ac:spMkLst>
        </pc:spChg>
        <pc:spChg chg="mod ord topLvl">
          <ac:chgData name="Amal R Babu" userId="3a292d0a-112b-4bc3-bf38-7771656893d2" providerId="ADAL" clId="{992600FB-E5A2-48A8-ADC9-6968E10B5B48}" dt="2022-11-30T04:40:43.624" v="2991" actId="12788"/>
          <ac:spMkLst>
            <pc:docMk/>
            <pc:sldMk cId="2436200355" sldId="267"/>
            <ac:spMk id="135" creationId="{C8F5921D-0F3D-1B67-BB75-6E454B010F31}"/>
          </ac:spMkLst>
        </pc:spChg>
        <pc:spChg chg="add del mod">
          <ac:chgData name="Amal R Babu" userId="3a292d0a-112b-4bc3-bf38-7771656893d2" providerId="ADAL" clId="{992600FB-E5A2-48A8-ADC9-6968E10B5B48}" dt="2022-11-30T04:35:17.960" v="2885" actId="478"/>
          <ac:spMkLst>
            <pc:docMk/>
            <pc:sldMk cId="2436200355" sldId="267"/>
            <ac:spMk id="136" creationId="{8882B3ED-A681-0B03-8D1B-96C35821B3B8}"/>
          </ac:spMkLst>
        </pc:spChg>
        <pc:spChg chg="add mod">
          <ac:chgData name="Amal R Babu" userId="3a292d0a-112b-4bc3-bf38-7771656893d2" providerId="ADAL" clId="{992600FB-E5A2-48A8-ADC9-6968E10B5B48}" dt="2022-11-30T04:35:15.874" v="2884" actId="571"/>
          <ac:spMkLst>
            <pc:docMk/>
            <pc:sldMk cId="2436200355" sldId="267"/>
            <ac:spMk id="137" creationId="{C6B29BC6-0B3D-1B0C-D16A-F593A95CCEF3}"/>
          </ac:spMkLst>
        </pc:spChg>
        <pc:spChg chg="mod ord topLvl">
          <ac:chgData name="Amal R Babu" userId="3a292d0a-112b-4bc3-bf38-7771656893d2" providerId="ADAL" clId="{992600FB-E5A2-48A8-ADC9-6968E10B5B48}" dt="2022-11-30T04:40:39.192" v="2990" actId="12788"/>
          <ac:spMkLst>
            <pc:docMk/>
            <pc:sldMk cId="2436200355" sldId="267"/>
            <ac:spMk id="140" creationId="{7F6D1C83-222C-B837-5160-506CEE807451}"/>
          </ac:spMkLst>
        </pc:spChg>
        <pc:spChg chg="del mod topLvl">
          <ac:chgData name="Amal R Babu" userId="3a292d0a-112b-4bc3-bf38-7771656893d2" providerId="ADAL" clId="{992600FB-E5A2-48A8-ADC9-6968E10B5B48}" dt="2022-11-30T04:39:05.793" v="2963" actId="478"/>
          <ac:spMkLst>
            <pc:docMk/>
            <pc:sldMk cId="2436200355" sldId="267"/>
            <ac:spMk id="141" creationId="{F7BCC6A9-A2C5-7CD6-5A11-9A4EBF6A73C6}"/>
          </ac:spMkLst>
        </pc:spChg>
        <pc:spChg chg="del mod topLvl">
          <ac:chgData name="Amal R Babu" userId="3a292d0a-112b-4bc3-bf38-7771656893d2" providerId="ADAL" clId="{992600FB-E5A2-48A8-ADC9-6968E10B5B48}" dt="2022-11-30T04:41:00.231" v="2993" actId="478"/>
          <ac:spMkLst>
            <pc:docMk/>
            <pc:sldMk cId="2436200355" sldId="267"/>
            <ac:spMk id="143" creationId="{8914A9DD-A7C3-E097-343B-7ADFCF659E67}"/>
          </ac:spMkLst>
        </pc:spChg>
        <pc:spChg chg="mod topLvl">
          <ac:chgData name="Amal R Babu" userId="3a292d0a-112b-4bc3-bf38-7771656893d2" providerId="ADAL" clId="{992600FB-E5A2-48A8-ADC9-6968E10B5B48}" dt="2022-11-30T04:41:58.664" v="3026" actId="20577"/>
          <ac:spMkLst>
            <pc:docMk/>
            <pc:sldMk cId="2436200355" sldId="267"/>
            <ac:spMk id="144" creationId="{A74A8A31-F4E5-5D14-4DF3-A47C44E1D668}"/>
          </ac:spMkLst>
        </pc:spChg>
        <pc:spChg chg="mod topLvl">
          <ac:chgData name="Amal R Babu" userId="3a292d0a-112b-4bc3-bf38-7771656893d2" providerId="ADAL" clId="{992600FB-E5A2-48A8-ADC9-6968E10B5B48}" dt="2022-11-30T04:42:46.671" v="3054" actId="20577"/>
          <ac:spMkLst>
            <pc:docMk/>
            <pc:sldMk cId="2436200355" sldId="267"/>
            <ac:spMk id="145" creationId="{CA525A16-C20F-509E-582B-B5576A27C743}"/>
          </ac:spMkLst>
        </pc:spChg>
        <pc:spChg chg="mod topLvl">
          <ac:chgData name="Amal R Babu" userId="3a292d0a-112b-4bc3-bf38-7771656893d2" providerId="ADAL" clId="{992600FB-E5A2-48A8-ADC9-6968E10B5B48}" dt="2022-11-30T04:40:39.192" v="2990" actId="12788"/>
          <ac:spMkLst>
            <pc:docMk/>
            <pc:sldMk cId="2436200355" sldId="267"/>
            <ac:spMk id="146" creationId="{52A6F68C-FE8E-F353-5E41-DF1143698FF0}"/>
          </ac:spMkLst>
        </pc:spChg>
        <pc:spChg chg="mod topLvl">
          <ac:chgData name="Amal R Babu" userId="3a292d0a-112b-4bc3-bf38-7771656893d2" providerId="ADAL" clId="{992600FB-E5A2-48A8-ADC9-6968E10B5B48}" dt="2022-11-30T04:40:39.192" v="2990" actId="12788"/>
          <ac:spMkLst>
            <pc:docMk/>
            <pc:sldMk cId="2436200355" sldId="267"/>
            <ac:spMk id="147" creationId="{567BECF8-907F-0BA2-0A76-DCF3599468CB}"/>
          </ac:spMkLst>
        </pc:spChg>
        <pc:spChg chg="mod ord topLvl">
          <ac:chgData name="Amal R Babu" userId="3a292d0a-112b-4bc3-bf38-7771656893d2" providerId="ADAL" clId="{992600FB-E5A2-48A8-ADC9-6968E10B5B48}" dt="2022-11-30T04:40:35.383" v="2989" actId="12788"/>
          <ac:spMkLst>
            <pc:docMk/>
            <pc:sldMk cId="2436200355" sldId="267"/>
            <ac:spMk id="149" creationId="{5DE8F1B2-2D0A-4779-1D87-9B2DFD1FAE65}"/>
          </ac:spMkLst>
        </pc:spChg>
        <pc:spChg chg="del mod topLvl">
          <ac:chgData name="Amal R Babu" userId="3a292d0a-112b-4bc3-bf38-7771656893d2" providerId="ADAL" clId="{992600FB-E5A2-48A8-ADC9-6968E10B5B48}" dt="2022-11-30T04:39:05.793" v="2963" actId="478"/>
          <ac:spMkLst>
            <pc:docMk/>
            <pc:sldMk cId="2436200355" sldId="267"/>
            <ac:spMk id="150" creationId="{23A47A06-8442-A2CB-4AA0-FF0745A45117}"/>
          </ac:spMkLst>
        </pc:spChg>
        <pc:spChg chg="del mod topLvl">
          <ac:chgData name="Amal R Babu" userId="3a292d0a-112b-4bc3-bf38-7771656893d2" providerId="ADAL" clId="{992600FB-E5A2-48A8-ADC9-6968E10B5B48}" dt="2022-11-30T04:41:00.231" v="2993" actId="478"/>
          <ac:spMkLst>
            <pc:docMk/>
            <pc:sldMk cId="2436200355" sldId="267"/>
            <ac:spMk id="151" creationId="{81C1E948-89F8-CB86-6353-0BE4A9710607}"/>
          </ac:spMkLst>
        </pc:spChg>
        <pc:spChg chg="mod topLvl">
          <ac:chgData name="Amal R Babu" userId="3a292d0a-112b-4bc3-bf38-7771656893d2" providerId="ADAL" clId="{992600FB-E5A2-48A8-ADC9-6968E10B5B48}" dt="2022-11-30T04:42:30.363" v="3035" actId="20577"/>
          <ac:spMkLst>
            <pc:docMk/>
            <pc:sldMk cId="2436200355" sldId="267"/>
            <ac:spMk id="152" creationId="{33611C85-D9D5-3478-58FC-CC5655C2E6C7}"/>
          </ac:spMkLst>
        </pc:spChg>
        <pc:spChg chg="mod topLvl">
          <ac:chgData name="Amal R Babu" userId="3a292d0a-112b-4bc3-bf38-7771656893d2" providerId="ADAL" clId="{992600FB-E5A2-48A8-ADC9-6968E10B5B48}" dt="2022-11-30T04:43:00.160" v="3075" actId="20577"/>
          <ac:spMkLst>
            <pc:docMk/>
            <pc:sldMk cId="2436200355" sldId="267"/>
            <ac:spMk id="153" creationId="{81BDDFC1-7C76-E690-15AA-26CB3366DA04}"/>
          </ac:spMkLst>
        </pc:spChg>
        <pc:spChg chg="mod topLvl">
          <ac:chgData name="Amal R Babu" userId="3a292d0a-112b-4bc3-bf38-7771656893d2" providerId="ADAL" clId="{992600FB-E5A2-48A8-ADC9-6968E10B5B48}" dt="2022-11-30T04:40:35.383" v="2989" actId="12788"/>
          <ac:spMkLst>
            <pc:docMk/>
            <pc:sldMk cId="2436200355" sldId="267"/>
            <ac:spMk id="154" creationId="{0BDFB805-A6C6-D1CA-DA11-4745B8377B70}"/>
          </ac:spMkLst>
        </pc:spChg>
        <pc:spChg chg="mod topLvl">
          <ac:chgData name="Amal R Babu" userId="3a292d0a-112b-4bc3-bf38-7771656893d2" providerId="ADAL" clId="{992600FB-E5A2-48A8-ADC9-6968E10B5B48}" dt="2022-11-30T04:40:35.383" v="2989" actId="12788"/>
          <ac:spMkLst>
            <pc:docMk/>
            <pc:sldMk cId="2436200355" sldId="267"/>
            <ac:spMk id="155" creationId="{B4956DC2-5CC2-1474-5256-8C45F0909122}"/>
          </ac:spMkLst>
        </pc:spChg>
        <pc:spChg chg="add del mod">
          <ac:chgData name="Amal R Babu" userId="3a292d0a-112b-4bc3-bf38-7771656893d2" providerId="ADAL" clId="{992600FB-E5A2-48A8-ADC9-6968E10B5B48}" dt="2022-11-30T04:38:20.898" v="2949" actId="931"/>
          <ac:spMkLst>
            <pc:docMk/>
            <pc:sldMk cId="2436200355" sldId="267"/>
            <ac:spMk id="159" creationId="{A5260FF4-8967-D126-3C16-6BBFDF231B5B}"/>
          </ac:spMkLst>
        </pc:spChg>
        <pc:spChg chg="add del mod">
          <ac:chgData name="Amal R Babu" userId="3a292d0a-112b-4bc3-bf38-7771656893d2" providerId="ADAL" clId="{992600FB-E5A2-48A8-ADC9-6968E10B5B48}" dt="2022-11-30T04:45:10.191" v="3078" actId="931"/>
          <ac:spMkLst>
            <pc:docMk/>
            <pc:sldMk cId="2436200355" sldId="267"/>
            <ac:spMk id="168" creationId="{A15628B1-1966-3FC5-99E0-4E0A0B852513}"/>
          </ac:spMkLst>
        </pc:spChg>
        <pc:spChg chg="add mod">
          <ac:chgData name="Amal R Babu" userId="3a292d0a-112b-4bc3-bf38-7771656893d2" providerId="ADAL" clId="{992600FB-E5A2-48A8-ADC9-6968E10B5B48}" dt="2022-11-30T07:58:11.678" v="3651" actId="207"/>
          <ac:spMkLst>
            <pc:docMk/>
            <pc:sldMk cId="2436200355" sldId="267"/>
            <ac:spMk id="171" creationId="{2CF07F76-813F-7F51-9483-10655BFE243D}"/>
          </ac:spMkLst>
        </pc:spChg>
        <pc:spChg chg="add mod">
          <ac:chgData name="Amal R Babu" userId="3a292d0a-112b-4bc3-bf38-7771656893d2" providerId="ADAL" clId="{992600FB-E5A2-48A8-ADC9-6968E10B5B48}" dt="2022-11-30T07:58:14.831" v="3652" actId="207"/>
          <ac:spMkLst>
            <pc:docMk/>
            <pc:sldMk cId="2436200355" sldId="267"/>
            <ac:spMk id="172" creationId="{8850B17B-AB51-6CB1-07C5-D08B041699BC}"/>
          </ac:spMkLst>
        </pc:spChg>
        <pc:spChg chg="add mod">
          <ac:chgData name="Amal R Babu" userId="3a292d0a-112b-4bc3-bf38-7771656893d2" providerId="ADAL" clId="{992600FB-E5A2-48A8-ADC9-6968E10B5B48}" dt="2022-11-30T07:58:07.006" v="3650"/>
          <ac:spMkLst>
            <pc:docMk/>
            <pc:sldMk cId="2436200355" sldId="267"/>
            <ac:spMk id="173" creationId="{5FE40BA8-5EBE-F3BF-B6EF-D0DADC3DD716}"/>
          </ac:spMkLst>
        </pc:spChg>
        <pc:spChg chg="add mod">
          <ac:chgData name="Amal R Babu" userId="3a292d0a-112b-4bc3-bf38-7771656893d2" providerId="ADAL" clId="{992600FB-E5A2-48A8-ADC9-6968E10B5B48}" dt="2022-11-30T07:58:07.006" v="3650"/>
          <ac:spMkLst>
            <pc:docMk/>
            <pc:sldMk cId="2436200355" sldId="267"/>
            <ac:spMk id="174" creationId="{4CF696F9-D55F-4C59-A365-D4EF404ECE69}"/>
          </ac:spMkLst>
        </pc:spChg>
        <pc:spChg chg="add mod">
          <ac:chgData name="Amal R Babu" userId="3a292d0a-112b-4bc3-bf38-7771656893d2" providerId="ADAL" clId="{992600FB-E5A2-48A8-ADC9-6968E10B5B48}" dt="2022-11-30T07:58:07.006" v="3650"/>
          <ac:spMkLst>
            <pc:docMk/>
            <pc:sldMk cId="2436200355" sldId="267"/>
            <ac:spMk id="175" creationId="{1A33C21D-9ABA-E473-51BA-C92659E1AD73}"/>
          </ac:spMkLst>
        </pc:spChg>
        <pc:spChg chg="mod">
          <ac:chgData name="Amal R Babu" userId="3a292d0a-112b-4bc3-bf38-7771656893d2" providerId="ADAL" clId="{992600FB-E5A2-48A8-ADC9-6968E10B5B48}" dt="2022-11-30T07:58:07.006" v="3650"/>
          <ac:spMkLst>
            <pc:docMk/>
            <pc:sldMk cId="2436200355" sldId="267"/>
            <ac:spMk id="177" creationId="{B35412BB-4663-FA60-FB67-3154CD74BA90}"/>
          </ac:spMkLst>
        </pc:spChg>
        <pc:spChg chg="mod">
          <ac:chgData name="Amal R Babu" userId="3a292d0a-112b-4bc3-bf38-7771656893d2" providerId="ADAL" clId="{992600FB-E5A2-48A8-ADC9-6968E10B5B48}" dt="2022-11-30T07:58:07.006" v="3650"/>
          <ac:spMkLst>
            <pc:docMk/>
            <pc:sldMk cId="2436200355" sldId="267"/>
            <ac:spMk id="178" creationId="{FBE56D39-CFEB-C5CF-4D0D-668E3DE579BD}"/>
          </ac:spMkLst>
        </pc:spChg>
        <pc:spChg chg="mod">
          <ac:chgData name="Amal R Babu" userId="3a292d0a-112b-4bc3-bf38-7771656893d2" providerId="ADAL" clId="{992600FB-E5A2-48A8-ADC9-6968E10B5B48}" dt="2022-11-30T07:58:07.006" v="3650"/>
          <ac:spMkLst>
            <pc:docMk/>
            <pc:sldMk cId="2436200355" sldId="267"/>
            <ac:spMk id="179" creationId="{3A823205-08CB-CDCE-C541-E77679B7B3E4}"/>
          </ac:spMkLst>
        </pc:spChg>
        <pc:spChg chg="add mod">
          <ac:chgData name="Amal R Babu" userId="3a292d0a-112b-4bc3-bf38-7771656893d2" providerId="ADAL" clId="{992600FB-E5A2-48A8-ADC9-6968E10B5B48}" dt="2022-11-30T07:58:07.006" v="3650"/>
          <ac:spMkLst>
            <pc:docMk/>
            <pc:sldMk cId="2436200355" sldId="267"/>
            <ac:spMk id="180" creationId="{F306AE8A-993A-753D-4362-547F6FA593E6}"/>
          </ac:spMkLst>
        </pc:spChg>
        <pc:spChg chg="mod">
          <ac:chgData name="Amal R Babu" userId="3a292d0a-112b-4bc3-bf38-7771656893d2" providerId="ADAL" clId="{992600FB-E5A2-48A8-ADC9-6968E10B5B48}" dt="2022-11-30T07:58:07.006" v="3650"/>
          <ac:spMkLst>
            <pc:docMk/>
            <pc:sldMk cId="2436200355" sldId="267"/>
            <ac:spMk id="182" creationId="{A15D04E7-7F8E-A398-5467-1A6EC147754D}"/>
          </ac:spMkLst>
        </pc:spChg>
        <pc:spChg chg="mod">
          <ac:chgData name="Amal R Babu" userId="3a292d0a-112b-4bc3-bf38-7771656893d2" providerId="ADAL" clId="{992600FB-E5A2-48A8-ADC9-6968E10B5B48}" dt="2022-11-30T07:58:07.006" v="3650"/>
          <ac:spMkLst>
            <pc:docMk/>
            <pc:sldMk cId="2436200355" sldId="267"/>
            <ac:spMk id="185" creationId="{FF344791-E284-7C54-F037-488E1E2A8EE0}"/>
          </ac:spMkLst>
        </pc:spChg>
        <pc:spChg chg="mod">
          <ac:chgData name="Amal R Babu" userId="3a292d0a-112b-4bc3-bf38-7771656893d2" providerId="ADAL" clId="{992600FB-E5A2-48A8-ADC9-6968E10B5B48}" dt="2022-11-30T07:58:07.006" v="3650"/>
          <ac:spMkLst>
            <pc:docMk/>
            <pc:sldMk cId="2436200355" sldId="267"/>
            <ac:spMk id="186" creationId="{6B7F920F-2EEE-FD20-FFC5-FFAC31A8A873}"/>
          </ac:spMkLst>
        </pc:spChg>
        <pc:spChg chg="add mod">
          <ac:chgData name="Amal R Babu" userId="3a292d0a-112b-4bc3-bf38-7771656893d2" providerId="ADAL" clId="{992600FB-E5A2-48A8-ADC9-6968E10B5B48}" dt="2022-11-30T07:58:07.006" v="3650"/>
          <ac:spMkLst>
            <pc:docMk/>
            <pc:sldMk cId="2436200355" sldId="267"/>
            <ac:spMk id="187" creationId="{BC20C51C-95CD-9410-4B5E-076094A63202}"/>
          </ac:spMkLst>
        </pc:spChg>
        <pc:spChg chg="add mod">
          <ac:chgData name="Amal R Babu" userId="3a292d0a-112b-4bc3-bf38-7771656893d2" providerId="ADAL" clId="{992600FB-E5A2-48A8-ADC9-6968E10B5B48}" dt="2022-11-30T07:58:07.006" v="3650"/>
          <ac:spMkLst>
            <pc:docMk/>
            <pc:sldMk cId="2436200355" sldId="267"/>
            <ac:spMk id="189" creationId="{836C91C7-08B0-5CE8-884D-CBF584161995}"/>
          </ac:spMkLst>
        </pc:spChg>
        <pc:spChg chg="add mod">
          <ac:chgData name="Amal R Babu" userId="3a292d0a-112b-4bc3-bf38-7771656893d2" providerId="ADAL" clId="{992600FB-E5A2-48A8-ADC9-6968E10B5B48}" dt="2022-11-30T07:58:07.006" v="3650"/>
          <ac:spMkLst>
            <pc:docMk/>
            <pc:sldMk cId="2436200355" sldId="267"/>
            <ac:spMk id="190" creationId="{5076886B-252A-45E5-AB02-D6D4CBD223FC}"/>
          </ac:spMkLst>
        </pc:spChg>
        <pc:spChg chg="add mod">
          <ac:chgData name="Amal R Babu" userId="3a292d0a-112b-4bc3-bf38-7771656893d2" providerId="ADAL" clId="{992600FB-E5A2-48A8-ADC9-6968E10B5B48}" dt="2022-11-30T07:58:07.006" v="3650"/>
          <ac:spMkLst>
            <pc:docMk/>
            <pc:sldMk cId="2436200355" sldId="267"/>
            <ac:spMk id="191" creationId="{5A51A4C7-3126-90DE-B7FA-498E066EA222}"/>
          </ac:spMkLst>
        </pc:spChg>
        <pc:spChg chg="add mod">
          <ac:chgData name="Amal R Babu" userId="3a292d0a-112b-4bc3-bf38-7771656893d2" providerId="ADAL" clId="{992600FB-E5A2-48A8-ADC9-6968E10B5B48}" dt="2022-11-30T07:58:07.006" v="3650"/>
          <ac:spMkLst>
            <pc:docMk/>
            <pc:sldMk cId="2436200355" sldId="267"/>
            <ac:spMk id="1024" creationId="{3734A827-5C7E-174E-859D-7A63C93ED68F}"/>
          </ac:spMkLst>
        </pc:spChg>
        <pc:spChg chg="add mod">
          <ac:chgData name="Amal R Babu" userId="3a292d0a-112b-4bc3-bf38-7771656893d2" providerId="ADAL" clId="{992600FB-E5A2-48A8-ADC9-6968E10B5B48}" dt="2022-11-30T07:58:07.006" v="3650"/>
          <ac:spMkLst>
            <pc:docMk/>
            <pc:sldMk cId="2436200355" sldId="267"/>
            <ac:spMk id="1025" creationId="{CB9D5E0D-A2E2-074D-59F1-D8B089718A90}"/>
          </ac:spMkLst>
        </pc:spChg>
        <pc:spChg chg="mod">
          <ac:chgData name="Amal R Babu" userId="3a292d0a-112b-4bc3-bf38-7771656893d2" providerId="ADAL" clId="{992600FB-E5A2-48A8-ADC9-6968E10B5B48}" dt="2022-11-30T07:58:07.006" v="3650"/>
          <ac:spMkLst>
            <pc:docMk/>
            <pc:sldMk cId="2436200355" sldId="267"/>
            <ac:spMk id="1028" creationId="{318C1211-1807-9C15-6A2E-25D3D19D322B}"/>
          </ac:spMkLst>
        </pc:spChg>
        <pc:spChg chg="mod">
          <ac:chgData name="Amal R Babu" userId="3a292d0a-112b-4bc3-bf38-7771656893d2" providerId="ADAL" clId="{992600FB-E5A2-48A8-ADC9-6968E10B5B48}" dt="2022-11-30T07:58:07.006" v="3650"/>
          <ac:spMkLst>
            <pc:docMk/>
            <pc:sldMk cId="2436200355" sldId="267"/>
            <ac:spMk id="1029" creationId="{722A60F8-E5FE-E021-32E5-F3AEC091D02F}"/>
          </ac:spMkLst>
        </pc:spChg>
        <pc:spChg chg="add mod">
          <ac:chgData name="Amal R Babu" userId="3a292d0a-112b-4bc3-bf38-7771656893d2" providerId="ADAL" clId="{992600FB-E5A2-48A8-ADC9-6968E10B5B48}" dt="2022-11-30T07:58:18.650" v="3653" actId="207"/>
          <ac:spMkLst>
            <pc:docMk/>
            <pc:sldMk cId="2436200355" sldId="267"/>
            <ac:spMk id="1030" creationId="{21989B86-49C2-FBC4-7303-ADC39A1DF903}"/>
          </ac:spMkLst>
        </pc:spChg>
        <pc:spChg chg="mod">
          <ac:chgData name="Amal R Babu" userId="3a292d0a-112b-4bc3-bf38-7771656893d2" providerId="ADAL" clId="{992600FB-E5A2-48A8-ADC9-6968E10B5B48}" dt="2022-11-30T07:58:22.921" v="3655" actId="207"/>
          <ac:spMkLst>
            <pc:docMk/>
            <pc:sldMk cId="2436200355" sldId="267"/>
            <ac:spMk id="1032" creationId="{AF0DBE9B-E712-C172-9172-1ECCE49A5C65}"/>
          </ac:spMkLst>
        </pc:spChg>
        <pc:spChg chg="mod">
          <ac:chgData name="Amal R Babu" userId="3a292d0a-112b-4bc3-bf38-7771656893d2" providerId="ADAL" clId="{992600FB-E5A2-48A8-ADC9-6968E10B5B48}" dt="2022-11-30T07:58:22.921" v="3655" actId="207"/>
          <ac:spMkLst>
            <pc:docMk/>
            <pc:sldMk cId="2436200355" sldId="267"/>
            <ac:spMk id="1033" creationId="{69694415-0641-917F-94CA-39A290AE3BB9}"/>
          </ac:spMkLst>
        </pc:spChg>
        <pc:spChg chg="add mod">
          <ac:chgData name="Amal R Babu" userId="3a292d0a-112b-4bc3-bf38-7771656893d2" providerId="ADAL" clId="{992600FB-E5A2-48A8-ADC9-6968E10B5B48}" dt="2022-11-30T07:58:07.006" v="3650"/>
          <ac:spMkLst>
            <pc:docMk/>
            <pc:sldMk cId="2436200355" sldId="267"/>
            <ac:spMk id="1034" creationId="{BDF61BBE-3CBE-6DF3-F61C-5CB2EE5C84A4}"/>
          </ac:spMkLst>
        </pc:spChg>
        <pc:spChg chg="add mod">
          <ac:chgData name="Amal R Babu" userId="3a292d0a-112b-4bc3-bf38-7771656893d2" providerId="ADAL" clId="{992600FB-E5A2-48A8-ADC9-6968E10B5B48}" dt="2022-11-30T07:58:07.006" v="3650"/>
          <ac:spMkLst>
            <pc:docMk/>
            <pc:sldMk cId="2436200355" sldId="267"/>
            <ac:spMk id="1035" creationId="{9EE522F7-D4BF-5EAF-EFEE-B4FBAA1304D3}"/>
          </ac:spMkLst>
        </pc:spChg>
        <pc:grpChg chg="add mod">
          <ac:chgData name="Amal R Babu" userId="3a292d0a-112b-4bc3-bf38-7771656893d2" providerId="ADAL" clId="{992600FB-E5A2-48A8-ADC9-6968E10B5B48}" dt="2022-12-07T05:42:23.153" v="3725"/>
          <ac:grpSpMkLst>
            <pc:docMk/>
            <pc:sldMk cId="2436200355" sldId="267"/>
            <ac:grpSpMk id="11" creationId="{C8BF7A46-A302-2584-C669-B01B15E6AFD6}"/>
          </ac:grpSpMkLst>
        </pc:grpChg>
        <pc:grpChg chg="add mod">
          <ac:chgData name="Amal R Babu" userId="3a292d0a-112b-4bc3-bf38-7771656893d2" providerId="ADAL" clId="{992600FB-E5A2-48A8-ADC9-6968E10B5B48}" dt="2022-12-07T05:42:23.153" v="3725"/>
          <ac:grpSpMkLst>
            <pc:docMk/>
            <pc:sldMk cId="2436200355" sldId="267"/>
            <ac:grpSpMk id="14" creationId="{76A5FDA4-9EFE-789A-17BD-2EA6200C2D97}"/>
          </ac:grpSpMkLst>
        </pc:grpChg>
        <pc:grpChg chg="del">
          <ac:chgData name="Amal R Babu" userId="3a292d0a-112b-4bc3-bf38-7771656893d2" providerId="ADAL" clId="{992600FB-E5A2-48A8-ADC9-6968E10B5B48}" dt="2022-11-30T07:58:06.307" v="3649" actId="478"/>
          <ac:grpSpMkLst>
            <pc:docMk/>
            <pc:sldMk cId="2436200355" sldId="267"/>
            <ac:grpSpMk id="30" creationId="{9ECCC638-745A-4CD5-37F4-34E729654B57}"/>
          </ac:grpSpMkLst>
        </pc:grpChg>
        <pc:grpChg chg="add del mod">
          <ac:chgData name="Amal R Babu" userId="3a292d0a-112b-4bc3-bf38-7771656893d2" providerId="ADAL" clId="{992600FB-E5A2-48A8-ADC9-6968E10B5B48}" dt="2022-11-30T03:57:03.664" v="2657" actId="478"/>
          <ac:grpSpMkLst>
            <pc:docMk/>
            <pc:sldMk cId="2436200355" sldId="267"/>
            <ac:grpSpMk id="37" creationId="{B23D3290-4C45-FC69-96B8-7AAA73C36223}"/>
          </ac:grpSpMkLst>
        </pc:grpChg>
        <pc:grpChg chg="del">
          <ac:chgData name="Amal R Babu" userId="3a292d0a-112b-4bc3-bf38-7771656893d2" providerId="ADAL" clId="{992600FB-E5A2-48A8-ADC9-6968E10B5B48}" dt="2022-11-30T07:58:06.307" v="3649" actId="478"/>
          <ac:grpSpMkLst>
            <pc:docMk/>
            <pc:sldMk cId="2436200355" sldId="267"/>
            <ac:grpSpMk id="47" creationId="{5C6579D9-4E04-AE17-CF35-68ADBC5766B2}"/>
          </ac:grpSpMkLst>
        </pc:grpChg>
        <pc:grpChg chg="del">
          <ac:chgData name="Amal R Babu" userId="3a292d0a-112b-4bc3-bf38-7771656893d2" providerId="ADAL" clId="{992600FB-E5A2-48A8-ADC9-6968E10B5B48}" dt="2022-11-30T07:58:06.307" v="3649" actId="478"/>
          <ac:grpSpMkLst>
            <pc:docMk/>
            <pc:sldMk cId="2436200355" sldId="267"/>
            <ac:grpSpMk id="54" creationId="{73F997E9-B116-D8A6-6EF5-C091C7C77B6D}"/>
          </ac:grpSpMkLst>
        </pc:grpChg>
        <pc:grpChg chg="del">
          <ac:chgData name="Amal R Babu" userId="3a292d0a-112b-4bc3-bf38-7771656893d2" providerId="ADAL" clId="{992600FB-E5A2-48A8-ADC9-6968E10B5B48}" dt="2022-12-07T05:42:22.799" v="3724" actId="478"/>
          <ac:grpSpMkLst>
            <pc:docMk/>
            <pc:sldMk cId="2436200355" sldId="267"/>
            <ac:grpSpMk id="67" creationId="{6D8E5ACC-26DE-243B-180E-E19057A9EB34}"/>
          </ac:grpSpMkLst>
        </pc:grpChg>
        <pc:grpChg chg="del">
          <ac:chgData name="Amal R Babu" userId="3a292d0a-112b-4bc3-bf38-7771656893d2" providerId="ADAL" clId="{992600FB-E5A2-48A8-ADC9-6968E10B5B48}" dt="2022-12-07T05:42:22.799" v="3724" actId="478"/>
          <ac:grpSpMkLst>
            <pc:docMk/>
            <pc:sldMk cId="2436200355" sldId="267"/>
            <ac:grpSpMk id="68" creationId="{CE1D2690-EA4E-562F-8571-7A8695694CC3}"/>
          </ac:grpSpMkLst>
        </pc:grpChg>
        <pc:grpChg chg="del mod">
          <ac:chgData name="Amal R Babu" userId="3a292d0a-112b-4bc3-bf38-7771656893d2" providerId="ADAL" clId="{992600FB-E5A2-48A8-ADC9-6968E10B5B48}" dt="2022-11-30T07:58:06.307" v="3649" actId="478"/>
          <ac:grpSpMkLst>
            <pc:docMk/>
            <pc:sldMk cId="2436200355" sldId="267"/>
            <ac:grpSpMk id="88" creationId="{5202437B-09C4-B9C2-DFB9-8FE4C3A1D94B}"/>
          </ac:grpSpMkLst>
        </pc:grpChg>
        <pc:grpChg chg="del mod">
          <ac:chgData name="Amal R Babu" userId="3a292d0a-112b-4bc3-bf38-7771656893d2" providerId="ADAL" clId="{992600FB-E5A2-48A8-ADC9-6968E10B5B48}" dt="2022-11-30T07:58:06.307" v="3649" actId="478"/>
          <ac:grpSpMkLst>
            <pc:docMk/>
            <pc:sldMk cId="2436200355" sldId="267"/>
            <ac:grpSpMk id="98" creationId="{5E12AE22-4B66-8998-2063-3E4A6A50C8CF}"/>
          </ac:grpSpMkLst>
        </pc:grpChg>
        <pc:grpChg chg="add del mod">
          <ac:chgData name="Amal R Babu" userId="3a292d0a-112b-4bc3-bf38-7771656893d2" providerId="ADAL" clId="{992600FB-E5A2-48A8-ADC9-6968E10B5B48}" dt="2022-11-30T04:20:56.998" v="2812" actId="165"/>
          <ac:grpSpMkLst>
            <pc:docMk/>
            <pc:sldMk cId="2436200355" sldId="267"/>
            <ac:grpSpMk id="126" creationId="{D0F7AF6C-0D46-5F4A-2397-AB33C92A19F3}"/>
          </ac:grpSpMkLst>
        </pc:grpChg>
        <pc:grpChg chg="add del mod ord">
          <ac:chgData name="Amal R Babu" userId="3a292d0a-112b-4bc3-bf38-7771656893d2" providerId="ADAL" clId="{992600FB-E5A2-48A8-ADC9-6968E10B5B48}" dt="2022-11-30T04:33:49.446" v="2870" actId="478"/>
          <ac:grpSpMkLst>
            <pc:docMk/>
            <pc:sldMk cId="2436200355" sldId="267"/>
            <ac:grpSpMk id="129" creationId="{2F44F85E-EB00-B89D-6A3F-FA5D34C5BF54}"/>
          </ac:grpSpMkLst>
        </pc:grpChg>
        <pc:grpChg chg="add del mod">
          <ac:chgData name="Amal R Babu" userId="3a292d0a-112b-4bc3-bf38-7771656893d2" providerId="ADAL" clId="{992600FB-E5A2-48A8-ADC9-6968E10B5B48}" dt="2022-11-30T04:35:36.065" v="2892" actId="165"/>
          <ac:grpSpMkLst>
            <pc:docMk/>
            <pc:sldMk cId="2436200355" sldId="267"/>
            <ac:grpSpMk id="138" creationId="{452C6E01-A4DE-D823-AC95-53962324E913}"/>
          </ac:grpSpMkLst>
        </pc:grpChg>
        <pc:grpChg chg="add del mod">
          <ac:chgData name="Amal R Babu" userId="3a292d0a-112b-4bc3-bf38-7771656893d2" providerId="ADAL" clId="{992600FB-E5A2-48A8-ADC9-6968E10B5B48}" dt="2022-11-30T04:35:36.065" v="2892" actId="165"/>
          <ac:grpSpMkLst>
            <pc:docMk/>
            <pc:sldMk cId="2436200355" sldId="267"/>
            <ac:grpSpMk id="139" creationId="{FA7584C6-310C-EBA4-D3FE-B08EFD5EBB95}"/>
          </ac:grpSpMkLst>
        </pc:grpChg>
        <pc:grpChg chg="add del mod">
          <ac:chgData name="Amal R Babu" userId="3a292d0a-112b-4bc3-bf38-7771656893d2" providerId="ADAL" clId="{992600FB-E5A2-48A8-ADC9-6968E10B5B48}" dt="2022-11-30T04:35:36.065" v="2892" actId="165"/>
          <ac:grpSpMkLst>
            <pc:docMk/>
            <pc:sldMk cId="2436200355" sldId="267"/>
            <ac:grpSpMk id="148" creationId="{14802A45-8B7D-4778-F1D8-37DE698801DB}"/>
          </ac:grpSpMkLst>
        </pc:grpChg>
        <pc:grpChg chg="add mod">
          <ac:chgData name="Amal R Babu" userId="3a292d0a-112b-4bc3-bf38-7771656893d2" providerId="ADAL" clId="{992600FB-E5A2-48A8-ADC9-6968E10B5B48}" dt="2022-11-30T07:58:07.006" v="3650"/>
          <ac:grpSpMkLst>
            <pc:docMk/>
            <pc:sldMk cId="2436200355" sldId="267"/>
            <ac:grpSpMk id="176" creationId="{057C5A39-C92B-DE93-8682-4EE7F922A50A}"/>
          </ac:grpSpMkLst>
        </pc:grpChg>
        <pc:grpChg chg="add mod">
          <ac:chgData name="Amal R Babu" userId="3a292d0a-112b-4bc3-bf38-7771656893d2" providerId="ADAL" clId="{992600FB-E5A2-48A8-ADC9-6968E10B5B48}" dt="2022-11-30T07:58:07.006" v="3650"/>
          <ac:grpSpMkLst>
            <pc:docMk/>
            <pc:sldMk cId="2436200355" sldId="267"/>
            <ac:grpSpMk id="181" creationId="{E1DA177F-5130-0494-03B6-171AB64C1FAE}"/>
          </ac:grpSpMkLst>
        </pc:grpChg>
        <pc:grpChg chg="add mod">
          <ac:chgData name="Amal R Babu" userId="3a292d0a-112b-4bc3-bf38-7771656893d2" providerId="ADAL" clId="{992600FB-E5A2-48A8-ADC9-6968E10B5B48}" dt="2022-11-30T07:58:07.006" v="3650"/>
          <ac:grpSpMkLst>
            <pc:docMk/>
            <pc:sldMk cId="2436200355" sldId="267"/>
            <ac:grpSpMk id="184" creationId="{B5C0792A-7B43-3344-4BD4-FF291F95EA27}"/>
          </ac:grpSpMkLst>
        </pc:grpChg>
        <pc:grpChg chg="add mod">
          <ac:chgData name="Amal R Babu" userId="3a292d0a-112b-4bc3-bf38-7771656893d2" providerId="ADAL" clId="{992600FB-E5A2-48A8-ADC9-6968E10B5B48}" dt="2022-11-30T07:58:07.006" v="3650"/>
          <ac:grpSpMkLst>
            <pc:docMk/>
            <pc:sldMk cId="2436200355" sldId="267"/>
            <ac:grpSpMk id="1027" creationId="{712318D0-43C4-982D-7E5C-1AF94C49304C}"/>
          </ac:grpSpMkLst>
        </pc:grpChg>
        <pc:grpChg chg="add mod">
          <ac:chgData name="Amal R Babu" userId="3a292d0a-112b-4bc3-bf38-7771656893d2" providerId="ADAL" clId="{992600FB-E5A2-48A8-ADC9-6968E10B5B48}" dt="2022-11-30T07:58:22.921" v="3655" actId="207"/>
          <ac:grpSpMkLst>
            <pc:docMk/>
            <pc:sldMk cId="2436200355" sldId="267"/>
            <ac:grpSpMk id="1031" creationId="{7AFC11AE-3754-0A3D-09D8-8214E33717A1}"/>
          </ac:grpSpMkLst>
        </pc:grpChg>
        <pc:picChg chg="add mod">
          <ac:chgData name="Amal R Babu" userId="3a292d0a-112b-4bc3-bf38-7771656893d2" providerId="ADAL" clId="{992600FB-E5A2-48A8-ADC9-6968E10B5B48}" dt="2022-12-07T05:35:20.670" v="3707" actId="27614"/>
          <ac:picMkLst>
            <pc:docMk/>
            <pc:sldMk cId="2436200355" sldId="267"/>
            <ac:picMk id="10" creationId="{2EE88C4E-DA3C-6798-5D57-7172822CE41D}"/>
          </ac:picMkLst>
        </pc:picChg>
        <pc:picChg chg="add del mod">
          <ac:chgData name="Amal R Babu" userId="3a292d0a-112b-4bc3-bf38-7771656893d2" providerId="ADAL" clId="{992600FB-E5A2-48A8-ADC9-6968E10B5B48}" dt="2022-11-30T04:17:09.265" v="2744" actId="478"/>
          <ac:picMkLst>
            <pc:docMk/>
            <pc:sldMk cId="2436200355" sldId="267"/>
            <ac:picMk id="52" creationId="{47F713DD-6EB5-5161-9779-57C686C63526}"/>
          </ac:picMkLst>
        </pc:picChg>
        <pc:picChg chg="add del mod">
          <ac:chgData name="Amal R Babu" userId="3a292d0a-112b-4bc3-bf38-7771656893d2" providerId="ADAL" clId="{992600FB-E5A2-48A8-ADC9-6968E10B5B48}" dt="2022-11-30T04:10:37.141" v="2661" actId="478"/>
          <ac:picMkLst>
            <pc:docMk/>
            <pc:sldMk cId="2436200355" sldId="267"/>
            <ac:picMk id="85" creationId="{8A2CBADA-28E3-1898-FDF8-68EAFB7158C5}"/>
          </ac:picMkLst>
        </pc:picChg>
        <pc:picChg chg="del">
          <ac:chgData name="Amal R Babu" userId="3a292d0a-112b-4bc3-bf38-7771656893d2" providerId="ADAL" clId="{992600FB-E5A2-48A8-ADC9-6968E10B5B48}" dt="2022-11-30T03:50:47.124" v="2576" actId="478"/>
          <ac:picMkLst>
            <pc:docMk/>
            <pc:sldMk cId="2436200355" sldId="267"/>
            <ac:picMk id="103" creationId="{70081B3C-6CBC-6133-BAE7-633EE2AB9ED3}"/>
          </ac:picMkLst>
        </pc:picChg>
        <pc:picChg chg="del">
          <ac:chgData name="Amal R Babu" userId="3a292d0a-112b-4bc3-bf38-7771656893d2" providerId="ADAL" clId="{992600FB-E5A2-48A8-ADC9-6968E10B5B48}" dt="2022-11-30T03:50:47.124" v="2576" actId="478"/>
          <ac:picMkLst>
            <pc:docMk/>
            <pc:sldMk cId="2436200355" sldId="267"/>
            <ac:picMk id="107" creationId="{FB4FD369-9956-2E15-E2ED-C24F5C3A6C8D}"/>
          </ac:picMkLst>
        </pc:picChg>
        <pc:picChg chg="del">
          <ac:chgData name="Amal R Babu" userId="3a292d0a-112b-4bc3-bf38-7771656893d2" providerId="ADAL" clId="{992600FB-E5A2-48A8-ADC9-6968E10B5B48}" dt="2022-11-30T03:50:47.124" v="2576" actId="478"/>
          <ac:picMkLst>
            <pc:docMk/>
            <pc:sldMk cId="2436200355" sldId="267"/>
            <ac:picMk id="124" creationId="{7CE375F9-48EE-BBDD-445D-C52D717CDE68}"/>
          </ac:picMkLst>
        </pc:picChg>
        <pc:picChg chg="del">
          <ac:chgData name="Amal R Babu" userId="3a292d0a-112b-4bc3-bf38-7771656893d2" providerId="ADAL" clId="{992600FB-E5A2-48A8-ADC9-6968E10B5B48}" dt="2022-11-30T03:50:47.124" v="2576" actId="478"/>
          <ac:picMkLst>
            <pc:docMk/>
            <pc:sldMk cId="2436200355" sldId="267"/>
            <ac:picMk id="142" creationId="{90B6364E-8761-FD15-92F4-20737325ED51}"/>
          </ac:picMkLst>
        </pc:picChg>
        <pc:picChg chg="add del mod">
          <ac:chgData name="Amal R Babu" userId="3a292d0a-112b-4bc3-bf38-7771656893d2" providerId="ADAL" clId="{992600FB-E5A2-48A8-ADC9-6968E10B5B48}" dt="2022-11-30T04:38:12.579" v="2948" actId="478"/>
          <ac:picMkLst>
            <pc:docMk/>
            <pc:sldMk cId="2436200355" sldId="267"/>
            <ac:picMk id="157" creationId="{1329788E-7E47-3440-F381-4825F5C69465}"/>
          </ac:picMkLst>
        </pc:picChg>
        <pc:picChg chg="add del mod ord modCrop">
          <ac:chgData name="Amal R Babu" userId="3a292d0a-112b-4bc3-bf38-7771656893d2" providerId="ADAL" clId="{992600FB-E5A2-48A8-ADC9-6968E10B5B48}" dt="2022-11-30T04:43:36.549" v="3077" actId="478"/>
          <ac:picMkLst>
            <pc:docMk/>
            <pc:sldMk cId="2436200355" sldId="267"/>
            <ac:picMk id="161" creationId="{B201F22A-A7E6-693B-014E-6EB0F52FB1D7}"/>
          </ac:picMkLst>
        </pc:picChg>
        <pc:picChg chg="add mod">
          <ac:chgData name="Amal R Babu" userId="3a292d0a-112b-4bc3-bf38-7771656893d2" providerId="ADAL" clId="{992600FB-E5A2-48A8-ADC9-6968E10B5B48}" dt="2022-11-30T04:40:48.798" v="2992" actId="12789"/>
          <ac:picMkLst>
            <pc:docMk/>
            <pc:sldMk cId="2436200355" sldId="267"/>
            <ac:picMk id="162" creationId="{AAE22387-12C5-B080-05BF-A472BB9ECD87}"/>
          </ac:picMkLst>
        </pc:picChg>
        <pc:picChg chg="add mod">
          <ac:chgData name="Amal R Babu" userId="3a292d0a-112b-4bc3-bf38-7771656893d2" providerId="ADAL" clId="{992600FB-E5A2-48A8-ADC9-6968E10B5B48}" dt="2022-11-30T04:40:48.798" v="2992" actId="12789"/>
          <ac:picMkLst>
            <pc:docMk/>
            <pc:sldMk cId="2436200355" sldId="267"/>
            <ac:picMk id="163" creationId="{AA2B92FD-D233-A167-86B2-906DD23B6D3D}"/>
          </ac:picMkLst>
        </pc:picChg>
        <pc:picChg chg="add mod">
          <ac:chgData name="Amal R Babu" userId="3a292d0a-112b-4bc3-bf38-7771656893d2" providerId="ADAL" clId="{992600FB-E5A2-48A8-ADC9-6968E10B5B48}" dt="2022-11-30T04:41:08.279" v="2994" actId="571"/>
          <ac:picMkLst>
            <pc:docMk/>
            <pc:sldMk cId="2436200355" sldId="267"/>
            <ac:picMk id="164" creationId="{7EF68BCF-F573-A218-F58B-71804BD5EFC0}"/>
          </ac:picMkLst>
        </pc:picChg>
        <pc:picChg chg="add mod">
          <ac:chgData name="Amal R Babu" userId="3a292d0a-112b-4bc3-bf38-7771656893d2" providerId="ADAL" clId="{992600FB-E5A2-48A8-ADC9-6968E10B5B48}" dt="2022-11-30T04:41:08.279" v="2994" actId="571"/>
          <ac:picMkLst>
            <pc:docMk/>
            <pc:sldMk cId="2436200355" sldId="267"/>
            <ac:picMk id="165" creationId="{8006576A-18F3-85BE-02DF-D2754D1050A1}"/>
          </ac:picMkLst>
        </pc:picChg>
        <pc:picChg chg="add mod">
          <ac:chgData name="Amal R Babu" userId="3a292d0a-112b-4bc3-bf38-7771656893d2" providerId="ADAL" clId="{992600FB-E5A2-48A8-ADC9-6968E10B5B48}" dt="2022-11-30T04:41:08.279" v="2994" actId="571"/>
          <ac:picMkLst>
            <pc:docMk/>
            <pc:sldMk cId="2436200355" sldId="267"/>
            <ac:picMk id="166" creationId="{5AEDCCAA-CA2F-84E9-1E40-9E56C9A84A59}"/>
          </ac:picMkLst>
        </pc:picChg>
        <pc:picChg chg="add del mod">
          <ac:chgData name="Amal R Babu" userId="3a292d0a-112b-4bc3-bf38-7771656893d2" providerId="ADAL" clId="{992600FB-E5A2-48A8-ADC9-6968E10B5B48}" dt="2022-12-07T05:35:00.107" v="3702" actId="478"/>
          <ac:picMkLst>
            <pc:docMk/>
            <pc:sldMk cId="2436200355" sldId="267"/>
            <ac:picMk id="170" creationId="{A3BA43A8-F321-2C92-5D2E-DC81DBF8F2F4}"/>
          </ac:picMkLst>
        </pc:picChg>
        <pc:picChg chg="mod">
          <ac:chgData name="Amal R Babu" userId="3a292d0a-112b-4bc3-bf38-7771656893d2" providerId="ADAL" clId="{992600FB-E5A2-48A8-ADC9-6968E10B5B48}" dt="2022-11-30T07:58:07.006" v="3650"/>
          <ac:picMkLst>
            <pc:docMk/>
            <pc:sldMk cId="2436200355" sldId="267"/>
            <ac:picMk id="183" creationId="{40039E6E-CE7C-DF71-1652-F5C5771357B2}"/>
          </ac:picMkLst>
        </pc:picChg>
        <pc:picChg chg="add del mod">
          <ac:chgData name="Amal R Babu" userId="3a292d0a-112b-4bc3-bf38-7771656893d2" providerId="ADAL" clId="{992600FB-E5A2-48A8-ADC9-6968E10B5B48}" dt="2022-11-30T03:56:49.987" v="2654" actId="21"/>
          <ac:picMkLst>
            <pc:docMk/>
            <pc:sldMk cId="2436200355" sldId="267"/>
            <ac:picMk id="1026" creationId="{0E99FE53-F473-08B5-B4B8-AFD731D85DA9}"/>
          </ac:picMkLst>
        </pc:picChg>
        <pc:cxnChg chg="del">
          <ac:chgData name="Amal R Babu" userId="3a292d0a-112b-4bc3-bf38-7771656893d2" providerId="ADAL" clId="{992600FB-E5A2-48A8-ADC9-6968E10B5B48}" dt="2022-11-30T07:58:06.307" v="3649" actId="478"/>
          <ac:cxnSpMkLst>
            <pc:docMk/>
            <pc:sldMk cId="2436200355" sldId="267"/>
            <ac:cxnSpMk id="7" creationId="{1C225904-9D2F-F0C8-8BBE-32DEDB3F8B8F}"/>
          </ac:cxnSpMkLst>
        </pc:cxnChg>
        <pc:cxnChg chg="add mod">
          <ac:chgData name="Amal R Babu" userId="3a292d0a-112b-4bc3-bf38-7771656893d2" providerId="ADAL" clId="{992600FB-E5A2-48A8-ADC9-6968E10B5B48}" dt="2022-11-30T04:39:47.364" v="2985" actId="692"/>
          <ac:cxnSpMkLst>
            <pc:docMk/>
            <pc:sldMk cId="2436200355" sldId="267"/>
            <ac:cxnSpMk id="57" creationId="{5FF8CDCE-10B7-1024-16E3-424184B8E468}"/>
          </ac:cxnSpMkLst>
        </pc:cxnChg>
        <pc:cxnChg chg="add mod">
          <ac:chgData name="Amal R Babu" userId="3a292d0a-112b-4bc3-bf38-7771656893d2" providerId="ADAL" clId="{992600FB-E5A2-48A8-ADC9-6968E10B5B48}" dt="2022-11-30T04:39:47.364" v="2985" actId="692"/>
          <ac:cxnSpMkLst>
            <pc:docMk/>
            <pc:sldMk cId="2436200355" sldId="267"/>
            <ac:cxnSpMk id="120" creationId="{A240157F-8D1B-A559-F522-04FCB77591B3}"/>
          </ac:cxnSpMkLst>
        </pc:cxnChg>
        <pc:cxnChg chg="add mod">
          <ac:chgData name="Amal R Babu" userId="3a292d0a-112b-4bc3-bf38-7771656893d2" providerId="ADAL" clId="{992600FB-E5A2-48A8-ADC9-6968E10B5B48}" dt="2022-11-30T04:39:47.364" v="2985" actId="692"/>
          <ac:cxnSpMkLst>
            <pc:docMk/>
            <pc:sldMk cId="2436200355" sldId="267"/>
            <ac:cxnSpMk id="121" creationId="{5E57F4C2-F9F8-A01F-E960-54D772B8D09E}"/>
          </ac:cxnSpMkLst>
        </pc:cxnChg>
        <pc:cxnChg chg="add mod">
          <ac:chgData name="Amal R Babu" userId="3a292d0a-112b-4bc3-bf38-7771656893d2" providerId="ADAL" clId="{992600FB-E5A2-48A8-ADC9-6968E10B5B48}" dt="2022-11-30T04:39:47.364" v="2985" actId="692"/>
          <ac:cxnSpMkLst>
            <pc:docMk/>
            <pc:sldMk cId="2436200355" sldId="267"/>
            <ac:cxnSpMk id="134" creationId="{9A1115FD-6341-A2D6-B69C-15594CB04846}"/>
          </ac:cxnSpMkLst>
        </pc:cxnChg>
        <pc:cxnChg chg="add mod">
          <ac:chgData name="Amal R Babu" userId="3a292d0a-112b-4bc3-bf38-7771656893d2" providerId="ADAL" clId="{992600FB-E5A2-48A8-ADC9-6968E10B5B48}" dt="2022-11-30T07:58:07.006" v="3650"/>
          <ac:cxnSpMkLst>
            <pc:docMk/>
            <pc:sldMk cId="2436200355" sldId="267"/>
            <ac:cxnSpMk id="188" creationId="{5F78F841-C5FA-9560-4E74-6D8DEDBCD739}"/>
          </ac:cxnSpMkLst>
        </pc:cxnChg>
      </pc:sldChg>
      <pc:sldChg chg="addSp delSp modSp add mod ord modClrScheme chgLayout">
        <pc:chgData name="Amal R Babu" userId="3a292d0a-112b-4bc3-bf38-7771656893d2" providerId="ADAL" clId="{992600FB-E5A2-48A8-ADC9-6968E10B5B48}" dt="2022-12-07T05:42:27.275" v="3727"/>
        <pc:sldMkLst>
          <pc:docMk/>
          <pc:sldMk cId="1275407903" sldId="268"/>
        </pc:sldMkLst>
        <pc:spChg chg="mod">
          <ac:chgData name="Amal R Babu" userId="3a292d0a-112b-4bc3-bf38-7771656893d2" providerId="ADAL" clId="{992600FB-E5A2-48A8-ADC9-6968E10B5B48}" dt="2022-11-30T07:56:30.011" v="3642" actId="34135"/>
          <ac:spMkLst>
            <pc:docMk/>
            <pc:sldMk cId="1275407903" sldId="268"/>
            <ac:spMk id="3" creationId="{1025ACCD-BEFE-4057-D0DA-23300AB28132}"/>
          </ac:spMkLst>
        </pc:spChg>
        <pc:spChg chg="mod">
          <ac:chgData name="Amal R Babu" userId="3a292d0a-112b-4bc3-bf38-7771656893d2" providerId="ADAL" clId="{992600FB-E5A2-48A8-ADC9-6968E10B5B48}" dt="2022-12-07T05:42:27.275" v="3727"/>
          <ac:spMkLst>
            <pc:docMk/>
            <pc:sldMk cId="1275407903" sldId="268"/>
            <ac:spMk id="7" creationId="{23050DE3-369B-E445-2767-B394DB1B311B}"/>
          </ac:spMkLst>
        </pc:spChg>
        <pc:spChg chg="mod">
          <ac:chgData name="Amal R Babu" userId="3a292d0a-112b-4bc3-bf38-7771656893d2" providerId="ADAL" clId="{992600FB-E5A2-48A8-ADC9-6968E10B5B48}" dt="2022-12-07T05:42:27.275" v="3727"/>
          <ac:spMkLst>
            <pc:docMk/>
            <pc:sldMk cId="1275407903" sldId="268"/>
            <ac:spMk id="9" creationId="{29D83D9C-CEE9-9DED-FF19-8C4E9F341318}"/>
          </ac:spMkLst>
        </pc:spChg>
        <pc:spChg chg="del">
          <ac:chgData name="Amal R Babu" userId="3a292d0a-112b-4bc3-bf38-7771656893d2" providerId="ADAL" clId="{992600FB-E5A2-48A8-ADC9-6968E10B5B48}" dt="2022-11-30T07:56:33.087" v="3643" actId="478"/>
          <ac:spMkLst>
            <pc:docMk/>
            <pc:sldMk cId="1275407903" sldId="268"/>
            <ac:spMk id="9" creationId="{67D53DBD-07C2-B89B-2A5E-6EA3F0CE967B}"/>
          </ac:spMkLst>
        </pc:spChg>
        <pc:spChg chg="add del mod">
          <ac:chgData name="Amal R Babu" userId="3a292d0a-112b-4bc3-bf38-7771656893d2" providerId="ADAL" clId="{992600FB-E5A2-48A8-ADC9-6968E10B5B48}" dt="2022-11-30T04:48:52.146" v="3100" actId="700"/>
          <ac:spMkLst>
            <pc:docMk/>
            <pc:sldMk cId="1275407903" sldId="268"/>
            <ac:spMk id="10" creationId="{F1CA8146-CC48-F41B-7CFA-EF2D3204A981}"/>
          </ac:spMkLst>
        </pc:spChg>
        <pc:spChg chg="mod">
          <ac:chgData name="Amal R Babu" userId="3a292d0a-112b-4bc3-bf38-7771656893d2" providerId="ADAL" clId="{992600FB-E5A2-48A8-ADC9-6968E10B5B48}" dt="2022-12-07T05:42:27.275" v="3727"/>
          <ac:spMkLst>
            <pc:docMk/>
            <pc:sldMk cId="1275407903" sldId="268"/>
            <ac:spMk id="11" creationId="{3556EFC1-9474-9435-8D43-7F2DD4AD27AE}"/>
          </ac:spMkLst>
        </pc:spChg>
        <pc:spChg chg="del">
          <ac:chgData name="Amal R Babu" userId="3a292d0a-112b-4bc3-bf38-7771656893d2" providerId="ADAL" clId="{992600FB-E5A2-48A8-ADC9-6968E10B5B48}" dt="2022-11-30T04:48:39.445" v="3088" actId="478"/>
          <ac:spMkLst>
            <pc:docMk/>
            <pc:sldMk cId="1275407903" sldId="268"/>
            <ac:spMk id="11" creationId="{C521702C-A845-3192-B348-68658C74D330}"/>
          </ac:spMkLst>
        </pc:spChg>
        <pc:spChg chg="mod">
          <ac:chgData name="Amal R Babu" userId="3a292d0a-112b-4bc3-bf38-7771656893d2" providerId="ADAL" clId="{992600FB-E5A2-48A8-ADC9-6968E10B5B48}" dt="2022-12-07T05:42:27.275" v="3727"/>
          <ac:spMkLst>
            <pc:docMk/>
            <pc:sldMk cId="1275407903" sldId="268"/>
            <ac:spMk id="12" creationId="{17372AC4-3BC2-2135-A21D-0EFB527FA1BE}"/>
          </ac:spMkLst>
        </pc:spChg>
        <pc:spChg chg="del">
          <ac:chgData name="Amal R Babu" userId="3a292d0a-112b-4bc3-bf38-7771656893d2" providerId="ADAL" clId="{992600FB-E5A2-48A8-ADC9-6968E10B5B48}" dt="2022-11-30T07:56:33.087" v="3643" actId="478"/>
          <ac:spMkLst>
            <pc:docMk/>
            <pc:sldMk cId="1275407903" sldId="268"/>
            <ac:spMk id="13" creationId="{4F3E08FA-4C08-7258-FA22-03C53F09604C}"/>
          </ac:spMkLst>
        </pc:spChg>
        <pc:spChg chg="add del mod">
          <ac:chgData name="Amal R Babu" userId="3a292d0a-112b-4bc3-bf38-7771656893d2" providerId="ADAL" clId="{992600FB-E5A2-48A8-ADC9-6968E10B5B48}" dt="2022-11-30T04:48:52.146" v="3100" actId="700"/>
          <ac:spMkLst>
            <pc:docMk/>
            <pc:sldMk cId="1275407903" sldId="268"/>
            <ac:spMk id="14" creationId="{F3223D60-2550-F8CF-C81E-DD700A4F65B0}"/>
          </ac:spMkLst>
        </pc:spChg>
        <pc:spChg chg="del">
          <ac:chgData name="Amal R Babu" userId="3a292d0a-112b-4bc3-bf38-7771656893d2" providerId="ADAL" clId="{992600FB-E5A2-48A8-ADC9-6968E10B5B48}" dt="2022-11-30T07:56:33.087" v="3643" actId="478"/>
          <ac:spMkLst>
            <pc:docMk/>
            <pc:sldMk cId="1275407903" sldId="268"/>
            <ac:spMk id="16" creationId="{2913EB48-94F5-98C7-C275-915A1AD4D3EA}"/>
          </ac:spMkLst>
        </pc:spChg>
        <pc:spChg chg="del">
          <ac:chgData name="Amal R Babu" userId="3a292d0a-112b-4bc3-bf38-7771656893d2" providerId="ADAL" clId="{992600FB-E5A2-48A8-ADC9-6968E10B5B48}" dt="2022-11-30T07:56:33.087" v="3643" actId="478"/>
          <ac:spMkLst>
            <pc:docMk/>
            <pc:sldMk cId="1275407903" sldId="268"/>
            <ac:spMk id="17" creationId="{29D393BC-86FC-4CA8-8830-E874EA43EE28}"/>
          </ac:spMkLst>
        </pc:spChg>
        <pc:spChg chg="add del mod">
          <ac:chgData name="Amal R Babu" userId="3a292d0a-112b-4bc3-bf38-7771656893d2" providerId="ADAL" clId="{992600FB-E5A2-48A8-ADC9-6968E10B5B48}" dt="2022-11-30T04:48:52.146" v="3100" actId="700"/>
          <ac:spMkLst>
            <pc:docMk/>
            <pc:sldMk cId="1275407903" sldId="268"/>
            <ac:spMk id="18" creationId="{5CBDF400-1587-74DB-D6E5-8CCEEDFC709E}"/>
          </ac:spMkLst>
        </pc:spChg>
        <pc:spChg chg="del mod">
          <ac:chgData name="Amal R Babu" userId="3a292d0a-112b-4bc3-bf38-7771656893d2" providerId="ADAL" clId="{992600FB-E5A2-48A8-ADC9-6968E10B5B48}" dt="2022-11-30T07:56:33.087" v="3643" actId="478"/>
          <ac:spMkLst>
            <pc:docMk/>
            <pc:sldMk cId="1275407903" sldId="268"/>
            <ac:spMk id="19" creationId="{B5F22004-B568-5F9F-D315-B9048F8F933E}"/>
          </ac:spMkLst>
        </pc:spChg>
        <pc:spChg chg="del">
          <ac:chgData name="Amal R Babu" userId="3a292d0a-112b-4bc3-bf38-7771656893d2" providerId="ADAL" clId="{992600FB-E5A2-48A8-ADC9-6968E10B5B48}" dt="2022-11-30T07:56:33.087" v="3643" actId="478"/>
          <ac:spMkLst>
            <pc:docMk/>
            <pc:sldMk cId="1275407903" sldId="268"/>
            <ac:spMk id="20" creationId="{DBD7492E-2CD4-61A0-9EEE-CEE4E61AED9D}"/>
          </ac:spMkLst>
        </pc:spChg>
        <pc:spChg chg="del">
          <ac:chgData name="Amal R Babu" userId="3a292d0a-112b-4bc3-bf38-7771656893d2" providerId="ADAL" clId="{992600FB-E5A2-48A8-ADC9-6968E10B5B48}" dt="2022-11-30T07:56:33.087" v="3643" actId="478"/>
          <ac:spMkLst>
            <pc:docMk/>
            <pc:sldMk cId="1275407903" sldId="268"/>
            <ac:spMk id="21" creationId="{88AF1956-F7FB-2ADE-A3E7-1F7329C9752A}"/>
          </ac:spMkLst>
        </pc:spChg>
        <pc:spChg chg="del">
          <ac:chgData name="Amal R Babu" userId="3a292d0a-112b-4bc3-bf38-7771656893d2" providerId="ADAL" clId="{992600FB-E5A2-48A8-ADC9-6968E10B5B48}" dt="2022-11-30T07:56:33.087" v="3643" actId="478"/>
          <ac:spMkLst>
            <pc:docMk/>
            <pc:sldMk cId="1275407903" sldId="268"/>
            <ac:spMk id="22" creationId="{B8560F59-A67B-8514-2A4E-47A28A1A48B1}"/>
          </ac:spMkLst>
        </pc:spChg>
        <pc:spChg chg="del">
          <ac:chgData name="Amal R Babu" userId="3a292d0a-112b-4bc3-bf38-7771656893d2" providerId="ADAL" clId="{992600FB-E5A2-48A8-ADC9-6968E10B5B48}" dt="2022-11-30T04:48:39.445" v="3088" actId="478"/>
          <ac:spMkLst>
            <pc:docMk/>
            <pc:sldMk cId="1275407903" sldId="268"/>
            <ac:spMk id="23" creationId="{228DA46A-69B8-B7A2-2A6D-3722412D45CD}"/>
          </ac:spMkLst>
        </pc:spChg>
        <pc:spChg chg="del">
          <ac:chgData name="Amal R Babu" userId="3a292d0a-112b-4bc3-bf38-7771656893d2" providerId="ADAL" clId="{992600FB-E5A2-48A8-ADC9-6968E10B5B48}" dt="2022-11-30T04:48:39.445" v="3088" actId="478"/>
          <ac:spMkLst>
            <pc:docMk/>
            <pc:sldMk cId="1275407903" sldId="268"/>
            <ac:spMk id="24" creationId="{633A5DBA-3D5C-D126-07EA-FFE40D5EAE42}"/>
          </ac:spMkLst>
        </pc:spChg>
        <pc:spChg chg="del">
          <ac:chgData name="Amal R Babu" userId="3a292d0a-112b-4bc3-bf38-7771656893d2" providerId="ADAL" clId="{992600FB-E5A2-48A8-ADC9-6968E10B5B48}" dt="2022-11-30T04:48:39.445" v="3088" actId="478"/>
          <ac:spMkLst>
            <pc:docMk/>
            <pc:sldMk cId="1275407903" sldId="268"/>
            <ac:spMk id="25" creationId="{09E00A39-BE32-E161-2790-951E54DE8412}"/>
          </ac:spMkLst>
        </pc:spChg>
        <pc:spChg chg="del">
          <ac:chgData name="Amal R Babu" userId="3a292d0a-112b-4bc3-bf38-7771656893d2" providerId="ADAL" clId="{992600FB-E5A2-48A8-ADC9-6968E10B5B48}" dt="2022-11-30T04:48:39.445" v="3088" actId="478"/>
          <ac:spMkLst>
            <pc:docMk/>
            <pc:sldMk cId="1275407903" sldId="268"/>
            <ac:spMk id="26" creationId="{CA7E335B-0CDC-1E90-9E21-D361EEBAEC05}"/>
          </ac:spMkLst>
        </pc:spChg>
        <pc:spChg chg="del">
          <ac:chgData name="Amal R Babu" userId="3a292d0a-112b-4bc3-bf38-7771656893d2" providerId="ADAL" clId="{992600FB-E5A2-48A8-ADC9-6968E10B5B48}" dt="2022-11-30T04:48:39.445" v="3088" actId="478"/>
          <ac:spMkLst>
            <pc:docMk/>
            <pc:sldMk cId="1275407903" sldId="268"/>
            <ac:spMk id="32" creationId="{99A3E2DA-8AB7-CB43-4A8D-D6AB9DB6D6E8}"/>
          </ac:spMkLst>
        </pc:spChg>
        <pc:spChg chg="del">
          <ac:chgData name="Amal R Babu" userId="3a292d0a-112b-4bc3-bf38-7771656893d2" providerId="ADAL" clId="{992600FB-E5A2-48A8-ADC9-6968E10B5B48}" dt="2022-11-30T07:56:33.087" v="3643" actId="478"/>
          <ac:spMkLst>
            <pc:docMk/>
            <pc:sldMk cId="1275407903" sldId="268"/>
            <ac:spMk id="33" creationId="{06426368-13B9-05ED-7B4E-48B8C7532F65}"/>
          </ac:spMkLst>
        </pc:spChg>
        <pc:spChg chg="del mod">
          <ac:chgData name="Amal R Babu" userId="3a292d0a-112b-4bc3-bf38-7771656893d2" providerId="ADAL" clId="{992600FB-E5A2-48A8-ADC9-6968E10B5B48}" dt="2022-11-30T07:56:33.087" v="3643" actId="478"/>
          <ac:spMkLst>
            <pc:docMk/>
            <pc:sldMk cId="1275407903" sldId="268"/>
            <ac:spMk id="34" creationId="{15C24E6E-5086-DAC3-E400-3CB725E13353}"/>
          </ac:spMkLst>
        </pc:spChg>
        <pc:spChg chg="del">
          <ac:chgData name="Amal R Babu" userId="3a292d0a-112b-4bc3-bf38-7771656893d2" providerId="ADAL" clId="{992600FB-E5A2-48A8-ADC9-6968E10B5B48}" dt="2022-11-30T07:56:33.087" v="3643" actId="478"/>
          <ac:spMkLst>
            <pc:docMk/>
            <pc:sldMk cId="1275407903" sldId="268"/>
            <ac:spMk id="35" creationId="{D7FACB4C-BCA4-434A-8FA8-F4D0A8D4C109}"/>
          </ac:spMkLst>
        </pc:spChg>
        <pc:spChg chg="del">
          <ac:chgData name="Amal R Babu" userId="3a292d0a-112b-4bc3-bf38-7771656893d2" providerId="ADAL" clId="{992600FB-E5A2-48A8-ADC9-6968E10B5B48}" dt="2022-11-30T04:48:39.445" v="3088" actId="478"/>
          <ac:spMkLst>
            <pc:docMk/>
            <pc:sldMk cId="1275407903" sldId="268"/>
            <ac:spMk id="36" creationId="{CEE4DF2C-8E3C-6B03-0972-A3B04A285B1E}"/>
          </ac:spMkLst>
        </pc:spChg>
        <pc:spChg chg="del">
          <ac:chgData name="Amal R Babu" userId="3a292d0a-112b-4bc3-bf38-7771656893d2" providerId="ADAL" clId="{992600FB-E5A2-48A8-ADC9-6968E10B5B48}" dt="2022-11-30T04:48:39.445" v="3088" actId="478"/>
          <ac:spMkLst>
            <pc:docMk/>
            <pc:sldMk cId="1275407903" sldId="268"/>
            <ac:spMk id="37" creationId="{DB6B8045-A507-44E2-526E-4BD417A97DF9}"/>
          </ac:spMkLst>
        </pc:spChg>
        <pc:spChg chg="add del mod">
          <ac:chgData name="Amal R Babu" userId="3a292d0a-112b-4bc3-bf38-7771656893d2" providerId="ADAL" clId="{992600FB-E5A2-48A8-ADC9-6968E10B5B48}" dt="2022-11-30T04:48:52.146" v="3100" actId="700"/>
          <ac:spMkLst>
            <pc:docMk/>
            <pc:sldMk cId="1275407903" sldId="268"/>
            <ac:spMk id="38" creationId="{400284FD-98AC-F99E-A873-938DE0E88A51}"/>
          </ac:spMkLst>
        </pc:spChg>
        <pc:spChg chg="add del mod">
          <ac:chgData name="Amal R Babu" userId="3a292d0a-112b-4bc3-bf38-7771656893d2" providerId="ADAL" clId="{992600FB-E5A2-48A8-ADC9-6968E10B5B48}" dt="2022-11-30T05:55:13.131" v="3161" actId="478"/>
          <ac:spMkLst>
            <pc:docMk/>
            <pc:sldMk cId="1275407903" sldId="268"/>
            <ac:spMk id="39" creationId="{6B24D97C-1238-537A-B98A-63E157F5EFB3}"/>
          </ac:spMkLst>
        </pc:spChg>
        <pc:spChg chg="add del">
          <ac:chgData name="Amal R Babu" userId="3a292d0a-112b-4bc3-bf38-7771656893d2" providerId="ADAL" clId="{992600FB-E5A2-48A8-ADC9-6968E10B5B48}" dt="2022-11-30T05:01:30.876" v="3110" actId="478"/>
          <ac:spMkLst>
            <pc:docMk/>
            <pc:sldMk cId="1275407903" sldId="268"/>
            <ac:spMk id="40" creationId="{6CCDBC62-3856-5157-EFFA-CC134AD466E9}"/>
          </ac:spMkLst>
        </pc:spChg>
        <pc:spChg chg="del">
          <ac:chgData name="Amal R Babu" userId="3a292d0a-112b-4bc3-bf38-7771656893d2" providerId="ADAL" clId="{992600FB-E5A2-48A8-ADC9-6968E10B5B48}" dt="2022-11-30T04:48:40.565" v="3089" actId="478"/>
          <ac:spMkLst>
            <pc:docMk/>
            <pc:sldMk cId="1275407903" sldId="268"/>
            <ac:spMk id="42" creationId="{8EB9BA56-9EF6-A93C-93AB-DFC2AF6FDCF8}"/>
          </ac:spMkLst>
        </pc:spChg>
        <pc:spChg chg="del">
          <ac:chgData name="Amal R Babu" userId="3a292d0a-112b-4bc3-bf38-7771656893d2" providerId="ADAL" clId="{992600FB-E5A2-48A8-ADC9-6968E10B5B48}" dt="2022-11-30T06:30:34.897" v="3447" actId="478"/>
          <ac:spMkLst>
            <pc:docMk/>
            <pc:sldMk cId="1275407903" sldId="268"/>
            <ac:spMk id="43" creationId="{4085F982-777E-59AD-4DB4-B07024AB9EAF}"/>
          </ac:spMkLst>
        </pc:spChg>
        <pc:spChg chg="del">
          <ac:chgData name="Amal R Babu" userId="3a292d0a-112b-4bc3-bf38-7771656893d2" providerId="ADAL" clId="{992600FB-E5A2-48A8-ADC9-6968E10B5B48}" dt="2022-11-30T04:48:39.445" v="3088" actId="478"/>
          <ac:spMkLst>
            <pc:docMk/>
            <pc:sldMk cId="1275407903" sldId="268"/>
            <ac:spMk id="45" creationId="{CAD06A51-706D-3020-BC3C-51F74BA47466}"/>
          </ac:spMkLst>
        </pc:spChg>
        <pc:spChg chg="del">
          <ac:chgData name="Amal R Babu" userId="3a292d0a-112b-4bc3-bf38-7771656893d2" providerId="ADAL" clId="{992600FB-E5A2-48A8-ADC9-6968E10B5B48}" dt="2022-11-30T04:48:39.445" v="3088" actId="478"/>
          <ac:spMkLst>
            <pc:docMk/>
            <pc:sldMk cId="1275407903" sldId="268"/>
            <ac:spMk id="46" creationId="{4D2F7B60-C640-B10E-3F51-75BE4A15FDE6}"/>
          </ac:spMkLst>
        </pc:spChg>
        <pc:spChg chg="del">
          <ac:chgData name="Amal R Babu" userId="3a292d0a-112b-4bc3-bf38-7771656893d2" providerId="ADAL" clId="{992600FB-E5A2-48A8-ADC9-6968E10B5B48}" dt="2022-11-30T04:48:39.445" v="3088" actId="478"/>
          <ac:spMkLst>
            <pc:docMk/>
            <pc:sldMk cId="1275407903" sldId="268"/>
            <ac:spMk id="48" creationId="{32BA2B5C-A252-6EDB-B3FB-09C6C1A0D1C5}"/>
          </ac:spMkLst>
        </pc:spChg>
        <pc:spChg chg="del">
          <ac:chgData name="Amal R Babu" userId="3a292d0a-112b-4bc3-bf38-7771656893d2" providerId="ADAL" clId="{992600FB-E5A2-48A8-ADC9-6968E10B5B48}" dt="2022-11-30T07:56:33.087" v="3643" actId="478"/>
          <ac:spMkLst>
            <pc:docMk/>
            <pc:sldMk cId="1275407903" sldId="268"/>
            <ac:spMk id="50" creationId="{0E2B6178-FB2D-9772-47AD-87A734026875}"/>
          </ac:spMkLst>
        </pc:spChg>
        <pc:spChg chg="del">
          <ac:chgData name="Amal R Babu" userId="3a292d0a-112b-4bc3-bf38-7771656893d2" providerId="ADAL" clId="{992600FB-E5A2-48A8-ADC9-6968E10B5B48}" dt="2022-11-30T04:48:39.445" v="3088" actId="478"/>
          <ac:spMkLst>
            <pc:docMk/>
            <pc:sldMk cId="1275407903" sldId="268"/>
            <ac:spMk id="51" creationId="{27AE5392-7B1E-233F-F925-0AC39F540B43}"/>
          </ac:spMkLst>
        </pc:spChg>
        <pc:spChg chg="del">
          <ac:chgData name="Amal R Babu" userId="3a292d0a-112b-4bc3-bf38-7771656893d2" providerId="ADAL" clId="{992600FB-E5A2-48A8-ADC9-6968E10B5B48}" dt="2022-11-30T07:56:33.087" v="3643" actId="478"/>
          <ac:spMkLst>
            <pc:docMk/>
            <pc:sldMk cId="1275407903" sldId="268"/>
            <ac:spMk id="55" creationId="{A2C13AB5-7A64-00F4-ECBF-90F667E097CA}"/>
          </ac:spMkLst>
        </pc:spChg>
        <pc:spChg chg="del">
          <ac:chgData name="Amal R Babu" userId="3a292d0a-112b-4bc3-bf38-7771656893d2" providerId="ADAL" clId="{992600FB-E5A2-48A8-ADC9-6968E10B5B48}" dt="2022-11-30T04:48:39.445" v="3088" actId="478"/>
          <ac:spMkLst>
            <pc:docMk/>
            <pc:sldMk cId="1275407903" sldId="268"/>
            <ac:spMk id="56" creationId="{7770034B-8A8D-D547-60C2-8309477214E3}"/>
          </ac:spMkLst>
        </pc:spChg>
        <pc:spChg chg="del">
          <ac:chgData name="Amal R Babu" userId="3a292d0a-112b-4bc3-bf38-7771656893d2" providerId="ADAL" clId="{992600FB-E5A2-48A8-ADC9-6968E10B5B48}" dt="2022-11-30T04:48:39.445" v="3088" actId="478"/>
          <ac:spMkLst>
            <pc:docMk/>
            <pc:sldMk cId="1275407903" sldId="268"/>
            <ac:spMk id="57" creationId="{83D07306-8D46-7528-99E4-D290AA4D1959}"/>
          </ac:spMkLst>
        </pc:spChg>
        <pc:spChg chg="del mod">
          <ac:chgData name="Amal R Babu" userId="3a292d0a-112b-4bc3-bf38-7771656893d2" providerId="ADAL" clId="{992600FB-E5A2-48A8-ADC9-6968E10B5B48}" dt="2022-11-30T07:56:33.087" v="3643" actId="478"/>
          <ac:spMkLst>
            <pc:docMk/>
            <pc:sldMk cId="1275407903" sldId="268"/>
            <ac:spMk id="58" creationId="{84827C04-91A4-59E2-705C-138BA0A13DA9}"/>
          </ac:spMkLst>
        </pc:spChg>
        <pc:spChg chg="add del mod">
          <ac:chgData name="Amal R Babu" userId="3a292d0a-112b-4bc3-bf38-7771656893d2" providerId="ADAL" clId="{992600FB-E5A2-48A8-ADC9-6968E10B5B48}" dt="2022-11-30T05:55:13.939" v="3162" actId="478"/>
          <ac:spMkLst>
            <pc:docMk/>
            <pc:sldMk cId="1275407903" sldId="268"/>
            <ac:spMk id="60" creationId="{D0091BF2-C64E-F1C0-8920-3DA514ECC8C8}"/>
          </ac:spMkLst>
        </pc:spChg>
        <pc:spChg chg="add mod">
          <ac:chgData name="Amal R Babu" userId="3a292d0a-112b-4bc3-bf38-7771656893d2" providerId="ADAL" clId="{992600FB-E5A2-48A8-ADC9-6968E10B5B48}" dt="2022-11-30T05:04:29.839" v="3130" actId="571"/>
          <ac:spMkLst>
            <pc:docMk/>
            <pc:sldMk cId="1275407903" sldId="268"/>
            <ac:spMk id="61" creationId="{E0FB8D4D-DFF6-7AA2-5EE0-6927B13FDD32}"/>
          </ac:spMkLst>
        </pc:spChg>
        <pc:spChg chg="mod">
          <ac:chgData name="Amal R Babu" userId="3a292d0a-112b-4bc3-bf38-7771656893d2" providerId="ADAL" clId="{992600FB-E5A2-48A8-ADC9-6968E10B5B48}" dt="2022-11-30T05:04:29.839" v="3130" actId="571"/>
          <ac:spMkLst>
            <pc:docMk/>
            <pc:sldMk cId="1275407903" sldId="268"/>
            <ac:spMk id="66" creationId="{CEB1998D-D3A0-A139-FBE8-70CF5BBA3F09}"/>
          </ac:spMkLst>
        </pc:spChg>
        <pc:spChg chg="mod">
          <ac:chgData name="Amal R Babu" userId="3a292d0a-112b-4bc3-bf38-7771656893d2" providerId="ADAL" clId="{992600FB-E5A2-48A8-ADC9-6968E10B5B48}" dt="2022-11-30T05:04:29.839" v="3130" actId="571"/>
          <ac:spMkLst>
            <pc:docMk/>
            <pc:sldMk cId="1275407903" sldId="268"/>
            <ac:spMk id="78" creationId="{B940A963-0376-13CD-77D3-09B621D65567}"/>
          </ac:spMkLst>
        </pc:spChg>
        <pc:spChg chg="mod">
          <ac:chgData name="Amal R Babu" userId="3a292d0a-112b-4bc3-bf38-7771656893d2" providerId="ADAL" clId="{992600FB-E5A2-48A8-ADC9-6968E10B5B48}" dt="2022-11-30T05:04:29.839" v="3130" actId="571"/>
          <ac:spMkLst>
            <pc:docMk/>
            <pc:sldMk cId="1275407903" sldId="268"/>
            <ac:spMk id="83" creationId="{D64D265E-00CD-9E88-4409-B578791487BD}"/>
          </ac:spMkLst>
        </pc:spChg>
        <pc:spChg chg="mod topLvl">
          <ac:chgData name="Amal R Babu" userId="3a292d0a-112b-4bc3-bf38-7771656893d2" providerId="ADAL" clId="{992600FB-E5A2-48A8-ADC9-6968E10B5B48}" dt="2022-11-30T05:05:34.558" v="3145" actId="164"/>
          <ac:spMkLst>
            <pc:docMk/>
            <pc:sldMk cId="1275407903" sldId="268"/>
            <ac:spMk id="85" creationId="{25072C4A-5329-3570-77D6-C53A0BA26164}"/>
          </ac:spMkLst>
        </pc:spChg>
        <pc:spChg chg="mod topLvl">
          <ac:chgData name="Amal R Babu" userId="3a292d0a-112b-4bc3-bf38-7771656893d2" providerId="ADAL" clId="{992600FB-E5A2-48A8-ADC9-6968E10B5B48}" dt="2022-11-30T05:05:34.558" v="3145" actId="164"/>
          <ac:spMkLst>
            <pc:docMk/>
            <pc:sldMk cId="1275407903" sldId="268"/>
            <ac:spMk id="86" creationId="{8B527B8B-00F3-7F5B-C545-7B4EA8327C5B}"/>
          </ac:spMkLst>
        </pc:spChg>
        <pc:spChg chg="mod topLvl">
          <ac:chgData name="Amal R Babu" userId="3a292d0a-112b-4bc3-bf38-7771656893d2" providerId="ADAL" clId="{992600FB-E5A2-48A8-ADC9-6968E10B5B48}" dt="2022-11-30T05:05:34.558" v="3145" actId="164"/>
          <ac:spMkLst>
            <pc:docMk/>
            <pc:sldMk cId="1275407903" sldId="268"/>
            <ac:spMk id="87" creationId="{7433497A-914B-E88E-CBE5-5552A5250999}"/>
          </ac:spMkLst>
        </pc:spChg>
        <pc:spChg chg="mod">
          <ac:chgData name="Amal R Babu" userId="3a292d0a-112b-4bc3-bf38-7771656893d2" providerId="ADAL" clId="{992600FB-E5A2-48A8-ADC9-6968E10B5B48}" dt="2022-11-30T06:20:54.956" v="3348" actId="1076"/>
          <ac:spMkLst>
            <pc:docMk/>
            <pc:sldMk cId="1275407903" sldId="268"/>
            <ac:spMk id="92" creationId="{232C2ADA-8B7B-4990-FB78-B27C9A79E87E}"/>
          </ac:spMkLst>
        </pc:spChg>
        <pc:spChg chg="del mod topLvl">
          <ac:chgData name="Amal R Babu" userId="3a292d0a-112b-4bc3-bf38-7771656893d2" providerId="ADAL" clId="{992600FB-E5A2-48A8-ADC9-6968E10B5B48}" dt="2022-11-30T06:13:05.298" v="3256" actId="478"/>
          <ac:spMkLst>
            <pc:docMk/>
            <pc:sldMk cId="1275407903" sldId="268"/>
            <ac:spMk id="100" creationId="{1634DE25-4BAD-982B-FD41-4807446A3F0F}"/>
          </ac:spMkLst>
        </pc:spChg>
        <pc:spChg chg="mod topLvl">
          <ac:chgData name="Amal R Babu" userId="3a292d0a-112b-4bc3-bf38-7771656893d2" providerId="ADAL" clId="{992600FB-E5A2-48A8-ADC9-6968E10B5B48}" dt="2022-11-30T06:15:10.227" v="3296" actId="165"/>
          <ac:spMkLst>
            <pc:docMk/>
            <pc:sldMk cId="1275407903" sldId="268"/>
            <ac:spMk id="101" creationId="{0B8B5381-5AF5-78F1-22D8-F0A963C908A4}"/>
          </ac:spMkLst>
        </pc:spChg>
        <pc:spChg chg="del mod">
          <ac:chgData name="Amal R Babu" userId="3a292d0a-112b-4bc3-bf38-7771656893d2" providerId="ADAL" clId="{992600FB-E5A2-48A8-ADC9-6968E10B5B48}" dt="2022-11-30T07:56:33.087" v="3643" actId="478"/>
          <ac:spMkLst>
            <pc:docMk/>
            <pc:sldMk cId="1275407903" sldId="268"/>
            <ac:spMk id="102" creationId="{BC336F4F-319C-E66A-14BA-28906300DE58}"/>
          </ac:spMkLst>
        </pc:spChg>
        <pc:spChg chg="mod">
          <ac:chgData name="Amal R Babu" userId="3a292d0a-112b-4bc3-bf38-7771656893d2" providerId="ADAL" clId="{992600FB-E5A2-48A8-ADC9-6968E10B5B48}" dt="2022-11-30T06:15:10.227" v="3296" actId="165"/>
          <ac:spMkLst>
            <pc:docMk/>
            <pc:sldMk cId="1275407903" sldId="268"/>
            <ac:spMk id="104" creationId="{72E5EABC-A394-7B77-8095-B853866C97DB}"/>
          </ac:spMkLst>
        </pc:spChg>
        <pc:spChg chg="mod">
          <ac:chgData name="Amal R Babu" userId="3a292d0a-112b-4bc3-bf38-7771656893d2" providerId="ADAL" clId="{992600FB-E5A2-48A8-ADC9-6968E10B5B48}" dt="2022-11-30T06:15:10.227" v="3296" actId="165"/>
          <ac:spMkLst>
            <pc:docMk/>
            <pc:sldMk cId="1275407903" sldId="268"/>
            <ac:spMk id="105" creationId="{F3A4B0B8-01E4-D3C7-DEDD-8FE0A1D96186}"/>
          </ac:spMkLst>
        </pc:spChg>
        <pc:spChg chg="mod">
          <ac:chgData name="Amal R Babu" userId="3a292d0a-112b-4bc3-bf38-7771656893d2" providerId="ADAL" clId="{992600FB-E5A2-48A8-ADC9-6968E10B5B48}" dt="2022-11-30T06:15:10.227" v="3296" actId="165"/>
          <ac:spMkLst>
            <pc:docMk/>
            <pc:sldMk cId="1275407903" sldId="268"/>
            <ac:spMk id="106" creationId="{FEC4E796-7548-60E9-1483-58CB80A5066B}"/>
          </ac:spMkLst>
        </pc:spChg>
        <pc:spChg chg="mod topLvl">
          <ac:chgData name="Amal R Babu" userId="3a292d0a-112b-4bc3-bf38-7771656893d2" providerId="ADAL" clId="{992600FB-E5A2-48A8-ADC9-6968E10B5B48}" dt="2022-11-30T06:15:10.227" v="3296" actId="165"/>
          <ac:spMkLst>
            <pc:docMk/>
            <pc:sldMk cId="1275407903" sldId="268"/>
            <ac:spMk id="107" creationId="{D780F9A4-B3F5-3D00-9D28-DB74E7AC3029}"/>
          </ac:spMkLst>
        </pc:spChg>
        <pc:spChg chg="mod topLvl">
          <ac:chgData name="Amal R Babu" userId="3a292d0a-112b-4bc3-bf38-7771656893d2" providerId="ADAL" clId="{992600FB-E5A2-48A8-ADC9-6968E10B5B48}" dt="2022-11-30T06:15:10.227" v="3296" actId="165"/>
          <ac:spMkLst>
            <pc:docMk/>
            <pc:sldMk cId="1275407903" sldId="268"/>
            <ac:spMk id="108" creationId="{FB189AB4-5F00-6EBF-81EA-576AE98AF0DD}"/>
          </ac:spMkLst>
        </pc:spChg>
        <pc:spChg chg="del">
          <ac:chgData name="Amal R Babu" userId="3a292d0a-112b-4bc3-bf38-7771656893d2" providerId="ADAL" clId="{992600FB-E5A2-48A8-ADC9-6968E10B5B48}" dt="2022-11-30T06:30:34.897" v="3447" actId="478"/>
          <ac:spMkLst>
            <pc:docMk/>
            <pc:sldMk cId="1275407903" sldId="268"/>
            <ac:spMk id="109" creationId="{B205D4A8-03D0-E92D-2A10-7A44B4A53BD1}"/>
          </ac:spMkLst>
        </pc:spChg>
        <pc:spChg chg="mod topLvl">
          <ac:chgData name="Amal R Babu" userId="3a292d0a-112b-4bc3-bf38-7771656893d2" providerId="ADAL" clId="{992600FB-E5A2-48A8-ADC9-6968E10B5B48}" dt="2022-11-30T06:15:10.227" v="3296" actId="165"/>
          <ac:spMkLst>
            <pc:docMk/>
            <pc:sldMk cId="1275407903" sldId="268"/>
            <ac:spMk id="110" creationId="{11D044F7-069C-1EE1-631B-E39F51A8514B}"/>
          </ac:spMkLst>
        </pc:spChg>
        <pc:spChg chg="mod topLvl">
          <ac:chgData name="Amal R Babu" userId="3a292d0a-112b-4bc3-bf38-7771656893d2" providerId="ADAL" clId="{992600FB-E5A2-48A8-ADC9-6968E10B5B48}" dt="2022-11-30T06:15:10.227" v="3296" actId="165"/>
          <ac:spMkLst>
            <pc:docMk/>
            <pc:sldMk cId="1275407903" sldId="268"/>
            <ac:spMk id="111" creationId="{F8D5B782-E102-ED48-384D-001B4CCF7315}"/>
          </ac:spMkLst>
        </pc:spChg>
        <pc:spChg chg="mod topLvl">
          <ac:chgData name="Amal R Babu" userId="3a292d0a-112b-4bc3-bf38-7771656893d2" providerId="ADAL" clId="{992600FB-E5A2-48A8-ADC9-6968E10B5B48}" dt="2022-11-30T06:15:10.227" v="3296" actId="165"/>
          <ac:spMkLst>
            <pc:docMk/>
            <pc:sldMk cId="1275407903" sldId="268"/>
            <ac:spMk id="112" creationId="{7D934A19-4D47-C1B5-CC49-5DD72A97EE92}"/>
          </ac:spMkLst>
        </pc:spChg>
        <pc:spChg chg="mod topLvl">
          <ac:chgData name="Amal R Babu" userId="3a292d0a-112b-4bc3-bf38-7771656893d2" providerId="ADAL" clId="{992600FB-E5A2-48A8-ADC9-6968E10B5B48}" dt="2022-11-30T06:15:59.483" v="3299" actId="207"/>
          <ac:spMkLst>
            <pc:docMk/>
            <pc:sldMk cId="1275407903" sldId="268"/>
            <ac:spMk id="113" creationId="{F3C445CE-A671-6B0E-5B71-2C636FB9174A}"/>
          </ac:spMkLst>
        </pc:spChg>
        <pc:spChg chg="mod">
          <ac:chgData name="Amal R Babu" userId="3a292d0a-112b-4bc3-bf38-7771656893d2" providerId="ADAL" clId="{992600FB-E5A2-48A8-ADC9-6968E10B5B48}" dt="2022-11-30T06:15:10.227" v="3296" actId="165"/>
          <ac:spMkLst>
            <pc:docMk/>
            <pc:sldMk cId="1275407903" sldId="268"/>
            <ac:spMk id="115" creationId="{01DE9920-18F1-D9E2-18D8-57E9502EAF07}"/>
          </ac:spMkLst>
        </pc:spChg>
        <pc:spChg chg="mod">
          <ac:chgData name="Amal R Babu" userId="3a292d0a-112b-4bc3-bf38-7771656893d2" providerId="ADAL" clId="{992600FB-E5A2-48A8-ADC9-6968E10B5B48}" dt="2022-11-30T06:15:10.227" v="3296" actId="165"/>
          <ac:spMkLst>
            <pc:docMk/>
            <pc:sldMk cId="1275407903" sldId="268"/>
            <ac:spMk id="116" creationId="{769D4DB6-8204-1CA6-35DA-0CBF0D1F3B23}"/>
          </ac:spMkLst>
        </pc:spChg>
        <pc:spChg chg="mod topLvl">
          <ac:chgData name="Amal R Babu" userId="3a292d0a-112b-4bc3-bf38-7771656893d2" providerId="ADAL" clId="{992600FB-E5A2-48A8-ADC9-6968E10B5B48}" dt="2022-11-30T06:15:10.227" v="3296" actId="165"/>
          <ac:spMkLst>
            <pc:docMk/>
            <pc:sldMk cId="1275407903" sldId="268"/>
            <ac:spMk id="117" creationId="{56370A66-18BF-DCBF-3BE1-53FFA1CBDF58}"/>
          </ac:spMkLst>
        </pc:spChg>
        <pc:spChg chg="mod topLvl">
          <ac:chgData name="Amal R Babu" userId="3a292d0a-112b-4bc3-bf38-7771656893d2" providerId="ADAL" clId="{992600FB-E5A2-48A8-ADC9-6968E10B5B48}" dt="2022-11-30T06:15:10.227" v="3296" actId="165"/>
          <ac:spMkLst>
            <pc:docMk/>
            <pc:sldMk cId="1275407903" sldId="268"/>
            <ac:spMk id="118" creationId="{3AACD876-D12C-4DE4-2E25-620E3ACF133C}"/>
          </ac:spMkLst>
        </pc:spChg>
        <pc:spChg chg="mod topLvl">
          <ac:chgData name="Amal R Babu" userId="3a292d0a-112b-4bc3-bf38-7771656893d2" providerId="ADAL" clId="{992600FB-E5A2-48A8-ADC9-6968E10B5B48}" dt="2022-11-30T06:15:10.227" v="3296" actId="165"/>
          <ac:spMkLst>
            <pc:docMk/>
            <pc:sldMk cId="1275407903" sldId="268"/>
            <ac:spMk id="119" creationId="{8F4F6FAE-F521-B77E-1175-C825184004FD}"/>
          </ac:spMkLst>
        </pc:spChg>
        <pc:spChg chg="mod">
          <ac:chgData name="Amal R Babu" userId="3a292d0a-112b-4bc3-bf38-7771656893d2" providerId="ADAL" clId="{992600FB-E5A2-48A8-ADC9-6968E10B5B48}" dt="2022-11-30T06:15:10.227" v="3296" actId="165"/>
          <ac:spMkLst>
            <pc:docMk/>
            <pc:sldMk cId="1275407903" sldId="268"/>
            <ac:spMk id="122" creationId="{452F70D3-03C9-71D9-8A14-657E719AC81E}"/>
          </ac:spMkLst>
        </pc:spChg>
        <pc:spChg chg="mod">
          <ac:chgData name="Amal R Babu" userId="3a292d0a-112b-4bc3-bf38-7771656893d2" providerId="ADAL" clId="{992600FB-E5A2-48A8-ADC9-6968E10B5B48}" dt="2022-11-30T06:15:10.227" v="3296" actId="165"/>
          <ac:spMkLst>
            <pc:docMk/>
            <pc:sldMk cId="1275407903" sldId="268"/>
            <ac:spMk id="123" creationId="{C9570C8A-33CC-A370-FDA2-0E5E24605D57}"/>
          </ac:spMkLst>
        </pc:spChg>
        <pc:spChg chg="mod">
          <ac:chgData name="Amal R Babu" userId="3a292d0a-112b-4bc3-bf38-7771656893d2" providerId="ADAL" clId="{992600FB-E5A2-48A8-ADC9-6968E10B5B48}" dt="2022-11-30T06:15:10.227" v="3296" actId="165"/>
          <ac:spMkLst>
            <pc:docMk/>
            <pc:sldMk cId="1275407903" sldId="268"/>
            <ac:spMk id="125" creationId="{2CAD21D5-5D9B-99FA-9F60-52CD4821D217}"/>
          </ac:spMkLst>
        </pc:spChg>
        <pc:spChg chg="mod">
          <ac:chgData name="Amal R Babu" userId="3a292d0a-112b-4bc3-bf38-7771656893d2" providerId="ADAL" clId="{992600FB-E5A2-48A8-ADC9-6968E10B5B48}" dt="2022-11-30T06:15:10.227" v="3296" actId="165"/>
          <ac:spMkLst>
            <pc:docMk/>
            <pc:sldMk cId="1275407903" sldId="268"/>
            <ac:spMk id="126" creationId="{D4782374-53EA-662B-DE97-180592B4C2B7}"/>
          </ac:spMkLst>
        </pc:spChg>
        <pc:spChg chg="mod">
          <ac:chgData name="Amal R Babu" userId="3a292d0a-112b-4bc3-bf38-7771656893d2" providerId="ADAL" clId="{992600FB-E5A2-48A8-ADC9-6968E10B5B48}" dt="2022-11-30T06:15:10.227" v="3296" actId="165"/>
          <ac:spMkLst>
            <pc:docMk/>
            <pc:sldMk cId="1275407903" sldId="268"/>
            <ac:spMk id="128" creationId="{6D4CC817-EB0B-2B53-18C7-7292662CBCD3}"/>
          </ac:spMkLst>
        </pc:spChg>
        <pc:spChg chg="mod">
          <ac:chgData name="Amal R Babu" userId="3a292d0a-112b-4bc3-bf38-7771656893d2" providerId="ADAL" clId="{992600FB-E5A2-48A8-ADC9-6968E10B5B48}" dt="2022-11-30T06:15:10.227" v="3296" actId="165"/>
          <ac:spMkLst>
            <pc:docMk/>
            <pc:sldMk cId="1275407903" sldId="268"/>
            <ac:spMk id="129" creationId="{70467A09-0ABD-8C73-23F6-48B2BD0BAA0A}"/>
          </ac:spMkLst>
        </pc:spChg>
        <pc:spChg chg="mod">
          <ac:chgData name="Amal R Babu" userId="3a292d0a-112b-4bc3-bf38-7771656893d2" providerId="ADAL" clId="{992600FB-E5A2-48A8-ADC9-6968E10B5B48}" dt="2022-11-30T06:40:26.363" v="3493" actId="207"/>
          <ac:spMkLst>
            <pc:docMk/>
            <pc:sldMk cId="1275407903" sldId="268"/>
            <ac:spMk id="131" creationId="{A2AB9ACF-4BFC-A005-77F8-14C3F12134D0}"/>
          </ac:spMkLst>
        </pc:spChg>
        <pc:spChg chg="mod">
          <ac:chgData name="Amal R Babu" userId="3a292d0a-112b-4bc3-bf38-7771656893d2" providerId="ADAL" clId="{992600FB-E5A2-48A8-ADC9-6968E10B5B48}" dt="2022-11-30T06:40:26.363" v="3493" actId="207"/>
          <ac:spMkLst>
            <pc:docMk/>
            <pc:sldMk cId="1275407903" sldId="268"/>
            <ac:spMk id="132" creationId="{40180FDC-59DE-D701-507B-5DB54023A02D}"/>
          </ac:spMkLst>
        </pc:spChg>
        <pc:spChg chg="mod">
          <ac:chgData name="Amal R Babu" userId="3a292d0a-112b-4bc3-bf38-7771656893d2" providerId="ADAL" clId="{992600FB-E5A2-48A8-ADC9-6968E10B5B48}" dt="2022-11-30T06:15:10.227" v="3296" actId="165"/>
          <ac:spMkLst>
            <pc:docMk/>
            <pc:sldMk cId="1275407903" sldId="268"/>
            <ac:spMk id="134" creationId="{6B1CB777-DB96-6790-A03C-3AA9090581E7}"/>
          </ac:spMkLst>
        </pc:spChg>
        <pc:spChg chg="mod">
          <ac:chgData name="Amal R Babu" userId="3a292d0a-112b-4bc3-bf38-7771656893d2" providerId="ADAL" clId="{992600FB-E5A2-48A8-ADC9-6968E10B5B48}" dt="2022-11-30T06:15:10.227" v="3296" actId="165"/>
          <ac:spMkLst>
            <pc:docMk/>
            <pc:sldMk cId="1275407903" sldId="268"/>
            <ac:spMk id="135" creationId="{28EFA2E2-2264-F4CE-D394-8F7D92A747F3}"/>
          </ac:spMkLst>
        </pc:spChg>
        <pc:spChg chg="mod">
          <ac:chgData name="Amal R Babu" userId="3a292d0a-112b-4bc3-bf38-7771656893d2" providerId="ADAL" clId="{992600FB-E5A2-48A8-ADC9-6968E10B5B48}" dt="2022-11-30T06:15:10.227" v="3296" actId="165"/>
          <ac:spMkLst>
            <pc:docMk/>
            <pc:sldMk cId="1275407903" sldId="268"/>
            <ac:spMk id="136" creationId="{77AAC83A-A176-EB4F-F0A8-765CD5D1F6BD}"/>
          </ac:spMkLst>
        </pc:spChg>
        <pc:spChg chg="mod topLvl">
          <ac:chgData name="Amal R Babu" userId="3a292d0a-112b-4bc3-bf38-7771656893d2" providerId="ADAL" clId="{992600FB-E5A2-48A8-ADC9-6968E10B5B48}" dt="2022-11-30T06:15:10.227" v="3296" actId="165"/>
          <ac:spMkLst>
            <pc:docMk/>
            <pc:sldMk cId="1275407903" sldId="268"/>
            <ac:spMk id="137" creationId="{10D5C27D-D646-A21F-A5F8-933C0BFC592D}"/>
          </ac:spMkLst>
        </pc:spChg>
        <pc:spChg chg="del mod ord topLvl">
          <ac:chgData name="Amal R Babu" userId="3a292d0a-112b-4bc3-bf38-7771656893d2" providerId="ADAL" clId="{992600FB-E5A2-48A8-ADC9-6968E10B5B48}" dt="2022-11-30T06:12:37.826" v="3247" actId="478"/>
          <ac:spMkLst>
            <pc:docMk/>
            <pc:sldMk cId="1275407903" sldId="268"/>
            <ac:spMk id="141" creationId="{69793278-E29F-8FF1-2F5A-B8D34B2274A1}"/>
          </ac:spMkLst>
        </pc:spChg>
        <pc:spChg chg="del mod topLvl">
          <ac:chgData name="Amal R Babu" userId="3a292d0a-112b-4bc3-bf38-7771656893d2" providerId="ADAL" clId="{992600FB-E5A2-48A8-ADC9-6968E10B5B48}" dt="2022-11-30T06:01:38.449" v="3170" actId="478"/>
          <ac:spMkLst>
            <pc:docMk/>
            <pc:sldMk cId="1275407903" sldId="268"/>
            <ac:spMk id="142" creationId="{58E53BCB-88B8-8347-FE79-552E7464FADB}"/>
          </ac:spMkLst>
        </pc:spChg>
        <pc:spChg chg="del mod topLvl">
          <ac:chgData name="Amal R Babu" userId="3a292d0a-112b-4bc3-bf38-7771656893d2" providerId="ADAL" clId="{992600FB-E5A2-48A8-ADC9-6968E10B5B48}" dt="2022-11-30T06:01:38.449" v="3170" actId="478"/>
          <ac:spMkLst>
            <pc:docMk/>
            <pc:sldMk cId="1275407903" sldId="268"/>
            <ac:spMk id="144" creationId="{CDD85BF1-3D49-0E64-5DE4-6580898047A1}"/>
          </ac:spMkLst>
        </pc:spChg>
        <pc:spChg chg="del mod topLvl">
          <ac:chgData name="Amal R Babu" userId="3a292d0a-112b-4bc3-bf38-7771656893d2" providerId="ADAL" clId="{992600FB-E5A2-48A8-ADC9-6968E10B5B48}" dt="2022-11-30T06:01:38.449" v="3170" actId="478"/>
          <ac:spMkLst>
            <pc:docMk/>
            <pc:sldMk cId="1275407903" sldId="268"/>
            <ac:spMk id="145" creationId="{2785F59C-0016-D19A-DDC3-F9F42C6D8053}"/>
          </ac:spMkLst>
        </pc:spChg>
        <pc:spChg chg="del mod topLvl">
          <ac:chgData name="Amal R Babu" userId="3a292d0a-112b-4bc3-bf38-7771656893d2" providerId="ADAL" clId="{992600FB-E5A2-48A8-ADC9-6968E10B5B48}" dt="2022-11-30T06:01:38.449" v="3170" actId="478"/>
          <ac:spMkLst>
            <pc:docMk/>
            <pc:sldMk cId="1275407903" sldId="268"/>
            <ac:spMk id="146" creationId="{D5F94CE4-A7B5-577B-51CA-3F9AF0AF9439}"/>
          </ac:spMkLst>
        </pc:spChg>
        <pc:spChg chg="del mod topLvl">
          <ac:chgData name="Amal R Babu" userId="3a292d0a-112b-4bc3-bf38-7771656893d2" providerId="ADAL" clId="{992600FB-E5A2-48A8-ADC9-6968E10B5B48}" dt="2022-11-30T06:01:38.449" v="3170" actId="478"/>
          <ac:spMkLst>
            <pc:docMk/>
            <pc:sldMk cId="1275407903" sldId="268"/>
            <ac:spMk id="147" creationId="{8021EC81-E98E-B225-0884-7FD1C2F6F6ED}"/>
          </ac:spMkLst>
        </pc:spChg>
        <pc:spChg chg="del mod topLvl">
          <ac:chgData name="Amal R Babu" userId="3a292d0a-112b-4bc3-bf38-7771656893d2" providerId="ADAL" clId="{992600FB-E5A2-48A8-ADC9-6968E10B5B48}" dt="2022-11-30T06:01:38.449" v="3170" actId="478"/>
          <ac:spMkLst>
            <pc:docMk/>
            <pc:sldMk cId="1275407903" sldId="268"/>
            <ac:spMk id="148" creationId="{02EAE7DE-26D4-CE54-F69D-E88760530B50}"/>
          </ac:spMkLst>
        </pc:spChg>
        <pc:spChg chg="del mod topLvl">
          <ac:chgData name="Amal R Babu" userId="3a292d0a-112b-4bc3-bf38-7771656893d2" providerId="ADAL" clId="{992600FB-E5A2-48A8-ADC9-6968E10B5B48}" dt="2022-11-30T06:01:38.449" v="3170" actId="478"/>
          <ac:spMkLst>
            <pc:docMk/>
            <pc:sldMk cId="1275407903" sldId="268"/>
            <ac:spMk id="149" creationId="{082477B2-92E8-1A35-8550-CE014BF986B0}"/>
          </ac:spMkLst>
        </pc:spChg>
        <pc:spChg chg="del mod topLvl">
          <ac:chgData name="Amal R Babu" userId="3a292d0a-112b-4bc3-bf38-7771656893d2" providerId="ADAL" clId="{992600FB-E5A2-48A8-ADC9-6968E10B5B48}" dt="2022-11-30T06:01:38.449" v="3170" actId="478"/>
          <ac:spMkLst>
            <pc:docMk/>
            <pc:sldMk cId="1275407903" sldId="268"/>
            <ac:spMk id="151" creationId="{C5C0EF86-5048-F916-F7D6-5AB28B3FBAC7}"/>
          </ac:spMkLst>
        </pc:spChg>
        <pc:spChg chg="del mod topLvl">
          <ac:chgData name="Amal R Babu" userId="3a292d0a-112b-4bc3-bf38-7771656893d2" providerId="ADAL" clId="{992600FB-E5A2-48A8-ADC9-6968E10B5B48}" dt="2022-11-30T06:01:38.449" v="3170" actId="478"/>
          <ac:spMkLst>
            <pc:docMk/>
            <pc:sldMk cId="1275407903" sldId="268"/>
            <ac:spMk id="152" creationId="{DE54C964-50CF-D607-A6E3-C49480F56DC8}"/>
          </ac:spMkLst>
        </pc:spChg>
        <pc:spChg chg="del mod topLvl">
          <ac:chgData name="Amal R Babu" userId="3a292d0a-112b-4bc3-bf38-7771656893d2" providerId="ADAL" clId="{992600FB-E5A2-48A8-ADC9-6968E10B5B48}" dt="2022-11-30T06:01:38.449" v="3170" actId="478"/>
          <ac:spMkLst>
            <pc:docMk/>
            <pc:sldMk cId="1275407903" sldId="268"/>
            <ac:spMk id="153" creationId="{731B9628-4FD3-8DDC-2BDC-37857C88BCC8}"/>
          </ac:spMkLst>
        </pc:spChg>
        <pc:spChg chg="del mod topLvl">
          <ac:chgData name="Amal R Babu" userId="3a292d0a-112b-4bc3-bf38-7771656893d2" providerId="ADAL" clId="{992600FB-E5A2-48A8-ADC9-6968E10B5B48}" dt="2022-11-30T06:01:52.359" v="3173" actId="478"/>
          <ac:spMkLst>
            <pc:docMk/>
            <pc:sldMk cId="1275407903" sldId="268"/>
            <ac:spMk id="157" creationId="{9EDA887D-B980-943C-96F2-A35077AC89E3}"/>
          </ac:spMkLst>
        </pc:spChg>
        <pc:spChg chg="mod">
          <ac:chgData name="Amal R Babu" userId="3a292d0a-112b-4bc3-bf38-7771656893d2" providerId="ADAL" clId="{992600FB-E5A2-48A8-ADC9-6968E10B5B48}" dt="2022-11-30T05:55:46.256" v="3169" actId="165"/>
          <ac:spMkLst>
            <pc:docMk/>
            <pc:sldMk cId="1275407903" sldId="268"/>
            <ac:spMk id="158" creationId="{7C6A1B88-6479-0065-F5A4-0613BA9E30D3}"/>
          </ac:spMkLst>
        </pc:spChg>
        <pc:spChg chg="mod">
          <ac:chgData name="Amal R Babu" userId="3a292d0a-112b-4bc3-bf38-7771656893d2" providerId="ADAL" clId="{992600FB-E5A2-48A8-ADC9-6968E10B5B48}" dt="2022-11-30T05:55:46.256" v="3169" actId="165"/>
          <ac:spMkLst>
            <pc:docMk/>
            <pc:sldMk cId="1275407903" sldId="268"/>
            <ac:spMk id="159" creationId="{D2ACD268-3B63-7A36-C7D2-88491D92349C}"/>
          </ac:spMkLst>
        </pc:spChg>
        <pc:spChg chg="mod">
          <ac:chgData name="Amal R Babu" userId="3a292d0a-112b-4bc3-bf38-7771656893d2" providerId="ADAL" clId="{992600FB-E5A2-48A8-ADC9-6968E10B5B48}" dt="2022-11-30T05:55:46.256" v="3169" actId="165"/>
          <ac:spMkLst>
            <pc:docMk/>
            <pc:sldMk cId="1275407903" sldId="268"/>
            <ac:spMk id="160" creationId="{A09BF7AD-ED5A-C6C2-68D0-2244EA0A127D}"/>
          </ac:spMkLst>
        </pc:spChg>
        <pc:spChg chg="mod">
          <ac:chgData name="Amal R Babu" userId="3a292d0a-112b-4bc3-bf38-7771656893d2" providerId="ADAL" clId="{992600FB-E5A2-48A8-ADC9-6968E10B5B48}" dt="2022-11-30T05:55:46.256" v="3169" actId="165"/>
          <ac:spMkLst>
            <pc:docMk/>
            <pc:sldMk cId="1275407903" sldId="268"/>
            <ac:spMk id="161" creationId="{1C7BA321-A8C4-9E1E-945F-23563ACBE1C8}"/>
          </ac:spMkLst>
        </pc:spChg>
        <pc:spChg chg="mod">
          <ac:chgData name="Amal R Babu" userId="3a292d0a-112b-4bc3-bf38-7771656893d2" providerId="ADAL" clId="{992600FB-E5A2-48A8-ADC9-6968E10B5B48}" dt="2022-11-30T05:55:46.256" v="3169" actId="165"/>
          <ac:spMkLst>
            <pc:docMk/>
            <pc:sldMk cId="1275407903" sldId="268"/>
            <ac:spMk id="162" creationId="{7FE62AD8-DC1B-3407-246D-79F9A04EAF31}"/>
          </ac:spMkLst>
        </pc:spChg>
        <pc:spChg chg="mod">
          <ac:chgData name="Amal R Babu" userId="3a292d0a-112b-4bc3-bf38-7771656893d2" providerId="ADAL" clId="{992600FB-E5A2-48A8-ADC9-6968E10B5B48}" dt="2022-11-30T05:55:46.256" v="3169" actId="165"/>
          <ac:spMkLst>
            <pc:docMk/>
            <pc:sldMk cId="1275407903" sldId="268"/>
            <ac:spMk id="166" creationId="{248A6178-C2AB-C569-3283-034456AB194D}"/>
          </ac:spMkLst>
        </pc:spChg>
        <pc:spChg chg="mod">
          <ac:chgData name="Amal R Babu" userId="3a292d0a-112b-4bc3-bf38-7771656893d2" providerId="ADAL" clId="{992600FB-E5A2-48A8-ADC9-6968E10B5B48}" dt="2022-11-30T05:55:46.256" v="3169" actId="165"/>
          <ac:spMkLst>
            <pc:docMk/>
            <pc:sldMk cId="1275407903" sldId="268"/>
            <ac:spMk id="167" creationId="{E67A7C23-3811-5AF6-8223-F6AB1FF554C6}"/>
          </ac:spMkLst>
        </pc:spChg>
        <pc:spChg chg="mod">
          <ac:chgData name="Amal R Babu" userId="3a292d0a-112b-4bc3-bf38-7771656893d2" providerId="ADAL" clId="{992600FB-E5A2-48A8-ADC9-6968E10B5B48}" dt="2022-11-30T05:55:46.256" v="3169" actId="165"/>
          <ac:spMkLst>
            <pc:docMk/>
            <pc:sldMk cId="1275407903" sldId="268"/>
            <ac:spMk id="168" creationId="{CEBAAB1F-B2AB-BCD1-1E3F-385DA23B9802}"/>
          </ac:spMkLst>
        </pc:spChg>
        <pc:spChg chg="mod">
          <ac:chgData name="Amal R Babu" userId="3a292d0a-112b-4bc3-bf38-7771656893d2" providerId="ADAL" clId="{992600FB-E5A2-48A8-ADC9-6968E10B5B48}" dt="2022-11-30T05:55:46.256" v="3169" actId="165"/>
          <ac:spMkLst>
            <pc:docMk/>
            <pc:sldMk cId="1275407903" sldId="268"/>
            <ac:spMk id="169" creationId="{04BB828A-5DC3-4068-6096-416CD7929BB7}"/>
          </ac:spMkLst>
        </pc:spChg>
        <pc:spChg chg="mod">
          <ac:chgData name="Amal R Babu" userId="3a292d0a-112b-4bc3-bf38-7771656893d2" providerId="ADAL" clId="{992600FB-E5A2-48A8-ADC9-6968E10B5B48}" dt="2022-11-30T05:55:46.256" v="3169" actId="165"/>
          <ac:spMkLst>
            <pc:docMk/>
            <pc:sldMk cId="1275407903" sldId="268"/>
            <ac:spMk id="170" creationId="{BD431958-DD5C-F783-8625-4F311119181C}"/>
          </ac:spMkLst>
        </pc:spChg>
        <pc:spChg chg="mod">
          <ac:chgData name="Amal R Babu" userId="3a292d0a-112b-4bc3-bf38-7771656893d2" providerId="ADAL" clId="{992600FB-E5A2-48A8-ADC9-6968E10B5B48}" dt="2022-11-30T05:55:46.256" v="3169" actId="165"/>
          <ac:spMkLst>
            <pc:docMk/>
            <pc:sldMk cId="1275407903" sldId="268"/>
            <ac:spMk id="171" creationId="{3353D213-450E-C9D5-5DB6-EDA2579EF929}"/>
          </ac:spMkLst>
        </pc:spChg>
        <pc:spChg chg="mod">
          <ac:chgData name="Amal R Babu" userId="3a292d0a-112b-4bc3-bf38-7771656893d2" providerId="ADAL" clId="{992600FB-E5A2-48A8-ADC9-6968E10B5B48}" dt="2022-11-30T05:55:46.256" v="3169" actId="165"/>
          <ac:spMkLst>
            <pc:docMk/>
            <pc:sldMk cId="1275407903" sldId="268"/>
            <ac:spMk id="172" creationId="{E46B9A10-4DDE-477C-86E9-813CF05F8C06}"/>
          </ac:spMkLst>
        </pc:spChg>
        <pc:spChg chg="mod">
          <ac:chgData name="Amal R Babu" userId="3a292d0a-112b-4bc3-bf38-7771656893d2" providerId="ADAL" clId="{992600FB-E5A2-48A8-ADC9-6968E10B5B48}" dt="2022-11-30T05:55:46.256" v="3169" actId="165"/>
          <ac:spMkLst>
            <pc:docMk/>
            <pc:sldMk cId="1275407903" sldId="268"/>
            <ac:spMk id="173" creationId="{44A4D3E9-4C2D-BA5E-23B2-FF76890C9E06}"/>
          </ac:spMkLst>
        </pc:spChg>
        <pc:spChg chg="mod">
          <ac:chgData name="Amal R Babu" userId="3a292d0a-112b-4bc3-bf38-7771656893d2" providerId="ADAL" clId="{992600FB-E5A2-48A8-ADC9-6968E10B5B48}" dt="2022-11-30T05:55:46.256" v="3169" actId="165"/>
          <ac:spMkLst>
            <pc:docMk/>
            <pc:sldMk cId="1275407903" sldId="268"/>
            <ac:spMk id="174" creationId="{F942EBE3-DDF2-38F0-9747-881FF572A94B}"/>
          </ac:spMkLst>
        </pc:spChg>
        <pc:spChg chg="mod">
          <ac:chgData name="Amal R Babu" userId="3a292d0a-112b-4bc3-bf38-7771656893d2" providerId="ADAL" clId="{992600FB-E5A2-48A8-ADC9-6968E10B5B48}" dt="2022-11-30T05:55:46.256" v="3169" actId="165"/>
          <ac:spMkLst>
            <pc:docMk/>
            <pc:sldMk cId="1275407903" sldId="268"/>
            <ac:spMk id="175" creationId="{23706AD6-A712-E0A4-B344-86FA73B16AA7}"/>
          </ac:spMkLst>
        </pc:spChg>
        <pc:spChg chg="mod">
          <ac:chgData name="Amal R Babu" userId="3a292d0a-112b-4bc3-bf38-7771656893d2" providerId="ADAL" clId="{992600FB-E5A2-48A8-ADC9-6968E10B5B48}" dt="2022-11-30T05:55:46.256" v="3169" actId="165"/>
          <ac:spMkLst>
            <pc:docMk/>
            <pc:sldMk cId="1275407903" sldId="268"/>
            <ac:spMk id="176" creationId="{93F33E81-C94D-4DFB-4A4E-37F298C9639D}"/>
          </ac:spMkLst>
        </pc:spChg>
        <pc:spChg chg="mod topLvl">
          <ac:chgData name="Amal R Babu" userId="3a292d0a-112b-4bc3-bf38-7771656893d2" providerId="ADAL" clId="{992600FB-E5A2-48A8-ADC9-6968E10B5B48}" dt="2022-11-30T06:11:55.334" v="3231" actId="164"/>
          <ac:spMkLst>
            <pc:docMk/>
            <pc:sldMk cId="1275407903" sldId="268"/>
            <ac:spMk id="179" creationId="{D45BEA65-40DD-527F-F370-DCC85E76911F}"/>
          </ac:spMkLst>
        </pc:spChg>
        <pc:spChg chg="del mod topLvl">
          <ac:chgData name="Amal R Babu" userId="3a292d0a-112b-4bc3-bf38-7771656893d2" providerId="ADAL" clId="{992600FB-E5A2-48A8-ADC9-6968E10B5B48}" dt="2022-11-30T06:02:05.563" v="3177" actId="478"/>
          <ac:spMkLst>
            <pc:docMk/>
            <pc:sldMk cId="1275407903" sldId="268"/>
            <ac:spMk id="180" creationId="{B0B5D5E6-1EB5-5327-4447-0401E14F8617}"/>
          </ac:spMkLst>
        </pc:spChg>
        <pc:spChg chg="add mod ord">
          <ac:chgData name="Amal R Babu" userId="3a292d0a-112b-4bc3-bf38-7771656893d2" providerId="ADAL" clId="{992600FB-E5A2-48A8-ADC9-6968E10B5B48}" dt="2022-11-30T06:14:20.879" v="3270" actId="164"/>
          <ac:spMkLst>
            <pc:docMk/>
            <pc:sldMk cId="1275407903" sldId="268"/>
            <ac:spMk id="192" creationId="{67492CB2-366D-A553-AE70-0AEE0B675FD8}"/>
          </ac:spMkLst>
        </pc:spChg>
        <pc:spChg chg="add mod ord topLvl">
          <ac:chgData name="Amal R Babu" userId="3a292d0a-112b-4bc3-bf38-7771656893d2" providerId="ADAL" clId="{992600FB-E5A2-48A8-ADC9-6968E10B5B48}" dt="2022-11-30T06:15:09.590" v="3295" actId="165"/>
          <ac:spMkLst>
            <pc:docMk/>
            <pc:sldMk cId="1275407903" sldId="268"/>
            <ac:spMk id="193" creationId="{D704D4A6-4C51-A2C0-4C74-6AFE3DED5F80}"/>
          </ac:spMkLst>
        </pc:spChg>
        <pc:spChg chg="add del mod">
          <ac:chgData name="Amal R Babu" userId="3a292d0a-112b-4bc3-bf38-7771656893d2" providerId="ADAL" clId="{992600FB-E5A2-48A8-ADC9-6968E10B5B48}" dt="2022-11-30T06:13:55.399" v="3266" actId="21"/>
          <ac:spMkLst>
            <pc:docMk/>
            <pc:sldMk cId="1275407903" sldId="268"/>
            <ac:spMk id="194" creationId="{7133E2F6-52AB-AEC3-174E-3F996E046BB3}"/>
          </ac:spMkLst>
        </pc:spChg>
        <pc:spChg chg="add del mod ord">
          <ac:chgData name="Amal R Babu" userId="3a292d0a-112b-4bc3-bf38-7771656893d2" providerId="ADAL" clId="{992600FB-E5A2-48A8-ADC9-6968E10B5B48}" dt="2022-11-30T06:17:12.679" v="3306" actId="931"/>
          <ac:spMkLst>
            <pc:docMk/>
            <pc:sldMk cId="1275407903" sldId="268"/>
            <ac:spMk id="199" creationId="{CD8F32CA-5D14-205C-B3D5-C9D967D34EED}"/>
          </ac:spMkLst>
        </pc:spChg>
        <pc:spChg chg="add mod topLvl">
          <ac:chgData name="Amal R Babu" userId="3a292d0a-112b-4bc3-bf38-7771656893d2" providerId="ADAL" clId="{992600FB-E5A2-48A8-ADC9-6968E10B5B48}" dt="2022-11-30T06:21:43.347" v="3361" actId="1076"/>
          <ac:spMkLst>
            <pc:docMk/>
            <pc:sldMk cId="1275407903" sldId="268"/>
            <ac:spMk id="202" creationId="{5FD67B0E-B486-259A-9A30-8FE699C95D33}"/>
          </ac:spMkLst>
        </pc:spChg>
        <pc:spChg chg="add mod topLvl">
          <ac:chgData name="Amal R Babu" userId="3a292d0a-112b-4bc3-bf38-7771656893d2" providerId="ADAL" clId="{992600FB-E5A2-48A8-ADC9-6968E10B5B48}" dt="2022-11-30T06:21:52.694" v="3364" actId="20577"/>
          <ac:spMkLst>
            <pc:docMk/>
            <pc:sldMk cId="1275407903" sldId="268"/>
            <ac:spMk id="203" creationId="{8346438C-55B7-B602-AFA4-BC7E4EE55CA0}"/>
          </ac:spMkLst>
        </pc:spChg>
        <pc:spChg chg="add del mod">
          <ac:chgData name="Amal R Babu" userId="3a292d0a-112b-4bc3-bf38-7771656893d2" providerId="ADAL" clId="{992600FB-E5A2-48A8-ADC9-6968E10B5B48}" dt="2022-11-30T06:19:48.209" v="3323" actId="478"/>
          <ac:spMkLst>
            <pc:docMk/>
            <pc:sldMk cId="1275407903" sldId="268"/>
            <ac:spMk id="204" creationId="{60FFCCED-B082-80A9-030E-64435848BB8A}"/>
          </ac:spMkLst>
        </pc:spChg>
        <pc:spChg chg="add mod">
          <ac:chgData name="Amal R Babu" userId="3a292d0a-112b-4bc3-bf38-7771656893d2" providerId="ADAL" clId="{992600FB-E5A2-48A8-ADC9-6968E10B5B48}" dt="2022-11-30T06:28:52.209" v="3440" actId="1036"/>
          <ac:spMkLst>
            <pc:docMk/>
            <pc:sldMk cId="1275407903" sldId="268"/>
            <ac:spMk id="205" creationId="{3BF23DE9-2382-C1CC-FD8D-214781D53B55}"/>
          </ac:spMkLst>
        </pc:spChg>
        <pc:spChg chg="add mod topLvl">
          <ac:chgData name="Amal R Babu" userId="3a292d0a-112b-4bc3-bf38-7771656893d2" providerId="ADAL" clId="{992600FB-E5A2-48A8-ADC9-6968E10B5B48}" dt="2022-11-30T06:21:38.834" v="3360" actId="1076"/>
          <ac:spMkLst>
            <pc:docMk/>
            <pc:sldMk cId="1275407903" sldId="268"/>
            <ac:spMk id="206" creationId="{79169794-4F2E-2AE6-F969-996FB49E062E}"/>
          </ac:spMkLst>
        </pc:spChg>
        <pc:spChg chg="add mod topLvl">
          <ac:chgData name="Amal R Babu" userId="3a292d0a-112b-4bc3-bf38-7771656893d2" providerId="ADAL" clId="{992600FB-E5A2-48A8-ADC9-6968E10B5B48}" dt="2022-11-30T06:21:51.090" v="3363" actId="20577"/>
          <ac:spMkLst>
            <pc:docMk/>
            <pc:sldMk cId="1275407903" sldId="268"/>
            <ac:spMk id="207" creationId="{2E052AEF-C577-9AD6-6D0F-C2297B334D02}"/>
          </ac:spMkLst>
        </pc:spChg>
        <pc:spChg chg="add mod">
          <ac:chgData name="Amal R Babu" userId="3a292d0a-112b-4bc3-bf38-7771656893d2" providerId="ADAL" clId="{992600FB-E5A2-48A8-ADC9-6968E10B5B48}" dt="2022-11-30T06:21:29.692" v="3359" actId="20577"/>
          <ac:spMkLst>
            <pc:docMk/>
            <pc:sldMk cId="1275407903" sldId="268"/>
            <ac:spMk id="210" creationId="{8F17B73C-6397-9ABD-F0A1-D7B02B843370}"/>
          </ac:spMkLst>
        </pc:spChg>
        <pc:spChg chg="mod">
          <ac:chgData name="Amal R Babu" userId="3a292d0a-112b-4bc3-bf38-7771656893d2" providerId="ADAL" clId="{992600FB-E5A2-48A8-ADC9-6968E10B5B48}" dt="2022-11-30T06:28:09.943" v="3421" actId="12789"/>
          <ac:spMkLst>
            <pc:docMk/>
            <pc:sldMk cId="1275407903" sldId="268"/>
            <ac:spMk id="217" creationId="{FB42F776-C64D-8B60-F900-DF34DAC9E2EA}"/>
          </ac:spMkLst>
        </pc:spChg>
        <pc:spChg chg="mod">
          <ac:chgData name="Amal R Babu" userId="3a292d0a-112b-4bc3-bf38-7771656893d2" providerId="ADAL" clId="{992600FB-E5A2-48A8-ADC9-6968E10B5B48}" dt="2022-11-30T06:28:09.943" v="3421" actId="12789"/>
          <ac:spMkLst>
            <pc:docMk/>
            <pc:sldMk cId="1275407903" sldId="268"/>
            <ac:spMk id="218" creationId="{9E8FBE3C-F095-6CF5-6D87-2F4866E0E61E}"/>
          </ac:spMkLst>
        </pc:spChg>
        <pc:spChg chg="mod">
          <ac:chgData name="Amal R Babu" userId="3a292d0a-112b-4bc3-bf38-7771656893d2" providerId="ADAL" clId="{992600FB-E5A2-48A8-ADC9-6968E10B5B48}" dt="2022-11-30T06:23:14.811" v="3377" actId="207"/>
          <ac:spMkLst>
            <pc:docMk/>
            <pc:sldMk cId="1275407903" sldId="268"/>
            <ac:spMk id="220" creationId="{D62D220C-B7A1-C438-3924-494863F74421}"/>
          </ac:spMkLst>
        </pc:spChg>
        <pc:spChg chg="mod">
          <ac:chgData name="Amal R Babu" userId="3a292d0a-112b-4bc3-bf38-7771656893d2" providerId="ADAL" clId="{992600FB-E5A2-48A8-ADC9-6968E10B5B48}" dt="2022-11-30T06:23:14.811" v="3377" actId="207"/>
          <ac:spMkLst>
            <pc:docMk/>
            <pc:sldMk cId="1275407903" sldId="268"/>
            <ac:spMk id="221" creationId="{F515E281-4346-0EC4-D389-FEA3B046872F}"/>
          </ac:spMkLst>
        </pc:spChg>
        <pc:spChg chg="mod">
          <ac:chgData name="Amal R Babu" userId="3a292d0a-112b-4bc3-bf38-7771656893d2" providerId="ADAL" clId="{992600FB-E5A2-48A8-ADC9-6968E10B5B48}" dt="2022-11-30T06:23:14.811" v="3377" actId="207"/>
          <ac:spMkLst>
            <pc:docMk/>
            <pc:sldMk cId="1275407903" sldId="268"/>
            <ac:spMk id="222" creationId="{DB3E5A5E-DEE8-B379-F948-C6AA74A779FB}"/>
          </ac:spMkLst>
        </pc:spChg>
        <pc:spChg chg="add mod">
          <ac:chgData name="Amal R Babu" userId="3a292d0a-112b-4bc3-bf38-7771656893d2" providerId="ADAL" clId="{992600FB-E5A2-48A8-ADC9-6968E10B5B48}" dt="2022-11-30T06:28:09.943" v="3421" actId="12789"/>
          <ac:spMkLst>
            <pc:docMk/>
            <pc:sldMk cId="1275407903" sldId="268"/>
            <ac:spMk id="223" creationId="{4D109181-EDA3-3985-73EF-270562160D65}"/>
          </ac:spMkLst>
        </pc:spChg>
        <pc:spChg chg="add del mod">
          <ac:chgData name="Amal R Babu" userId="3a292d0a-112b-4bc3-bf38-7771656893d2" providerId="ADAL" clId="{992600FB-E5A2-48A8-ADC9-6968E10B5B48}" dt="2022-11-30T06:28:53.874" v="3441" actId="478"/>
          <ac:spMkLst>
            <pc:docMk/>
            <pc:sldMk cId="1275407903" sldId="268"/>
            <ac:spMk id="224" creationId="{F6B19778-E878-259E-BBF4-C1DEC9ADBAFF}"/>
          </ac:spMkLst>
        </pc:spChg>
        <pc:spChg chg="add mod">
          <ac:chgData name="Amal R Babu" userId="3a292d0a-112b-4bc3-bf38-7771656893d2" providerId="ADAL" clId="{992600FB-E5A2-48A8-ADC9-6968E10B5B48}" dt="2022-11-30T07:56:41.460" v="3645" actId="207"/>
          <ac:spMkLst>
            <pc:docMk/>
            <pc:sldMk cId="1275407903" sldId="268"/>
            <ac:spMk id="225" creationId="{E55C87F7-2693-2B89-07BB-61F0706B1F34}"/>
          </ac:spMkLst>
        </pc:spChg>
        <pc:spChg chg="add mod">
          <ac:chgData name="Amal R Babu" userId="3a292d0a-112b-4bc3-bf38-7771656893d2" providerId="ADAL" clId="{992600FB-E5A2-48A8-ADC9-6968E10B5B48}" dt="2022-11-30T07:56:44.685" v="3646" actId="207"/>
          <ac:spMkLst>
            <pc:docMk/>
            <pc:sldMk cId="1275407903" sldId="268"/>
            <ac:spMk id="226" creationId="{2485AB5C-244B-A999-8D1D-C59ED487867B}"/>
          </ac:spMkLst>
        </pc:spChg>
        <pc:spChg chg="add mod">
          <ac:chgData name="Amal R Babu" userId="3a292d0a-112b-4bc3-bf38-7771656893d2" providerId="ADAL" clId="{992600FB-E5A2-48A8-ADC9-6968E10B5B48}" dt="2022-11-30T07:56:33.558" v="3644"/>
          <ac:spMkLst>
            <pc:docMk/>
            <pc:sldMk cId="1275407903" sldId="268"/>
            <ac:spMk id="227" creationId="{FE33D75A-E549-C4EE-7183-9B8B5F0FEDFB}"/>
          </ac:spMkLst>
        </pc:spChg>
        <pc:spChg chg="add mod">
          <ac:chgData name="Amal R Babu" userId="3a292d0a-112b-4bc3-bf38-7771656893d2" providerId="ADAL" clId="{992600FB-E5A2-48A8-ADC9-6968E10B5B48}" dt="2022-11-30T07:56:33.558" v="3644"/>
          <ac:spMkLst>
            <pc:docMk/>
            <pc:sldMk cId="1275407903" sldId="268"/>
            <ac:spMk id="228" creationId="{956BA61F-5EC6-35E0-8BC6-8AD49D9C64E9}"/>
          </ac:spMkLst>
        </pc:spChg>
        <pc:spChg chg="add mod">
          <ac:chgData name="Amal R Babu" userId="3a292d0a-112b-4bc3-bf38-7771656893d2" providerId="ADAL" clId="{992600FB-E5A2-48A8-ADC9-6968E10B5B48}" dt="2022-11-30T07:56:33.558" v="3644"/>
          <ac:spMkLst>
            <pc:docMk/>
            <pc:sldMk cId="1275407903" sldId="268"/>
            <ac:spMk id="229" creationId="{7D3A56AC-AC6B-2A77-EF3F-1ACD5C52262B}"/>
          </ac:spMkLst>
        </pc:spChg>
        <pc:spChg chg="mod">
          <ac:chgData name="Amal R Babu" userId="3a292d0a-112b-4bc3-bf38-7771656893d2" providerId="ADAL" clId="{992600FB-E5A2-48A8-ADC9-6968E10B5B48}" dt="2022-11-30T07:56:33.558" v="3644"/>
          <ac:spMkLst>
            <pc:docMk/>
            <pc:sldMk cId="1275407903" sldId="268"/>
            <ac:spMk id="231" creationId="{B306CC9C-883E-A17C-0577-01B4F4016AEE}"/>
          </ac:spMkLst>
        </pc:spChg>
        <pc:spChg chg="mod">
          <ac:chgData name="Amal R Babu" userId="3a292d0a-112b-4bc3-bf38-7771656893d2" providerId="ADAL" clId="{992600FB-E5A2-48A8-ADC9-6968E10B5B48}" dt="2022-11-30T07:56:33.558" v="3644"/>
          <ac:spMkLst>
            <pc:docMk/>
            <pc:sldMk cId="1275407903" sldId="268"/>
            <ac:spMk id="232" creationId="{5891367B-CB66-D429-B3DD-D4D9A93DFE1B}"/>
          </ac:spMkLst>
        </pc:spChg>
        <pc:spChg chg="mod">
          <ac:chgData name="Amal R Babu" userId="3a292d0a-112b-4bc3-bf38-7771656893d2" providerId="ADAL" clId="{992600FB-E5A2-48A8-ADC9-6968E10B5B48}" dt="2022-11-30T07:56:33.558" v="3644"/>
          <ac:spMkLst>
            <pc:docMk/>
            <pc:sldMk cId="1275407903" sldId="268"/>
            <ac:spMk id="233" creationId="{D615CE59-F8DD-C971-94BC-9F9145593661}"/>
          </ac:spMkLst>
        </pc:spChg>
        <pc:spChg chg="add mod">
          <ac:chgData name="Amal R Babu" userId="3a292d0a-112b-4bc3-bf38-7771656893d2" providerId="ADAL" clId="{992600FB-E5A2-48A8-ADC9-6968E10B5B48}" dt="2022-11-30T07:56:33.558" v="3644"/>
          <ac:spMkLst>
            <pc:docMk/>
            <pc:sldMk cId="1275407903" sldId="268"/>
            <ac:spMk id="234" creationId="{1BE68460-A56B-1421-1FC8-E43E7DD9C2F0}"/>
          </ac:spMkLst>
        </pc:spChg>
        <pc:spChg chg="mod">
          <ac:chgData name="Amal R Babu" userId="3a292d0a-112b-4bc3-bf38-7771656893d2" providerId="ADAL" clId="{992600FB-E5A2-48A8-ADC9-6968E10B5B48}" dt="2022-11-30T07:56:33.558" v="3644"/>
          <ac:spMkLst>
            <pc:docMk/>
            <pc:sldMk cId="1275407903" sldId="268"/>
            <ac:spMk id="236" creationId="{C3318ADE-E647-8B71-B9A5-037B2BF5EDB9}"/>
          </ac:spMkLst>
        </pc:spChg>
        <pc:spChg chg="mod">
          <ac:chgData name="Amal R Babu" userId="3a292d0a-112b-4bc3-bf38-7771656893d2" providerId="ADAL" clId="{992600FB-E5A2-48A8-ADC9-6968E10B5B48}" dt="2022-11-30T07:56:33.558" v="3644"/>
          <ac:spMkLst>
            <pc:docMk/>
            <pc:sldMk cId="1275407903" sldId="268"/>
            <ac:spMk id="239" creationId="{797A780D-02A7-D5A1-2EDD-FD4940D9479D}"/>
          </ac:spMkLst>
        </pc:spChg>
        <pc:spChg chg="mod">
          <ac:chgData name="Amal R Babu" userId="3a292d0a-112b-4bc3-bf38-7771656893d2" providerId="ADAL" clId="{992600FB-E5A2-48A8-ADC9-6968E10B5B48}" dt="2022-11-30T07:56:33.558" v="3644"/>
          <ac:spMkLst>
            <pc:docMk/>
            <pc:sldMk cId="1275407903" sldId="268"/>
            <ac:spMk id="240" creationId="{189DB471-875A-FFAA-9A0B-2926B12553DF}"/>
          </ac:spMkLst>
        </pc:spChg>
        <pc:spChg chg="add mod">
          <ac:chgData name="Amal R Babu" userId="3a292d0a-112b-4bc3-bf38-7771656893d2" providerId="ADAL" clId="{992600FB-E5A2-48A8-ADC9-6968E10B5B48}" dt="2022-11-30T07:56:33.558" v="3644"/>
          <ac:spMkLst>
            <pc:docMk/>
            <pc:sldMk cId="1275407903" sldId="268"/>
            <ac:spMk id="241" creationId="{A2FF0514-736A-21B9-EE52-722FBDFF2CA8}"/>
          </ac:spMkLst>
        </pc:spChg>
        <pc:spChg chg="add mod">
          <ac:chgData name="Amal R Babu" userId="3a292d0a-112b-4bc3-bf38-7771656893d2" providerId="ADAL" clId="{992600FB-E5A2-48A8-ADC9-6968E10B5B48}" dt="2022-11-30T07:56:33.558" v="3644"/>
          <ac:spMkLst>
            <pc:docMk/>
            <pc:sldMk cId="1275407903" sldId="268"/>
            <ac:spMk id="243" creationId="{38C3446A-E778-58C7-7902-601D8BA41EFD}"/>
          </ac:spMkLst>
        </pc:spChg>
        <pc:spChg chg="add mod">
          <ac:chgData name="Amal R Babu" userId="3a292d0a-112b-4bc3-bf38-7771656893d2" providerId="ADAL" clId="{992600FB-E5A2-48A8-ADC9-6968E10B5B48}" dt="2022-11-30T07:56:33.558" v="3644"/>
          <ac:spMkLst>
            <pc:docMk/>
            <pc:sldMk cId="1275407903" sldId="268"/>
            <ac:spMk id="244" creationId="{296EABB0-746B-96DD-E3D8-022F6616D1E1}"/>
          </ac:spMkLst>
        </pc:spChg>
        <pc:spChg chg="add mod">
          <ac:chgData name="Amal R Babu" userId="3a292d0a-112b-4bc3-bf38-7771656893d2" providerId="ADAL" clId="{992600FB-E5A2-48A8-ADC9-6968E10B5B48}" dt="2022-11-30T07:56:33.558" v="3644"/>
          <ac:spMkLst>
            <pc:docMk/>
            <pc:sldMk cId="1275407903" sldId="268"/>
            <ac:spMk id="245" creationId="{E9E7F568-3E67-2D0A-5817-343E2F0DD6F9}"/>
          </ac:spMkLst>
        </pc:spChg>
        <pc:spChg chg="add mod">
          <ac:chgData name="Amal R Babu" userId="3a292d0a-112b-4bc3-bf38-7771656893d2" providerId="ADAL" clId="{992600FB-E5A2-48A8-ADC9-6968E10B5B48}" dt="2022-11-30T07:56:33.558" v="3644"/>
          <ac:spMkLst>
            <pc:docMk/>
            <pc:sldMk cId="1275407903" sldId="268"/>
            <ac:spMk id="246" creationId="{5591E34D-A164-5756-B834-2D3478E0F58A}"/>
          </ac:spMkLst>
        </pc:spChg>
        <pc:spChg chg="add mod">
          <ac:chgData name="Amal R Babu" userId="3a292d0a-112b-4bc3-bf38-7771656893d2" providerId="ADAL" clId="{992600FB-E5A2-48A8-ADC9-6968E10B5B48}" dt="2022-11-30T07:56:33.558" v="3644"/>
          <ac:spMkLst>
            <pc:docMk/>
            <pc:sldMk cId="1275407903" sldId="268"/>
            <ac:spMk id="247" creationId="{C53A9324-28BD-A0B6-6DC1-9C0353FCA88C}"/>
          </ac:spMkLst>
        </pc:spChg>
        <pc:spChg chg="mod">
          <ac:chgData name="Amal R Babu" userId="3a292d0a-112b-4bc3-bf38-7771656893d2" providerId="ADAL" clId="{992600FB-E5A2-48A8-ADC9-6968E10B5B48}" dt="2022-11-30T07:56:33.558" v="3644"/>
          <ac:spMkLst>
            <pc:docMk/>
            <pc:sldMk cId="1275407903" sldId="268"/>
            <ac:spMk id="249" creationId="{C5656FE7-29AF-0782-3748-B7266E80A720}"/>
          </ac:spMkLst>
        </pc:spChg>
        <pc:spChg chg="mod">
          <ac:chgData name="Amal R Babu" userId="3a292d0a-112b-4bc3-bf38-7771656893d2" providerId="ADAL" clId="{992600FB-E5A2-48A8-ADC9-6968E10B5B48}" dt="2022-11-30T07:56:33.558" v="3644"/>
          <ac:spMkLst>
            <pc:docMk/>
            <pc:sldMk cId="1275407903" sldId="268"/>
            <ac:spMk id="250" creationId="{C322F48B-8A5C-680B-58F1-58FEFCB9A603}"/>
          </ac:spMkLst>
        </pc:spChg>
        <pc:spChg chg="add mod">
          <ac:chgData name="Amal R Babu" userId="3a292d0a-112b-4bc3-bf38-7771656893d2" providerId="ADAL" clId="{992600FB-E5A2-48A8-ADC9-6968E10B5B48}" dt="2022-11-30T07:56:33.558" v="3644"/>
          <ac:spMkLst>
            <pc:docMk/>
            <pc:sldMk cId="1275407903" sldId="268"/>
            <ac:spMk id="251" creationId="{1C8FC2B6-63E3-B02F-573A-49A300D9D982}"/>
          </ac:spMkLst>
        </pc:spChg>
        <pc:spChg chg="mod">
          <ac:chgData name="Amal R Babu" userId="3a292d0a-112b-4bc3-bf38-7771656893d2" providerId="ADAL" clId="{992600FB-E5A2-48A8-ADC9-6968E10B5B48}" dt="2022-11-30T07:56:33.558" v="3644"/>
          <ac:spMkLst>
            <pc:docMk/>
            <pc:sldMk cId="1275407903" sldId="268"/>
            <ac:spMk id="253" creationId="{215FCD3B-0085-DFC3-15A2-44538EB0DEF0}"/>
          </ac:spMkLst>
        </pc:spChg>
        <pc:spChg chg="mod">
          <ac:chgData name="Amal R Babu" userId="3a292d0a-112b-4bc3-bf38-7771656893d2" providerId="ADAL" clId="{992600FB-E5A2-48A8-ADC9-6968E10B5B48}" dt="2022-11-30T07:56:33.558" v="3644"/>
          <ac:spMkLst>
            <pc:docMk/>
            <pc:sldMk cId="1275407903" sldId="268"/>
            <ac:spMk id="254" creationId="{9492658A-8F8B-B9F7-72A0-2B0CD18E37FB}"/>
          </ac:spMkLst>
        </pc:spChg>
        <pc:spChg chg="add mod">
          <ac:chgData name="Amal R Babu" userId="3a292d0a-112b-4bc3-bf38-7771656893d2" providerId="ADAL" clId="{992600FB-E5A2-48A8-ADC9-6968E10B5B48}" dt="2022-11-30T07:56:49.728" v="3647" actId="207"/>
          <ac:spMkLst>
            <pc:docMk/>
            <pc:sldMk cId="1275407903" sldId="268"/>
            <ac:spMk id="255" creationId="{3B5C0609-586A-162D-FBCA-60D907BC4A33}"/>
          </ac:spMkLst>
        </pc:spChg>
        <pc:spChg chg="add mod">
          <ac:chgData name="Amal R Babu" userId="3a292d0a-112b-4bc3-bf38-7771656893d2" providerId="ADAL" clId="{992600FB-E5A2-48A8-ADC9-6968E10B5B48}" dt="2022-11-30T07:56:53.025" v="3648" actId="207"/>
          <ac:spMkLst>
            <pc:docMk/>
            <pc:sldMk cId="1275407903" sldId="268"/>
            <ac:spMk id="256" creationId="{B4552178-37B0-0B0E-4780-BEAE85ACFC7E}"/>
          </ac:spMkLst>
        </pc:spChg>
        <pc:grpChg chg="add mod">
          <ac:chgData name="Amal R Babu" userId="3a292d0a-112b-4bc3-bf38-7771656893d2" providerId="ADAL" clId="{992600FB-E5A2-48A8-ADC9-6968E10B5B48}" dt="2022-12-07T05:42:27.275" v="3727"/>
          <ac:grpSpMkLst>
            <pc:docMk/>
            <pc:sldMk cId="1275407903" sldId="268"/>
            <ac:grpSpMk id="2" creationId="{63DD11DE-2098-9966-8DAE-E8B663A0F52A}"/>
          </ac:grpSpMkLst>
        </pc:grpChg>
        <pc:grpChg chg="add mod">
          <ac:chgData name="Amal R Babu" userId="3a292d0a-112b-4bc3-bf38-7771656893d2" providerId="ADAL" clId="{992600FB-E5A2-48A8-ADC9-6968E10B5B48}" dt="2022-12-07T05:42:27.275" v="3727"/>
          <ac:grpSpMkLst>
            <pc:docMk/>
            <pc:sldMk cId="1275407903" sldId="268"/>
            <ac:grpSpMk id="10" creationId="{89658A03-20A1-7CEA-6893-3B7023DF0610}"/>
          </ac:grpSpMkLst>
        </pc:grpChg>
        <pc:grpChg chg="del">
          <ac:chgData name="Amal R Babu" userId="3a292d0a-112b-4bc3-bf38-7771656893d2" providerId="ADAL" clId="{992600FB-E5A2-48A8-ADC9-6968E10B5B48}" dt="2022-11-30T07:56:33.087" v="3643" actId="478"/>
          <ac:grpSpMkLst>
            <pc:docMk/>
            <pc:sldMk cId="1275407903" sldId="268"/>
            <ac:grpSpMk id="30" creationId="{9ECCC638-745A-4CD5-37F4-34E729654B57}"/>
          </ac:grpSpMkLst>
        </pc:grpChg>
        <pc:grpChg chg="del">
          <ac:chgData name="Amal R Babu" userId="3a292d0a-112b-4bc3-bf38-7771656893d2" providerId="ADAL" clId="{992600FB-E5A2-48A8-ADC9-6968E10B5B48}" dt="2022-11-30T07:56:33.087" v="3643" actId="478"/>
          <ac:grpSpMkLst>
            <pc:docMk/>
            <pc:sldMk cId="1275407903" sldId="268"/>
            <ac:grpSpMk id="47" creationId="{5C6579D9-4E04-AE17-CF35-68ADBC5766B2}"/>
          </ac:grpSpMkLst>
        </pc:grpChg>
        <pc:grpChg chg="del">
          <ac:chgData name="Amal R Babu" userId="3a292d0a-112b-4bc3-bf38-7771656893d2" providerId="ADAL" clId="{992600FB-E5A2-48A8-ADC9-6968E10B5B48}" dt="2022-11-30T07:56:33.087" v="3643" actId="478"/>
          <ac:grpSpMkLst>
            <pc:docMk/>
            <pc:sldMk cId="1275407903" sldId="268"/>
            <ac:grpSpMk id="54" creationId="{73F997E9-B116-D8A6-6EF5-C091C7C77B6D}"/>
          </ac:grpSpMkLst>
        </pc:grpChg>
        <pc:grpChg chg="add mod">
          <ac:chgData name="Amal R Babu" userId="3a292d0a-112b-4bc3-bf38-7771656893d2" providerId="ADAL" clId="{992600FB-E5A2-48A8-ADC9-6968E10B5B48}" dt="2022-11-30T05:04:29.839" v="3130" actId="571"/>
          <ac:grpSpMkLst>
            <pc:docMk/>
            <pc:sldMk cId="1275407903" sldId="268"/>
            <ac:grpSpMk id="63" creationId="{D3789307-B55F-E6C0-7446-8CCE96A027E7}"/>
          </ac:grpSpMkLst>
        </pc:grpChg>
        <pc:grpChg chg="del">
          <ac:chgData name="Amal R Babu" userId="3a292d0a-112b-4bc3-bf38-7771656893d2" providerId="ADAL" clId="{992600FB-E5A2-48A8-ADC9-6968E10B5B48}" dt="2022-12-07T05:42:26.771" v="3726" actId="478"/>
          <ac:grpSpMkLst>
            <pc:docMk/>
            <pc:sldMk cId="1275407903" sldId="268"/>
            <ac:grpSpMk id="67" creationId="{6D8E5ACC-26DE-243B-180E-E19057A9EB34}"/>
          </ac:grpSpMkLst>
        </pc:grpChg>
        <pc:grpChg chg="del">
          <ac:chgData name="Amal R Babu" userId="3a292d0a-112b-4bc3-bf38-7771656893d2" providerId="ADAL" clId="{992600FB-E5A2-48A8-ADC9-6968E10B5B48}" dt="2022-12-07T05:42:26.771" v="3726" actId="478"/>
          <ac:grpSpMkLst>
            <pc:docMk/>
            <pc:sldMk cId="1275407903" sldId="268"/>
            <ac:grpSpMk id="68" creationId="{CE1D2690-EA4E-562F-8571-7A8695694CC3}"/>
          </ac:grpSpMkLst>
        </pc:grpChg>
        <pc:grpChg chg="add del mod">
          <ac:chgData name="Amal R Babu" userId="3a292d0a-112b-4bc3-bf38-7771656893d2" providerId="ADAL" clId="{992600FB-E5A2-48A8-ADC9-6968E10B5B48}" dt="2022-11-30T05:05:04.683" v="3137" actId="165"/>
          <ac:grpSpMkLst>
            <pc:docMk/>
            <pc:sldMk cId="1275407903" sldId="268"/>
            <ac:grpSpMk id="84" creationId="{B12A1A75-95F5-8501-3D53-11A09F9F4E2F}"/>
          </ac:grpSpMkLst>
        </pc:grpChg>
        <pc:grpChg chg="del">
          <ac:chgData name="Amal R Babu" userId="3a292d0a-112b-4bc3-bf38-7771656893d2" providerId="ADAL" clId="{992600FB-E5A2-48A8-ADC9-6968E10B5B48}" dt="2022-11-30T07:56:33.087" v="3643" actId="478"/>
          <ac:grpSpMkLst>
            <pc:docMk/>
            <pc:sldMk cId="1275407903" sldId="268"/>
            <ac:grpSpMk id="88" creationId="{5202437B-09C4-B9C2-DFB9-8FE4C3A1D94B}"/>
          </ac:grpSpMkLst>
        </pc:grpChg>
        <pc:grpChg chg="add del mod">
          <ac:chgData name="Amal R Babu" userId="3a292d0a-112b-4bc3-bf38-7771656893d2" providerId="ADAL" clId="{992600FB-E5A2-48A8-ADC9-6968E10B5B48}" dt="2022-11-30T05:55:15.174" v="3163" actId="478"/>
          <ac:grpSpMkLst>
            <pc:docMk/>
            <pc:sldMk cId="1275407903" sldId="268"/>
            <ac:grpSpMk id="90" creationId="{9A791F35-877F-A836-B60A-2ED22E1BD5C5}"/>
          </ac:grpSpMkLst>
        </pc:grpChg>
        <pc:grpChg chg="add mod">
          <ac:chgData name="Amal R Babu" userId="3a292d0a-112b-4bc3-bf38-7771656893d2" providerId="ADAL" clId="{992600FB-E5A2-48A8-ADC9-6968E10B5B48}" dt="2022-11-30T05:05:34.558" v="3145" actId="164"/>
          <ac:grpSpMkLst>
            <pc:docMk/>
            <pc:sldMk cId="1275407903" sldId="268"/>
            <ac:grpSpMk id="93" creationId="{C3FBDA15-039F-5590-4C4A-15B39B0D8268}"/>
          </ac:grpSpMkLst>
        </pc:grpChg>
        <pc:grpChg chg="del">
          <ac:chgData name="Amal R Babu" userId="3a292d0a-112b-4bc3-bf38-7771656893d2" providerId="ADAL" clId="{992600FB-E5A2-48A8-ADC9-6968E10B5B48}" dt="2022-11-30T07:56:33.087" v="3643" actId="478"/>
          <ac:grpSpMkLst>
            <pc:docMk/>
            <pc:sldMk cId="1275407903" sldId="268"/>
            <ac:grpSpMk id="98" creationId="{5E12AE22-4B66-8998-2063-3E4A6A50C8CF}"/>
          </ac:grpSpMkLst>
        </pc:grpChg>
        <pc:grpChg chg="del mod">
          <ac:chgData name="Amal R Babu" userId="3a292d0a-112b-4bc3-bf38-7771656893d2" providerId="ADAL" clId="{992600FB-E5A2-48A8-ADC9-6968E10B5B48}" dt="2022-11-30T05:54:39.735" v="3155" actId="27803"/>
          <ac:grpSpMkLst>
            <pc:docMk/>
            <pc:sldMk cId="1275407903" sldId="268"/>
            <ac:grpSpMk id="99" creationId="{93B42A98-1DC9-1120-096A-A2AC7072CD48}"/>
          </ac:grpSpMkLst>
        </pc:grpChg>
        <pc:grpChg chg="mod topLvl">
          <ac:chgData name="Amal R Babu" userId="3a292d0a-112b-4bc3-bf38-7771656893d2" providerId="ADAL" clId="{992600FB-E5A2-48A8-ADC9-6968E10B5B48}" dt="2022-11-30T06:15:10.227" v="3296" actId="165"/>
          <ac:grpSpMkLst>
            <pc:docMk/>
            <pc:sldMk cId="1275407903" sldId="268"/>
            <ac:grpSpMk id="103" creationId="{6FF1902B-0623-DEC8-EFB8-FD543B31EDA3}"/>
          </ac:grpSpMkLst>
        </pc:grpChg>
        <pc:grpChg chg="mod topLvl">
          <ac:chgData name="Amal R Babu" userId="3a292d0a-112b-4bc3-bf38-7771656893d2" providerId="ADAL" clId="{992600FB-E5A2-48A8-ADC9-6968E10B5B48}" dt="2022-11-30T06:15:10.227" v="3296" actId="165"/>
          <ac:grpSpMkLst>
            <pc:docMk/>
            <pc:sldMk cId="1275407903" sldId="268"/>
            <ac:grpSpMk id="114" creationId="{4F7146C8-D3B2-5C3D-85C7-7DA1DADC5B22}"/>
          </ac:grpSpMkLst>
        </pc:grpChg>
        <pc:grpChg chg="mod topLvl">
          <ac:chgData name="Amal R Babu" userId="3a292d0a-112b-4bc3-bf38-7771656893d2" providerId="ADAL" clId="{992600FB-E5A2-48A8-ADC9-6968E10B5B48}" dt="2022-11-30T06:15:10.227" v="3296" actId="165"/>
          <ac:grpSpMkLst>
            <pc:docMk/>
            <pc:sldMk cId="1275407903" sldId="268"/>
            <ac:grpSpMk id="120" creationId="{7717F2DB-3F2B-BEDB-5A90-2AA60538EC77}"/>
          </ac:grpSpMkLst>
        </pc:grpChg>
        <pc:grpChg chg="mod">
          <ac:chgData name="Amal R Babu" userId="3a292d0a-112b-4bc3-bf38-7771656893d2" providerId="ADAL" clId="{992600FB-E5A2-48A8-ADC9-6968E10B5B48}" dt="2022-11-30T06:15:10.227" v="3296" actId="165"/>
          <ac:grpSpMkLst>
            <pc:docMk/>
            <pc:sldMk cId="1275407903" sldId="268"/>
            <ac:grpSpMk id="121" creationId="{B1130C15-BA9F-4423-58DD-057D674E4CA0}"/>
          </ac:grpSpMkLst>
        </pc:grpChg>
        <pc:grpChg chg="mod">
          <ac:chgData name="Amal R Babu" userId="3a292d0a-112b-4bc3-bf38-7771656893d2" providerId="ADAL" clId="{992600FB-E5A2-48A8-ADC9-6968E10B5B48}" dt="2022-11-30T06:15:10.227" v="3296" actId="165"/>
          <ac:grpSpMkLst>
            <pc:docMk/>
            <pc:sldMk cId="1275407903" sldId="268"/>
            <ac:grpSpMk id="124" creationId="{3B729C64-D98E-67A1-7BA7-E822C5796C87}"/>
          </ac:grpSpMkLst>
        </pc:grpChg>
        <pc:grpChg chg="mod">
          <ac:chgData name="Amal R Babu" userId="3a292d0a-112b-4bc3-bf38-7771656893d2" providerId="ADAL" clId="{992600FB-E5A2-48A8-ADC9-6968E10B5B48}" dt="2022-11-30T06:15:10.227" v="3296" actId="165"/>
          <ac:grpSpMkLst>
            <pc:docMk/>
            <pc:sldMk cId="1275407903" sldId="268"/>
            <ac:grpSpMk id="127" creationId="{90775281-B714-0C3C-16ED-A22EA7380404}"/>
          </ac:grpSpMkLst>
        </pc:grpChg>
        <pc:grpChg chg="mod topLvl">
          <ac:chgData name="Amal R Babu" userId="3a292d0a-112b-4bc3-bf38-7771656893d2" providerId="ADAL" clId="{992600FB-E5A2-48A8-ADC9-6968E10B5B48}" dt="2022-11-30T06:40:26.363" v="3493" actId="207"/>
          <ac:grpSpMkLst>
            <pc:docMk/>
            <pc:sldMk cId="1275407903" sldId="268"/>
            <ac:grpSpMk id="130" creationId="{A5F14A62-BACA-3089-68F9-7ABBD20BCB4E}"/>
          </ac:grpSpMkLst>
        </pc:grpChg>
        <pc:grpChg chg="mod topLvl">
          <ac:chgData name="Amal R Babu" userId="3a292d0a-112b-4bc3-bf38-7771656893d2" providerId="ADAL" clId="{992600FB-E5A2-48A8-ADC9-6968E10B5B48}" dt="2022-11-30T06:15:10.227" v="3296" actId="165"/>
          <ac:grpSpMkLst>
            <pc:docMk/>
            <pc:sldMk cId="1275407903" sldId="268"/>
            <ac:grpSpMk id="133" creationId="{388AB8E7-6501-59CE-0251-3A5118AD0507}"/>
          </ac:grpSpMkLst>
        </pc:grpChg>
        <pc:grpChg chg="add del mod">
          <ac:chgData name="Amal R Babu" userId="3a292d0a-112b-4bc3-bf38-7771656893d2" providerId="ADAL" clId="{992600FB-E5A2-48A8-ADC9-6968E10B5B48}" dt="2022-11-30T05:55:21.278" v="3166" actId="165"/>
          <ac:grpSpMkLst>
            <pc:docMk/>
            <pc:sldMk cId="1275407903" sldId="268"/>
            <ac:grpSpMk id="138" creationId="{1D88090F-FAFC-AB0B-9267-8D5C29AFA486}"/>
          </ac:grpSpMkLst>
        </pc:grpChg>
        <pc:grpChg chg="add del mod">
          <ac:chgData name="Amal R Babu" userId="3a292d0a-112b-4bc3-bf38-7771656893d2" providerId="ADAL" clId="{992600FB-E5A2-48A8-ADC9-6968E10B5B48}" dt="2022-11-30T06:06:18.597" v="3215" actId="165"/>
          <ac:grpSpMkLst>
            <pc:docMk/>
            <pc:sldMk cId="1275407903" sldId="268"/>
            <ac:grpSpMk id="139" creationId="{6A823081-926E-7FC9-839F-703CBEC6898B}"/>
          </ac:grpSpMkLst>
        </pc:grpChg>
        <pc:grpChg chg="add del mod">
          <ac:chgData name="Amal R Babu" userId="3a292d0a-112b-4bc3-bf38-7771656893d2" providerId="ADAL" clId="{992600FB-E5A2-48A8-ADC9-6968E10B5B48}" dt="2022-11-30T05:55:46.256" v="3169" actId="165"/>
          <ac:grpSpMkLst>
            <pc:docMk/>
            <pc:sldMk cId="1275407903" sldId="268"/>
            <ac:grpSpMk id="140" creationId="{00C14EF0-F46A-1C52-67FF-8BE1500F16AA}"/>
          </ac:grpSpMkLst>
        </pc:grpChg>
        <pc:grpChg chg="del mod topLvl">
          <ac:chgData name="Amal R Babu" userId="3a292d0a-112b-4bc3-bf38-7771656893d2" providerId="ADAL" clId="{992600FB-E5A2-48A8-ADC9-6968E10B5B48}" dt="2022-11-30T06:01:38.449" v="3170" actId="478"/>
          <ac:grpSpMkLst>
            <pc:docMk/>
            <pc:sldMk cId="1275407903" sldId="268"/>
            <ac:grpSpMk id="143" creationId="{7E1FACB7-3E84-4BA9-80A4-F27E0B13B485}"/>
          </ac:grpSpMkLst>
        </pc:grpChg>
        <pc:grpChg chg="del mod topLvl">
          <ac:chgData name="Amal R Babu" userId="3a292d0a-112b-4bc3-bf38-7771656893d2" providerId="ADAL" clId="{992600FB-E5A2-48A8-ADC9-6968E10B5B48}" dt="2022-11-30T06:01:38.449" v="3170" actId="478"/>
          <ac:grpSpMkLst>
            <pc:docMk/>
            <pc:sldMk cId="1275407903" sldId="268"/>
            <ac:grpSpMk id="150" creationId="{13DFBB77-BAB2-9332-B759-0189079B70AB}"/>
          </ac:grpSpMkLst>
        </pc:grpChg>
        <pc:grpChg chg="del mod topLvl">
          <ac:chgData name="Amal R Babu" userId="3a292d0a-112b-4bc3-bf38-7771656893d2" providerId="ADAL" clId="{992600FB-E5A2-48A8-ADC9-6968E10B5B48}" dt="2022-11-30T06:01:38.449" v="3170" actId="478"/>
          <ac:grpSpMkLst>
            <pc:docMk/>
            <pc:sldMk cId="1275407903" sldId="268"/>
            <ac:grpSpMk id="154" creationId="{D7BB604F-264E-B8CF-E817-4120F8B17F4A}"/>
          </ac:grpSpMkLst>
        </pc:grpChg>
        <pc:grpChg chg="del mod topLvl">
          <ac:chgData name="Amal R Babu" userId="3a292d0a-112b-4bc3-bf38-7771656893d2" providerId="ADAL" clId="{992600FB-E5A2-48A8-ADC9-6968E10B5B48}" dt="2022-11-30T06:01:38.449" v="3170" actId="478"/>
          <ac:grpSpMkLst>
            <pc:docMk/>
            <pc:sldMk cId="1275407903" sldId="268"/>
            <ac:grpSpMk id="155" creationId="{AEB1ECA7-6D3D-7F69-42BF-EC2E6D14F39E}"/>
          </ac:grpSpMkLst>
        </pc:grpChg>
        <pc:grpChg chg="del mod topLvl">
          <ac:chgData name="Amal R Babu" userId="3a292d0a-112b-4bc3-bf38-7771656893d2" providerId="ADAL" clId="{992600FB-E5A2-48A8-ADC9-6968E10B5B48}" dt="2022-11-30T06:01:38.449" v="3170" actId="478"/>
          <ac:grpSpMkLst>
            <pc:docMk/>
            <pc:sldMk cId="1275407903" sldId="268"/>
            <ac:grpSpMk id="156" creationId="{654360AA-0566-8DA8-A341-8FD7D8E6DEDE}"/>
          </ac:grpSpMkLst>
        </pc:grpChg>
        <pc:grpChg chg="mod">
          <ac:chgData name="Amal R Babu" userId="3a292d0a-112b-4bc3-bf38-7771656893d2" providerId="ADAL" clId="{992600FB-E5A2-48A8-ADC9-6968E10B5B48}" dt="2022-11-30T05:55:46.256" v="3169" actId="165"/>
          <ac:grpSpMkLst>
            <pc:docMk/>
            <pc:sldMk cId="1275407903" sldId="268"/>
            <ac:grpSpMk id="163" creationId="{31430A78-885F-2883-E9D4-E83D0F257AC8}"/>
          </ac:grpSpMkLst>
        </pc:grpChg>
        <pc:grpChg chg="mod">
          <ac:chgData name="Amal R Babu" userId="3a292d0a-112b-4bc3-bf38-7771656893d2" providerId="ADAL" clId="{992600FB-E5A2-48A8-ADC9-6968E10B5B48}" dt="2022-11-30T05:55:46.256" v="3169" actId="165"/>
          <ac:grpSpMkLst>
            <pc:docMk/>
            <pc:sldMk cId="1275407903" sldId="268"/>
            <ac:grpSpMk id="164" creationId="{5C3D271D-A9DF-3605-BDC0-5E8B59AA61FD}"/>
          </ac:grpSpMkLst>
        </pc:grpChg>
        <pc:grpChg chg="mod">
          <ac:chgData name="Amal R Babu" userId="3a292d0a-112b-4bc3-bf38-7771656893d2" providerId="ADAL" clId="{992600FB-E5A2-48A8-ADC9-6968E10B5B48}" dt="2022-11-30T05:55:46.256" v="3169" actId="165"/>
          <ac:grpSpMkLst>
            <pc:docMk/>
            <pc:sldMk cId="1275407903" sldId="268"/>
            <ac:grpSpMk id="165" creationId="{4E562D48-2BC5-0B26-1714-F15A30E6E6C9}"/>
          </ac:grpSpMkLst>
        </pc:grpChg>
        <pc:grpChg chg="add del mod">
          <ac:chgData name="Amal R Babu" userId="3a292d0a-112b-4bc3-bf38-7771656893d2" providerId="ADAL" clId="{992600FB-E5A2-48A8-ADC9-6968E10B5B48}" dt="2022-11-30T06:02:03.447" v="3176" actId="165"/>
          <ac:grpSpMkLst>
            <pc:docMk/>
            <pc:sldMk cId="1275407903" sldId="268"/>
            <ac:grpSpMk id="178" creationId="{DFE0681E-7D5E-3E9F-20B2-12F554D4C532}"/>
          </ac:grpSpMkLst>
        </pc:grpChg>
        <pc:grpChg chg="add del mod">
          <ac:chgData name="Amal R Babu" userId="3a292d0a-112b-4bc3-bf38-7771656893d2" providerId="ADAL" clId="{992600FB-E5A2-48A8-ADC9-6968E10B5B48}" dt="2022-11-30T06:02:30.929" v="3184" actId="165"/>
          <ac:grpSpMkLst>
            <pc:docMk/>
            <pc:sldMk cId="1275407903" sldId="268"/>
            <ac:grpSpMk id="181" creationId="{3B146516-254B-19E3-A946-3A1F1EE2B58D}"/>
          </ac:grpSpMkLst>
        </pc:grpChg>
        <pc:grpChg chg="add del mod">
          <ac:chgData name="Amal R Babu" userId="3a292d0a-112b-4bc3-bf38-7771656893d2" providerId="ADAL" clId="{992600FB-E5A2-48A8-ADC9-6968E10B5B48}" dt="2022-11-30T06:02:56.834" v="3193" actId="165"/>
          <ac:grpSpMkLst>
            <pc:docMk/>
            <pc:sldMk cId="1275407903" sldId="268"/>
            <ac:grpSpMk id="182" creationId="{B9EC626C-403D-C336-7E4D-CDCC2FC3EBD9}"/>
          </ac:grpSpMkLst>
        </pc:grpChg>
        <pc:grpChg chg="add del mod">
          <ac:chgData name="Amal R Babu" userId="3a292d0a-112b-4bc3-bf38-7771656893d2" providerId="ADAL" clId="{992600FB-E5A2-48A8-ADC9-6968E10B5B48}" dt="2022-11-30T06:03:14.682" v="3200" actId="165"/>
          <ac:grpSpMkLst>
            <pc:docMk/>
            <pc:sldMk cId="1275407903" sldId="268"/>
            <ac:grpSpMk id="183" creationId="{8CB3C670-F003-D930-684D-D2C7C6D7B17E}"/>
          </ac:grpSpMkLst>
        </pc:grpChg>
        <pc:grpChg chg="add mod ord">
          <ac:chgData name="Amal R Babu" userId="3a292d0a-112b-4bc3-bf38-7771656893d2" providerId="ADAL" clId="{992600FB-E5A2-48A8-ADC9-6968E10B5B48}" dt="2022-11-30T06:14:20.879" v="3270" actId="164"/>
          <ac:grpSpMkLst>
            <pc:docMk/>
            <pc:sldMk cId="1275407903" sldId="268"/>
            <ac:grpSpMk id="191" creationId="{738597D9-EB16-338C-7331-CA663CD089E8}"/>
          </ac:grpSpMkLst>
        </pc:grpChg>
        <pc:grpChg chg="add mod ord">
          <ac:chgData name="Amal R Babu" userId="3a292d0a-112b-4bc3-bf38-7771656893d2" providerId="ADAL" clId="{992600FB-E5A2-48A8-ADC9-6968E10B5B48}" dt="2022-11-30T06:14:28.431" v="3273" actId="167"/>
          <ac:grpSpMkLst>
            <pc:docMk/>
            <pc:sldMk cId="1275407903" sldId="268"/>
            <ac:grpSpMk id="196" creationId="{81D9174C-B858-4D54-DED1-A48C24B4B716}"/>
          </ac:grpSpMkLst>
        </pc:grpChg>
        <pc:grpChg chg="add del mod topLvl">
          <ac:chgData name="Amal R Babu" userId="3a292d0a-112b-4bc3-bf38-7771656893d2" providerId="ADAL" clId="{992600FB-E5A2-48A8-ADC9-6968E10B5B48}" dt="2022-11-30T06:15:10.227" v="3296" actId="165"/>
          <ac:grpSpMkLst>
            <pc:docMk/>
            <pc:sldMk cId="1275407903" sldId="268"/>
            <ac:grpSpMk id="197" creationId="{EDC63628-605C-A9FC-370F-965B56879B45}"/>
          </ac:grpSpMkLst>
        </pc:grpChg>
        <pc:grpChg chg="add del mod ord">
          <ac:chgData name="Amal R Babu" userId="3a292d0a-112b-4bc3-bf38-7771656893d2" providerId="ADAL" clId="{992600FB-E5A2-48A8-ADC9-6968E10B5B48}" dt="2022-11-30T06:15:09.590" v="3295" actId="165"/>
          <ac:grpSpMkLst>
            <pc:docMk/>
            <pc:sldMk cId="1275407903" sldId="268"/>
            <ac:grpSpMk id="198" creationId="{5F61A8E4-6281-0AF9-9734-5EF58CFE7A85}"/>
          </ac:grpSpMkLst>
        </pc:grpChg>
        <pc:grpChg chg="add del mod">
          <ac:chgData name="Amal R Babu" userId="3a292d0a-112b-4bc3-bf38-7771656893d2" providerId="ADAL" clId="{992600FB-E5A2-48A8-ADC9-6968E10B5B48}" dt="2022-11-30T06:21:06.474" v="3353" actId="165"/>
          <ac:grpSpMkLst>
            <pc:docMk/>
            <pc:sldMk cId="1275407903" sldId="268"/>
            <ac:grpSpMk id="208" creationId="{DAC0DA30-DB9A-84AF-1F43-6FED643AD0A7}"/>
          </ac:grpSpMkLst>
        </pc:grpChg>
        <pc:grpChg chg="add del mod">
          <ac:chgData name="Amal R Babu" userId="3a292d0a-112b-4bc3-bf38-7771656893d2" providerId="ADAL" clId="{992600FB-E5A2-48A8-ADC9-6968E10B5B48}" dt="2022-11-30T06:21:06.474" v="3353" actId="165"/>
          <ac:grpSpMkLst>
            <pc:docMk/>
            <pc:sldMk cId="1275407903" sldId="268"/>
            <ac:grpSpMk id="209" creationId="{2752562C-2AB6-A3A5-3329-899B9C5D8CDE}"/>
          </ac:grpSpMkLst>
        </pc:grpChg>
        <pc:grpChg chg="mod">
          <ac:chgData name="Amal R Babu" userId="3a292d0a-112b-4bc3-bf38-7771656893d2" providerId="ADAL" clId="{992600FB-E5A2-48A8-ADC9-6968E10B5B48}" dt="2022-11-30T06:28:09.943" v="3421" actId="12789"/>
          <ac:grpSpMkLst>
            <pc:docMk/>
            <pc:sldMk cId="1275407903" sldId="268"/>
            <ac:grpSpMk id="219" creationId="{993E652E-7689-038F-B64C-D5BCAA5A0D6C}"/>
          </ac:grpSpMkLst>
        </pc:grpChg>
        <pc:grpChg chg="add mod">
          <ac:chgData name="Amal R Babu" userId="3a292d0a-112b-4bc3-bf38-7771656893d2" providerId="ADAL" clId="{992600FB-E5A2-48A8-ADC9-6968E10B5B48}" dt="2022-11-30T07:56:33.558" v="3644"/>
          <ac:grpSpMkLst>
            <pc:docMk/>
            <pc:sldMk cId="1275407903" sldId="268"/>
            <ac:grpSpMk id="230" creationId="{F11CF3C4-9190-79AC-D8DD-1FB09CCF4A4A}"/>
          </ac:grpSpMkLst>
        </pc:grpChg>
        <pc:grpChg chg="add mod">
          <ac:chgData name="Amal R Babu" userId="3a292d0a-112b-4bc3-bf38-7771656893d2" providerId="ADAL" clId="{992600FB-E5A2-48A8-ADC9-6968E10B5B48}" dt="2022-11-30T07:56:33.558" v="3644"/>
          <ac:grpSpMkLst>
            <pc:docMk/>
            <pc:sldMk cId="1275407903" sldId="268"/>
            <ac:grpSpMk id="235" creationId="{67A69829-5A9B-5FA2-B3A6-99AD4099FC6D}"/>
          </ac:grpSpMkLst>
        </pc:grpChg>
        <pc:grpChg chg="add mod">
          <ac:chgData name="Amal R Babu" userId="3a292d0a-112b-4bc3-bf38-7771656893d2" providerId="ADAL" clId="{992600FB-E5A2-48A8-ADC9-6968E10B5B48}" dt="2022-11-30T07:56:33.558" v="3644"/>
          <ac:grpSpMkLst>
            <pc:docMk/>
            <pc:sldMk cId="1275407903" sldId="268"/>
            <ac:grpSpMk id="238" creationId="{06F24AE5-1FFA-5220-EAA3-25C14153F0FA}"/>
          </ac:grpSpMkLst>
        </pc:grpChg>
        <pc:grpChg chg="add mod">
          <ac:chgData name="Amal R Babu" userId="3a292d0a-112b-4bc3-bf38-7771656893d2" providerId="ADAL" clId="{992600FB-E5A2-48A8-ADC9-6968E10B5B48}" dt="2022-11-30T07:56:33.558" v="3644"/>
          <ac:grpSpMkLst>
            <pc:docMk/>
            <pc:sldMk cId="1275407903" sldId="268"/>
            <ac:grpSpMk id="248" creationId="{E8C0A436-5D5F-24DC-01A0-FE512234461F}"/>
          </ac:grpSpMkLst>
        </pc:grpChg>
        <pc:grpChg chg="add mod">
          <ac:chgData name="Amal R Babu" userId="3a292d0a-112b-4bc3-bf38-7771656893d2" providerId="ADAL" clId="{992600FB-E5A2-48A8-ADC9-6968E10B5B48}" dt="2022-11-30T07:56:33.558" v="3644"/>
          <ac:grpSpMkLst>
            <pc:docMk/>
            <pc:sldMk cId="1275407903" sldId="268"/>
            <ac:grpSpMk id="252" creationId="{2BA4E431-4C7F-CB73-A8D5-DAD6CDEA2EF6}"/>
          </ac:grpSpMkLst>
        </pc:grpChg>
        <pc:picChg chg="add del">
          <ac:chgData name="Amal R Babu" userId="3a292d0a-112b-4bc3-bf38-7771656893d2" providerId="ADAL" clId="{992600FB-E5A2-48A8-ADC9-6968E10B5B48}" dt="2022-11-30T05:54:21.318" v="3149" actId="478"/>
          <ac:picMkLst>
            <pc:docMk/>
            <pc:sldMk cId="1275407903" sldId="268"/>
            <ac:picMk id="59" creationId="{1365E495-EB0C-8248-0756-5920A1DA73E0}"/>
          </ac:picMkLst>
        </pc:picChg>
        <pc:picChg chg="del">
          <ac:chgData name="Amal R Babu" userId="3a292d0a-112b-4bc3-bf38-7771656893d2" providerId="ADAL" clId="{992600FB-E5A2-48A8-ADC9-6968E10B5B48}" dt="2022-11-30T04:48:39.445" v="3088" actId="478"/>
          <ac:picMkLst>
            <pc:docMk/>
            <pc:sldMk cId="1275407903" sldId="268"/>
            <ac:picMk id="74" creationId="{CF962D2B-A97E-A572-A4E8-1080996E9B27}"/>
          </ac:picMkLst>
        </pc:picChg>
        <pc:picChg chg="del">
          <ac:chgData name="Amal R Babu" userId="3a292d0a-112b-4bc3-bf38-7771656893d2" providerId="ADAL" clId="{992600FB-E5A2-48A8-ADC9-6968E10B5B48}" dt="2022-11-30T04:48:39.445" v="3088" actId="478"/>
          <ac:picMkLst>
            <pc:docMk/>
            <pc:sldMk cId="1275407903" sldId="268"/>
            <ac:picMk id="82" creationId="{7A2FB218-90DA-752A-5A0F-ECC9ADE1621C}"/>
          </ac:picMkLst>
        </pc:picChg>
        <pc:picChg chg="del">
          <ac:chgData name="Amal R Babu" userId="3a292d0a-112b-4bc3-bf38-7771656893d2" providerId="ADAL" clId="{992600FB-E5A2-48A8-ADC9-6968E10B5B48}" dt="2022-11-30T04:48:39.445" v="3088" actId="478"/>
          <ac:picMkLst>
            <pc:docMk/>
            <pc:sldMk cId="1275407903" sldId="268"/>
            <ac:picMk id="89" creationId="{47BAB7C8-AA0B-C2C3-9676-2E6AD1AD3B6D}"/>
          </ac:picMkLst>
        </pc:picChg>
        <pc:picChg chg="del">
          <ac:chgData name="Amal R Babu" userId="3a292d0a-112b-4bc3-bf38-7771656893d2" providerId="ADAL" clId="{992600FB-E5A2-48A8-ADC9-6968E10B5B48}" dt="2022-11-30T04:48:39.445" v="3088" actId="478"/>
          <ac:picMkLst>
            <pc:docMk/>
            <pc:sldMk cId="1275407903" sldId="268"/>
            <ac:picMk id="91" creationId="{33705521-662D-32E8-BEA9-64656F252A6E}"/>
          </ac:picMkLst>
        </pc:picChg>
        <pc:picChg chg="add del mod">
          <ac:chgData name="Amal R Babu" userId="3a292d0a-112b-4bc3-bf38-7771656893d2" providerId="ADAL" clId="{992600FB-E5A2-48A8-ADC9-6968E10B5B48}" dt="2022-11-30T05:54:39.735" v="3155" actId="27803"/>
          <ac:picMkLst>
            <pc:docMk/>
            <pc:sldMk cId="1275407903" sldId="268"/>
            <ac:picMk id="97" creationId="{3583D8E6-47D4-0565-FE30-829627918733}"/>
          </ac:picMkLst>
        </pc:picChg>
        <pc:picChg chg="add mod topLvl">
          <ac:chgData name="Amal R Babu" userId="3a292d0a-112b-4bc3-bf38-7771656893d2" providerId="ADAL" clId="{992600FB-E5A2-48A8-ADC9-6968E10B5B48}" dt="2022-11-30T06:11:55.334" v="3231" actId="164"/>
          <ac:picMkLst>
            <pc:docMk/>
            <pc:sldMk cId="1275407903" sldId="268"/>
            <ac:picMk id="177" creationId="{FD3BBF87-B4CA-227E-73DA-D2896B426EF1}"/>
          </ac:picMkLst>
        </pc:picChg>
        <pc:picChg chg="add del mod">
          <ac:chgData name="Amal R Babu" userId="3a292d0a-112b-4bc3-bf38-7771656893d2" providerId="ADAL" clId="{992600FB-E5A2-48A8-ADC9-6968E10B5B48}" dt="2022-11-30T06:04:31.852" v="3207" actId="478"/>
          <ac:picMkLst>
            <pc:docMk/>
            <pc:sldMk cId="1275407903" sldId="268"/>
            <ac:picMk id="184" creationId="{BD271991-C4D5-442A-7B1C-5DE32D6E6CC8}"/>
          </ac:picMkLst>
        </pc:picChg>
        <pc:picChg chg="add del mod">
          <ac:chgData name="Amal R Babu" userId="3a292d0a-112b-4bc3-bf38-7771656893d2" providerId="ADAL" clId="{992600FB-E5A2-48A8-ADC9-6968E10B5B48}" dt="2022-11-30T06:05:02.550" v="3214" actId="478"/>
          <ac:picMkLst>
            <pc:docMk/>
            <pc:sldMk cId="1275407903" sldId="268"/>
            <ac:picMk id="185" creationId="{612001D2-8010-64FB-8880-0DA963EB7521}"/>
          </ac:picMkLst>
        </pc:picChg>
        <pc:picChg chg="add del mod">
          <ac:chgData name="Amal R Babu" userId="3a292d0a-112b-4bc3-bf38-7771656893d2" providerId="ADAL" clId="{992600FB-E5A2-48A8-ADC9-6968E10B5B48}" dt="2022-11-30T06:05:02.550" v="3214" actId="478"/>
          <ac:picMkLst>
            <pc:docMk/>
            <pc:sldMk cId="1275407903" sldId="268"/>
            <ac:picMk id="186" creationId="{4298BA4F-AB80-2931-1CB9-1B9CF2EC7A92}"/>
          </ac:picMkLst>
        </pc:picChg>
        <pc:picChg chg="add del mod">
          <ac:chgData name="Amal R Babu" userId="3a292d0a-112b-4bc3-bf38-7771656893d2" providerId="ADAL" clId="{992600FB-E5A2-48A8-ADC9-6968E10B5B48}" dt="2022-11-30T06:11:32.391" v="3223" actId="478"/>
          <ac:picMkLst>
            <pc:docMk/>
            <pc:sldMk cId="1275407903" sldId="268"/>
            <ac:picMk id="188" creationId="{BA979071-54C8-CFAF-F885-64F5BE0DA16B}"/>
          </ac:picMkLst>
        </pc:picChg>
        <pc:picChg chg="add mod ord">
          <ac:chgData name="Amal R Babu" userId="3a292d0a-112b-4bc3-bf38-7771656893d2" providerId="ADAL" clId="{992600FB-E5A2-48A8-ADC9-6968E10B5B48}" dt="2022-11-30T06:14:25.388" v="3272" actId="12789"/>
          <ac:picMkLst>
            <pc:docMk/>
            <pc:sldMk cId="1275407903" sldId="268"/>
            <ac:picMk id="190" creationId="{CDD0512E-BEBC-6F1C-FB83-137C8516EBE2}"/>
          </ac:picMkLst>
        </pc:picChg>
        <pc:picChg chg="add mod ord">
          <ac:chgData name="Amal R Babu" userId="3a292d0a-112b-4bc3-bf38-7771656893d2" providerId="ADAL" clId="{992600FB-E5A2-48A8-ADC9-6968E10B5B48}" dt="2022-11-30T06:40:17.400" v="3492" actId="1076"/>
          <ac:picMkLst>
            <pc:docMk/>
            <pc:sldMk cId="1275407903" sldId="268"/>
            <ac:picMk id="195" creationId="{6AFFCF9B-0F05-FDB9-BE01-82AD5FEFF83F}"/>
          </ac:picMkLst>
        </pc:picChg>
        <pc:picChg chg="add mod">
          <ac:chgData name="Amal R Babu" userId="3a292d0a-112b-4bc3-bf38-7771656893d2" providerId="ADAL" clId="{992600FB-E5A2-48A8-ADC9-6968E10B5B48}" dt="2022-11-30T06:17:14.655" v="3307" actId="27614"/>
          <ac:picMkLst>
            <pc:docMk/>
            <pc:sldMk cId="1275407903" sldId="268"/>
            <ac:picMk id="201" creationId="{4E3F75CB-9225-DC65-F39A-74C7C9F633EE}"/>
          </ac:picMkLst>
        </pc:picChg>
        <pc:picChg chg="add del mod">
          <ac:chgData name="Amal R Babu" userId="3a292d0a-112b-4bc3-bf38-7771656893d2" providerId="ADAL" clId="{992600FB-E5A2-48A8-ADC9-6968E10B5B48}" dt="2022-11-30T06:23:13.045" v="3376" actId="27803"/>
          <ac:picMkLst>
            <pc:docMk/>
            <pc:sldMk cId="1275407903" sldId="268"/>
            <ac:picMk id="212" creationId="{9E8FBE3C-F095-6CF5-6D87-2F4866E0E61E}"/>
          </ac:picMkLst>
        </pc:picChg>
        <pc:picChg chg="add del mod">
          <ac:chgData name="Amal R Babu" userId="3a292d0a-112b-4bc3-bf38-7771656893d2" providerId="ADAL" clId="{992600FB-E5A2-48A8-ADC9-6968E10B5B48}" dt="2022-11-30T06:23:13.045" v="3376" actId="27803"/>
          <ac:picMkLst>
            <pc:docMk/>
            <pc:sldMk cId="1275407903" sldId="268"/>
            <ac:picMk id="214" creationId="{5056C6DD-9DB8-810A-5187-6B7B9C5F124B}"/>
          </ac:picMkLst>
        </pc:picChg>
        <pc:picChg chg="add del mod">
          <ac:chgData name="Amal R Babu" userId="3a292d0a-112b-4bc3-bf38-7771656893d2" providerId="ADAL" clId="{992600FB-E5A2-48A8-ADC9-6968E10B5B48}" dt="2022-11-30T06:23:01.918" v="3372" actId="27803"/>
          <ac:picMkLst>
            <pc:docMk/>
            <pc:sldMk cId="1275407903" sldId="268"/>
            <ac:picMk id="216" creationId="{FB42F776-C64D-8B60-F900-DF34DAC9E2EA}"/>
          </ac:picMkLst>
        </pc:picChg>
        <pc:picChg chg="mod">
          <ac:chgData name="Amal R Babu" userId="3a292d0a-112b-4bc3-bf38-7771656893d2" providerId="ADAL" clId="{992600FB-E5A2-48A8-ADC9-6968E10B5B48}" dt="2022-11-30T07:56:33.558" v="3644"/>
          <ac:picMkLst>
            <pc:docMk/>
            <pc:sldMk cId="1275407903" sldId="268"/>
            <ac:picMk id="237" creationId="{53A8D1C4-C816-EEF1-F112-F0DE89B20298}"/>
          </ac:picMkLst>
        </pc:picChg>
        <pc:cxnChg chg="del">
          <ac:chgData name="Amal R Babu" userId="3a292d0a-112b-4bc3-bf38-7771656893d2" providerId="ADAL" clId="{992600FB-E5A2-48A8-ADC9-6968E10B5B48}" dt="2022-11-30T07:56:33.087" v="3643" actId="478"/>
          <ac:cxnSpMkLst>
            <pc:docMk/>
            <pc:sldMk cId="1275407903" sldId="268"/>
            <ac:cxnSpMk id="7" creationId="{1C225904-9D2F-F0C8-8BBE-32DEDB3F8B8F}"/>
          </ac:cxnSpMkLst>
        </pc:cxnChg>
        <pc:cxnChg chg="add mod">
          <ac:chgData name="Amal R Babu" userId="3a292d0a-112b-4bc3-bf38-7771656893d2" providerId="ADAL" clId="{992600FB-E5A2-48A8-ADC9-6968E10B5B48}" dt="2022-11-30T07:56:33.558" v="3644"/>
          <ac:cxnSpMkLst>
            <pc:docMk/>
            <pc:sldMk cId="1275407903" sldId="268"/>
            <ac:cxnSpMk id="242" creationId="{05B63F11-E334-EE6A-93E1-6972CBF1CF1C}"/>
          </ac:cxnSpMkLst>
        </pc:cxnChg>
      </pc:sldChg>
      <pc:sldChg chg="addSp delSp modSp add mod setBg modClrScheme chgLayout">
        <pc:chgData name="Amal R Babu" userId="3a292d0a-112b-4bc3-bf38-7771656893d2" providerId="ADAL" clId="{992600FB-E5A2-48A8-ADC9-6968E10B5B48}" dt="2022-11-30T06:59:17.029" v="3574" actId="478"/>
        <pc:sldMkLst>
          <pc:docMk/>
          <pc:sldMk cId="1769459304" sldId="269"/>
        </pc:sldMkLst>
        <pc:spChg chg="del">
          <ac:chgData name="Amal R Babu" userId="3a292d0a-112b-4bc3-bf38-7771656893d2" providerId="ADAL" clId="{992600FB-E5A2-48A8-ADC9-6968E10B5B48}" dt="2022-11-30T06:31:22.704" v="3457" actId="478"/>
          <ac:spMkLst>
            <pc:docMk/>
            <pc:sldMk cId="1769459304" sldId="269"/>
            <ac:spMk id="3" creationId="{1025ACCD-BEFE-4057-D0DA-23300AB28132}"/>
          </ac:spMkLst>
        </pc:spChg>
        <pc:spChg chg="del">
          <ac:chgData name="Amal R Babu" userId="3a292d0a-112b-4bc3-bf38-7771656893d2" providerId="ADAL" clId="{992600FB-E5A2-48A8-ADC9-6968E10B5B48}" dt="2022-11-30T06:31:22.704" v="3457" actId="478"/>
          <ac:spMkLst>
            <pc:docMk/>
            <pc:sldMk cId="1769459304" sldId="269"/>
            <ac:spMk id="9" creationId="{67D53DBD-07C2-B89B-2A5E-6EA3F0CE967B}"/>
          </ac:spMkLst>
        </pc:spChg>
        <pc:spChg chg="add del mod">
          <ac:chgData name="Amal R Babu" userId="3a292d0a-112b-4bc3-bf38-7771656893d2" providerId="ADAL" clId="{992600FB-E5A2-48A8-ADC9-6968E10B5B48}" dt="2022-11-30T06:29:47.674" v="3444" actId="700"/>
          <ac:spMkLst>
            <pc:docMk/>
            <pc:sldMk cId="1769459304" sldId="269"/>
            <ac:spMk id="10" creationId="{8A73E5FB-D30D-878A-A458-6A752AE195A7}"/>
          </ac:spMkLst>
        </pc:spChg>
        <pc:spChg chg="add mod">
          <ac:chgData name="Amal R Babu" userId="3a292d0a-112b-4bc3-bf38-7771656893d2" providerId="ADAL" clId="{992600FB-E5A2-48A8-ADC9-6968E10B5B48}" dt="2022-11-30T06:59:15.190" v="3573" actId="12789"/>
          <ac:spMkLst>
            <pc:docMk/>
            <pc:sldMk cId="1769459304" sldId="269"/>
            <ac:spMk id="11" creationId="{FE4BEF4F-16A7-27D9-FB12-30D2128537F1}"/>
          </ac:spMkLst>
        </pc:spChg>
        <pc:spChg chg="del">
          <ac:chgData name="Amal R Babu" userId="3a292d0a-112b-4bc3-bf38-7771656893d2" providerId="ADAL" clId="{992600FB-E5A2-48A8-ADC9-6968E10B5B48}" dt="2022-11-30T06:31:22.704" v="3457" actId="478"/>
          <ac:spMkLst>
            <pc:docMk/>
            <pc:sldMk cId="1769459304" sldId="269"/>
            <ac:spMk id="13" creationId="{4F3E08FA-4C08-7258-FA22-03C53F09604C}"/>
          </ac:spMkLst>
        </pc:spChg>
        <pc:spChg chg="add del mod">
          <ac:chgData name="Amal R Babu" userId="3a292d0a-112b-4bc3-bf38-7771656893d2" providerId="ADAL" clId="{992600FB-E5A2-48A8-ADC9-6968E10B5B48}" dt="2022-11-30T06:36:31.332" v="3490" actId="21"/>
          <ac:spMkLst>
            <pc:docMk/>
            <pc:sldMk cId="1769459304" sldId="269"/>
            <ac:spMk id="15" creationId="{1C27873F-CC93-A323-66C5-B83A6AC4EE03}"/>
          </ac:spMkLst>
        </pc:spChg>
        <pc:spChg chg="del">
          <ac:chgData name="Amal R Babu" userId="3a292d0a-112b-4bc3-bf38-7771656893d2" providerId="ADAL" clId="{992600FB-E5A2-48A8-ADC9-6968E10B5B48}" dt="2022-11-30T06:31:22.704" v="3457" actId="478"/>
          <ac:spMkLst>
            <pc:docMk/>
            <pc:sldMk cId="1769459304" sldId="269"/>
            <ac:spMk id="16" creationId="{2913EB48-94F5-98C7-C275-915A1AD4D3EA}"/>
          </ac:spMkLst>
        </pc:spChg>
        <pc:spChg chg="del">
          <ac:chgData name="Amal R Babu" userId="3a292d0a-112b-4bc3-bf38-7771656893d2" providerId="ADAL" clId="{992600FB-E5A2-48A8-ADC9-6968E10B5B48}" dt="2022-11-30T06:31:22.704" v="3457" actId="478"/>
          <ac:spMkLst>
            <pc:docMk/>
            <pc:sldMk cId="1769459304" sldId="269"/>
            <ac:spMk id="17" creationId="{29D393BC-86FC-4CA8-8830-E874EA43EE28}"/>
          </ac:spMkLst>
        </pc:spChg>
        <pc:spChg chg="del">
          <ac:chgData name="Amal R Babu" userId="3a292d0a-112b-4bc3-bf38-7771656893d2" providerId="ADAL" clId="{992600FB-E5A2-48A8-ADC9-6968E10B5B48}" dt="2022-11-30T06:31:22.704" v="3457" actId="478"/>
          <ac:spMkLst>
            <pc:docMk/>
            <pc:sldMk cId="1769459304" sldId="269"/>
            <ac:spMk id="19" creationId="{B5F22004-B568-5F9F-D315-B9048F8F933E}"/>
          </ac:spMkLst>
        </pc:spChg>
        <pc:spChg chg="del">
          <ac:chgData name="Amal R Babu" userId="3a292d0a-112b-4bc3-bf38-7771656893d2" providerId="ADAL" clId="{992600FB-E5A2-48A8-ADC9-6968E10B5B48}" dt="2022-11-30T06:31:22.704" v="3457" actId="478"/>
          <ac:spMkLst>
            <pc:docMk/>
            <pc:sldMk cId="1769459304" sldId="269"/>
            <ac:spMk id="20" creationId="{DBD7492E-2CD4-61A0-9EEE-CEE4E61AED9D}"/>
          </ac:spMkLst>
        </pc:spChg>
        <pc:spChg chg="del">
          <ac:chgData name="Amal R Babu" userId="3a292d0a-112b-4bc3-bf38-7771656893d2" providerId="ADAL" clId="{992600FB-E5A2-48A8-ADC9-6968E10B5B48}" dt="2022-11-30T06:31:22.704" v="3457" actId="478"/>
          <ac:spMkLst>
            <pc:docMk/>
            <pc:sldMk cId="1769459304" sldId="269"/>
            <ac:spMk id="21" creationId="{88AF1956-F7FB-2ADE-A3E7-1F7329C9752A}"/>
          </ac:spMkLst>
        </pc:spChg>
        <pc:spChg chg="del">
          <ac:chgData name="Amal R Babu" userId="3a292d0a-112b-4bc3-bf38-7771656893d2" providerId="ADAL" clId="{992600FB-E5A2-48A8-ADC9-6968E10B5B48}" dt="2022-11-30T06:31:22.704" v="3457" actId="478"/>
          <ac:spMkLst>
            <pc:docMk/>
            <pc:sldMk cId="1769459304" sldId="269"/>
            <ac:spMk id="22" creationId="{B8560F59-A67B-8514-2A4E-47A28A1A48B1}"/>
          </ac:spMkLst>
        </pc:spChg>
        <pc:spChg chg="mod">
          <ac:chgData name="Amal R Babu" userId="3a292d0a-112b-4bc3-bf38-7771656893d2" providerId="ADAL" clId="{992600FB-E5A2-48A8-ADC9-6968E10B5B48}" dt="2022-11-30T06:58:03.415" v="3562" actId="108"/>
          <ac:spMkLst>
            <pc:docMk/>
            <pc:sldMk cId="1769459304" sldId="269"/>
            <ac:spMk id="25" creationId="{1371FB22-7FA7-46A2-F082-E8B4A3E0E664}"/>
          </ac:spMkLst>
        </pc:spChg>
        <pc:spChg chg="mod topLvl">
          <ac:chgData name="Amal R Babu" userId="3a292d0a-112b-4bc3-bf38-7771656893d2" providerId="ADAL" clId="{992600FB-E5A2-48A8-ADC9-6968E10B5B48}" dt="2022-11-30T06:56:24.192" v="3543" actId="165"/>
          <ac:spMkLst>
            <pc:docMk/>
            <pc:sldMk cId="1769459304" sldId="269"/>
            <ac:spMk id="31" creationId="{8B75710E-7F2F-8634-D2E3-AA2677355D59}"/>
          </ac:spMkLst>
        </pc:spChg>
        <pc:spChg chg="mod topLvl">
          <ac:chgData name="Amal R Babu" userId="3a292d0a-112b-4bc3-bf38-7771656893d2" providerId="ADAL" clId="{992600FB-E5A2-48A8-ADC9-6968E10B5B48}" dt="2022-11-30T06:56:24.192" v="3543" actId="165"/>
          <ac:spMkLst>
            <pc:docMk/>
            <pc:sldMk cId="1769459304" sldId="269"/>
            <ac:spMk id="32" creationId="{581594D2-253A-09F1-EB23-B2FF63A499F4}"/>
          </ac:spMkLst>
        </pc:spChg>
        <pc:spChg chg="del">
          <ac:chgData name="Amal R Babu" userId="3a292d0a-112b-4bc3-bf38-7771656893d2" providerId="ADAL" clId="{992600FB-E5A2-48A8-ADC9-6968E10B5B48}" dt="2022-11-30T06:31:22.704" v="3457" actId="478"/>
          <ac:spMkLst>
            <pc:docMk/>
            <pc:sldMk cId="1769459304" sldId="269"/>
            <ac:spMk id="33" creationId="{06426368-13B9-05ED-7B4E-48B8C7532F65}"/>
          </ac:spMkLst>
        </pc:spChg>
        <pc:spChg chg="del mod">
          <ac:chgData name="Amal R Babu" userId="3a292d0a-112b-4bc3-bf38-7771656893d2" providerId="ADAL" clId="{992600FB-E5A2-48A8-ADC9-6968E10B5B48}" dt="2022-11-30T06:31:22.704" v="3457" actId="478"/>
          <ac:spMkLst>
            <pc:docMk/>
            <pc:sldMk cId="1769459304" sldId="269"/>
            <ac:spMk id="34" creationId="{15C24E6E-5086-DAC3-E400-3CB725E13353}"/>
          </ac:spMkLst>
        </pc:spChg>
        <pc:spChg chg="del">
          <ac:chgData name="Amal R Babu" userId="3a292d0a-112b-4bc3-bf38-7771656893d2" providerId="ADAL" clId="{992600FB-E5A2-48A8-ADC9-6968E10B5B48}" dt="2022-11-30T06:31:22.704" v="3457" actId="478"/>
          <ac:spMkLst>
            <pc:docMk/>
            <pc:sldMk cId="1769459304" sldId="269"/>
            <ac:spMk id="35" creationId="{D7FACB4C-BCA4-434A-8FA8-F4D0A8D4C109}"/>
          </ac:spMkLst>
        </pc:spChg>
        <pc:spChg chg="mod topLvl">
          <ac:chgData name="Amal R Babu" userId="3a292d0a-112b-4bc3-bf38-7771656893d2" providerId="ADAL" clId="{992600FB-E5A2-48A8-ADC9-6968E10B5B48}" dt="2022-11-30T06:56:24.192" v="3543" actId="165"/>
          <ac:spMkLst>
            <pc:docMk/>
            <pc:sldMk cId="1769459304" sldId="269"/>
            <ac:spMk id="36" creationId="{BA8AE424-DCFE-238E-0E73-69A9BC93C1A5}"/>
          </ac:spMkLst>
        </pc:spChg>
        <pc:spChg chg="mod">
          <ac:chgData name="Amal R Babu" userId="3a292d0a-112b-4bc3-bf38-7771656893d2" providerId="ADAL" clId="{992600FB-E5A2-48A8-ADC9-6968E10B5B48}" dt="2022-11-30T06:56:24.192" v="3543" actId="165"/>
          <ac:spMkLst>
            <pc:docMk/>
            <pc:sldMk cId="1769459304" sldId="269"/>
            <ac:spMk id="38" creationId="{322DDAFE-54BD-7E32-65D5-EBF8BA291472}"/>
          </ac:spMkLst>
        </pc:spChg>
        <pc:spChg chg="mod">
          <ac:chgData name="Amal R Babu" userId="3a292d0a-112b-4bc3-bf38-7771656893d2" providerId="ADAL" clId="{992600FB-E5A2-48A8-ADC9-6968E10B5B48}" dt="2022-11-30T06:56:24.192" v="3543" actId="165"/>
          <ac:spMkLst>
            <pc:docMk/>
            <pc:sldMk cId="1769459304" sldId="269"/>
            <ac:spMk id="39" creationId="{9523B0A2-DA63-4010-AA5F-74DAF1DE9D7B}"/>
          </ac:spMkLst>
        </pc:spChg>
        <pc:spChg chg="mod topLvl">
          <ac:chgData name="Amal R Babu" userId="3a292d0a-112b-4bc3-bf38-7771656893d2" providerId="ADAL" clId="{992600FB-E5A2-48A8-ADC9-6968E10B5B48}" dt="2022-11-30T06:58:47.390" v="3569" actId="165"/>
          <ac:spMkLst>
            <pc:docMk/>
            <pc:sldMk cId="1769459304" sldId="269"/>
            <ac:spMk id="42" creationId="{92DCCBEF-6FD4-1922-F281-7241E0CA1A9D}"/>
          </ac:spMkLst>
        </pc:spChg>
        <pc:spChg chg="del">
          <ac:chgData name="Amal R Babu" userId="3a292d0a-112b-4bc3-bf38-7771656893d2" providerId="ADAL" clId="{992600FB-E5A2-48A8-ADC9-6968E10B5B48}" dt="2022-11-30T06:31:22.704" v="3457" actId="478"/>
          <ac:spMkLst>
            <pc:docMk/>
            <pc:sldMk cId="1769459304" sldId="269"/>
            <ac:spMk id="43" creationId="{4085F982-777E-59AD-4DB4-B07024AB9EAF}"/>
          </ac:spMkLst>
        </pc:spChg>
        <pc:spChg chg="mod topLvl">
          <ac:chgData name="Amal R Babu" userId="3a292d0a-112b-4bc3-bf38-7771656893d2" providerId="ADAL" clId="{992600FB-E5A2-48A8-ADC9-6968E10B5B48}" dt="2022-11-30T06:58:47.390" v="3569" actId="165"/>
          <ac:spMkLst>
            <pc:docMk/>
            <pc:sldMk cId="1769459304" sldId="269"/>
            <ac:spMk id="45" creationId="{02409ACF-257C-445B-CD01-A89D16FA258D}"/>
          </ac:spMkLst>
        </pc:spChg>
        <pc:spChg chg="mod">
          <ac:chgData name="Amal R Babu" userId="3a292d0a-112b-4bc3-bf38-7771656893d2" providerId="ADAL" clId="{992600FB-E5A2-48A8-ADC9-6968E10B5B48}" dt="2022-11-30T06:58:47.390" v="3569" actId="165"/>
          <ac:spMkLst>
            <pc:docMk/>
            <pc:sldMk cId="1769459304" sldId="269"/>
            <ac:spMk id="48" creationId="{02C3BDCF-FDFC-9079-D9ED-C887FEFE3341}"/>
          </ac:spMkLst>
        </pc:spChg>
        <pc:spChg chg="del">
          <ac:chgData name="Amal R Babu" userId="3a292d0a-112b-4bc3-bf38-7771656893d2" providerId="ADAL" clId="{992600FB-E5A2-48A8-ADC9-6968E10B5B48}" dt="2022-11-30T06:31:22.704" v="3457" actId="478"/>
          <ac:spMkLst>
            <pc:docMk/>
            <pc:sldMk cId="1769459304" sldId="269"/>
            <ac:spMk id="50" creationId="{0E2B6178-FB2D-9772-47AD-87A734026875}"/>
          </ac:spMkLst>
        </pc:spChg>
        <pc:spChg chg="mod">
          <ac:chgData name="Amal R Babu" userId="3a292d0a-112b-4bc3-bf38-7771656893d2" providerId="ADAL" clId="{992600FB-E5A2-48A8-ADC9-6968E10B5B48}" dt="2022-11-30T06:58:47.390" v="3569" actId="165"/>
          <ac:spMkLst>
            <pc:docMk/>
            <pc:sldMk cId="1769459304" sldId="269"/>
            <ac:spMk id="51" creationId="{47CBC3A7-B7B2-D763-ED83-4224245CDE3B}"/>
          </ac:spMkLst>
        </pc:spChg>
        <pc:spChg chg="del">
          <ac:chgData name="Amal R Babu" userId="3a292d0a-112b-4bc3-bf38-7771656893d2" providerId="ADAL" clId="{992600FB-E5A2-48A8-ADC9-6968E10B5B48}" dt="2022-11-30T06:31:22.704" v="3457" actId="478"/>
          <ac:spMkLst>
            <pc:docMk/>
            <pc:sldMk cId="1769459304" sldId="269"/>
            <ac:spMk id="55" creationId="{A2C13AB5-7A64-00F4-ECBF-90F667E097CA}"/>
          </ac:spMkLst>
        </pc:spChg>
        <pc:spChg chg="del">
          <ac:chgData name="Amal R Babu" userId="3a292d0a-112b-4bc3-bf38-7771656893d2" providerId="ADAL" clId="{992600FB-E5A2-48A8-ADC9-6968E10B5B48}" dt="2022-11-30T06:31:22.704" v="3457" actId="478"/>
          <ac:spMkLst>
            <pc:docMk/>
            <pc:sldMk cId="1769459304" sldId="269"/>
            <ac:spMk id="58" creationId="{84827C04-91A4-59E2-705C-138BA0A13DA9}"/>
          </ac:spMkLst>
        </pc:spChg>
        <pc:spChg chg="mod">
          <ac:chgData name="Amal R Babu" userId="3a292d0a-112b-4bc3-bf38-7771656893d2" providerId="ADAL" clId="{992600FB-E5A2-48A8-ADC9-6968E10B5B48}" dt="2022-11-30T06:58:47.390" v="3569" actId="165"/>
          <ac:spMkLst>
            <pc:docMk/>
            <pc:sldMk cId="1769459304" sldId="269"/>
            <ac:spMk id="59" creationId="{C8D29D25-41E9-8A4F-1EA6-CC62418E3E95}"/>
          </ac:spMkLst>
        </pc:spChg>
        <pc:spChg chg="mod">
          <ac:chgData name="Amal R Babu" userId="3a292d0a-112b-4bc3-bf38-7771656893d2" providerId="ADAL" clId="{992600FB-E5A2-48A8-ADC9-6968E10B5B48}" dt="2022-11-30T06:58:47.390" v="3569" actId="165"/>
          <ac:spMkLst>
            <pc:docMk/>
            <pc:sldMk cId="1769459304" sldId="269"/>
            <ac:spMk id="61" creationId="{34850E5A-91B2-D584-D5B5-C8A97A07463B}"/>
          </ac:spMkLst>
        </pc:spChg>
        <pc:spChg chg="mod">
          <ac:chgData name="Amal R Babu" userId="3a292d0a-112b-4bc3-bf38-7771656893d2" providerId="ADAL" clId="{992600FB-E5A2-48A8-ADC9-6968E10B5B48}" dt="2022-11-30T06:58:47.390" v="3569" actId="165"/>
          <ac:spMkLst>
            <pc:docMk/>
            <pc:sldMk cId="1769459304" sldId="269"/>
            <ac:spMk id="63" creationId="{43826244-9B2E-081E-D626-37DA1CA39C60}"/>
          </ac:spMkLst>
        </pc:spChg>
        <pc:spChg chg="mod">
          <ac:chgData name="Amal R Babu" userId="3a292d0a-112b-4bc3-bf38-7771656893d2" providerId="ADAL" clId="{992600FB-E5A2-48A8-ADC9-6968E10B5B48}" dt="2022-11-30T06:58:47.390" v="3569" actId="165"/>
          <ac:spMkLst>
            <pc:docMk/>
            <pc:sldMk cId="1769459304" sldId="269"/>
            <ac:spMk id="74" creationId="{6AAAB4F8-7B40-0BEF-F04A-7B3A113ABCFD}"/>
          </ac:spMkLst>
        </pc:spChg>
        <pc:spChg chg="del">
          <ac:chgData name="Amal R Babu" userId="3a292d0a-112b-4bc3-bf38-7771656893d2" providerId="ADAL" clId="{992600FB-E5A2-48A8-ADC9-6968E10B5B48}" dt="2022-11-30T06:31:22.704" v="3457" actId="478"/>
          <ac:spMkLst>
            <pc:docMk/>
            <pc:sldMk cId="1769459304" sldId="269"/>
            <ac:spMk id="75" creationId="{82381173-9D11-EA28-C232-8562E09E7A8A}"/>
          </ac:spMkLst>
        </pc:spChg>
        <pc:spChg chg="del">
          <ac:chgData name="Amal R Babu" userId="3a292d0a-112b-4bc3-bf38-7771656893d2" providerId="ADAL" clId="{992600FB-E5A2-48A8-ADC9-6968E10B5B48}" dt="2022-11-30T06:31:22.704" v="3457" actId="478"/>
          <ac:spMkLst>
            <pc:docMk/>
            <pc:sldMk cId="1769459304" sldId="269"/>
            <ac:spMk id="76" creationId="{49C2A340-4710-5833-FBEA-EC919DD51A6E}"/>
          </ac:spMkLst>
        </pc:spChg>
        <pc:spChg chg="del">
          <ac:chgData name="Amal R Babu" userId="3a292d0a-112b-4bc3-bf38-7771656893d2" providerId="ADAL" clId="{992600FB-E5A2-48A8-ADC9-6968E10B5B48}" dt="2022-11-30T06:31:22.704" v="3457" actId="478"/>
          <ac:spMkLst>
            <pc:docMk/>
            <pc:sldMk cId="1769459304" sldId="269"/>
            <ac:spMk id="77" creationId="{7859F75F-3F6A-F6DE-C7C4-920FB32200D1}"/>
          </ac:spMkLst>
        </pc:spChg>
        <pc:spChg chg="mod">
          <ac:chgData name="Amal R Babu" userId="3a292d0a-112b-4bc3-bf38-7771656893d2" providerId="ADAL" clId="{992600FB-E5A2-48A8-ADC9-6968E10B5B48}" dt="2022-11-30T06:58:47.390" v="3569" actId="165"/>
          <ac:spMkLst>
            <pc:docMk/>
            <pc:sldMk cId="1769459304" sldId="269"/>
            <ac:spMk id="78" creationId="{E809CEF5-0C63-A9CC-DAC0-5750FC57AE05}"/>
          </ac:spMkLst>
        </pc:spChg>
        <pc:spChg chg="del">
          <ac:chgData name="Amal R Babu" userId="3a292d0a-112b-4bc3-bf38-7771656893d2" providerId="ADAL" clId="{992600FB-E5A2-48A8-ADC9-6968E10B5B48}" dt="2022-11-30T06:31:22.704" v="3457" actId="478"/>
          <ac:spMkLst>
            <pc:docMk/>
            <pc:sldMk cId="1769459304" sldId="269"/>
            <ac:spMk id="80" creationId="{2770181D-94BB-87F9-9F1C-C577F5415446}"/>
          </ac:spMkLst>
        </pc:spChg>
        <pc:spChg chg="del">
          <ac:chgData name="Amal R Babu" userId="3a292d0a-112b-4bc3-bf38-7771656893d2" providerId="ADAL" clId="{992600FB-E5A2-48A8-ADC9-6968E10B5B48}" dt="2022-11-30T06:31:22.704" v="3457" actId="478"/>
          <ac:spMkLst>
            <pc:docMk/>
            <pc:sldMk cId="1769459304" sldId="269"/>
            <ac:spMk id="81" creationId="{59106057-6687-7436-2443-36CF82D5A997}"/>
          </ac:spMkLst>
        </pc:spChg>
        <pc:spChg chg="mod">
          <ac:chgData name="Amal R Babu" userId="3a292d0a-112b-4bc3-bf38-7771656893d2" providerId="ADAL" clId="{992600FB-E5A2-48A8-ADC9-6968E10B5B48}" dt="2022-11-30T06:58:47.390" v="3569" actId="165"/>
          <ac:spMkLst>
            <pc:docMk/>
            <pc:sldMk cId="1769459304" sldId="269"/>
            <ac:spMk id="83" creationId="{6AA657D1-4956-1596-65B3-795D04D6DE75}"/>
          </ac:spMkLst>
        </pc:spChg>
        <pc:spChg chg="mod">
          <ac:chgData name="Amal R Babu" userId="3a292d0a-112b-4bc3-bf38-7771656893d2" providerId="ADAL" clId="{992600FB-E5A2-48A8-ADC9-6968E10B5B48}" dt="2022-11-30T06:58:47.390" v="3569" actId="165"/>
          <ac:spMkLst>
            <pc:docMk/>
            <pc:sldMk cId="1769459304" sldId="269"/>
            <ac:spMk id="84" creationId="{674F7BF8-CCF7-863A-D314-5A5F61C72936}"/>
          </ac:spMkLst>
        </pc:spChg>
        <pc:spChg chg="mod">
          <ac:chgData name="Amal R Babu" userId="3a292d0a-112b-4bc3-bf38-7771656893d2" providerId="ADAL" clId="{992600FB-E5A2-48A8-ADC9-6968E10B5B48}" dt="2022-11-30T06:58:47.390" v="3569" actId="165"/>
          <ac:spMkLst>
            <pc:docMk/>
            <pc:sldMk cId="1769459304" sldId="269"/>
            <ac:spMk id="86" creationId="{F82F4295-6748-7BAE-3891-742E07A0DB21}"/>
          </ac:spMkLst>
        </pc:spChg>
        <pc:spChg chg="mod">
          <ac:chgData name="Amal R Babu" userId="3a292d0a-112b-4bc3-bf38-7771656893d2" providerId="ADAL" clId="{992600FB-E5A2-48A8-ADC9-6968E10B5B48}" dt="2022-11-30T06:58:47.390" v="3569" actId="165"/>
          <ac:spMkLst>
            <pc:docMk/>
            <pc:sldMk cId="1769459304" sldId="269"/>
            <ac:spMk id="87" creationId="{5F0FD274-33A7-CE2B-CCB1-2CCF4AB0D52E}"/>
          </ac:spMkLst>
        </pc:spChg>
        <pc:spChg chg="mod">
          <ac:chgData name="Amal R Babu" userId="3a292d0a-112b-4bc3-bf38-7771656893d2" providerId="ADAL" clId="{992600FB-E5A2-48A8-ADC9-6968E10B5B48}" dt="2022-11-30T06:58:47.390" v="3569" actId="165"/>
          <ac:spMkLst>
            <pc:docMk/>
            <pc:sldMk cId="1769459304" sldId="269"/>
            <ac:spMk id="90" creationId="{BE241937-8072-325C-B04D-3DAFE807D00F}"/>
          </ac:spMkLst>
        </pc:spChg>
        <pc:spChg chg="mod">
          <ac:chgData name="Amal R Babu" userId="3a292d0a-112b-4bc3-bf38-7771656893d2" providerId="ADAL" clId="{992600FB-E5A2-48A8-ADC9-6968E10B5B48}" dt="2022-11-30T06:58:47.390" v="3569" actId="165"/>
          <ac:spMkLst>
            <pc:docMk/>
            <pc:sldMk cId="1769459304" sldId="269"/>
            <ac:spMk id="91" creationId="{AC4129C7-212D-CCEB-EB86-B8D60EA8A790}"/>
          </ac:spMkLst>
        </pc:spChg>
        <pc:spChg chg="del">
          <ac:chgData name="Amal R Babu" userId="3a292d0a-112b-4bc3-bf38-7771656893d2" providerId="ADAL" clId="{992600FB-E5A2-48A8-ADC9-6968E10B5B48}" dt="2022-11-30T06:29:44.914" v="3443" actId="478"/>
          <ac:spMkLst>
            <pc:docMk/>
            <pc:sldMk cId="1769459304" sldId="269"/>
            <ac:spMk id="92" creationId="{232C2ADA-8B7B-4990-FB78-B27C9A79E87E}"/>
          </ac:spMkLst>
        </pc:spChg>
        <pc:spChg chg="mod">
          <ac:chgData name="Amal R Babu" userId="3a292d0a-112b-4bc3-bf38-7771656893d2" providerId="ADAL" clId="{992600FB-E5A2-48A8-ADC9-6968E10B5B48}" dt="2022-11-30T06:58:47.390" v="3569" actId="165"/>
          <ac:spMkLst>
            <pc:docMk/>
            <pc:sldMk cId="1769459304" sldId="269"/>
            <ac:spMk id="93" creationId="{6AC81830-D74D-B6E1-131C-224BB938C8D3}"/>
          </ac:spMkLst>
        </pc:spChg>
        <pc:spChg chg="mod">
          <ac:chgData name="Amal R Babu" userId="3a292d0a-112b-4bc3-bf38-7771656893d2" providerId="ADAL" clId="{992600FB-E5A2-48A8-ADC9-6968E10B5B48}" dt="2022-11-30T06:56:24.192" v="3543" actId="165"/>
          <ac:spMkLst>
            <pc:docMk/>
            <pc:sldMk cId="1769459304" sldId="269"/>
            <ac:spMk id="99" creationId="{90E72D3F-2763-B90B-02C5-3AB9DDC0A444}"/>
          </ac:spMkLst>
        </pc:spChg>
        <pc:spChg chg="mod">
          <ac:chgData name="Amal R Babu" userId="3a292d0a-112b-4bc3-bf38-7771656893d2" providerId="ADAL" clId="{992600FB-E5A2-48A8-ADC9-6968E10B5B48}" dt="2022-11-30T06:56:24.192" v="3543" actId="165"/>
          <ac:spMkLst>
            <pc:docMk/>
            <pc:sldMk cId="1769459304" sldId="269"/>
            <ac:spMk id="100" creationId="{539A5FAB-DBEF-DFF6-5367-927B5D71CDEA}"/>
          </ac:spMkLst>
        </pc:spChg>
        <pc:spChg chg="del">
          <ac:chgData name="Amal R Babu" userId="3a292d0a-112b-4bc3-bf38-7771656893d2" providerId="ADAL" clId="{992600FB-E5A2-48A8-ADC9-6968E10B5B48}" dt="2022-11-30T06:29:44.914" v="3443" actId="478"/>
          <ac:spMkLst>
            <pc:docMk/>
            <pc:sldMk cId="1769459304" sldId="269"/>
            <ac:spMk id="101" creationId="{0B8B5381-5AF5-78F1-22D8-F0A963C908A4}"/>
          </ac:spMkLst>
        </pc:spChg>
        <pc:spChg chg="del mod">
          <ac:chgData name="Amal R Babu" userId="3a292d0a-112b-4bc3-bf38-7771656893d2" providerId="ADAL" clId="{992600FB-E5A2-48A8-ADC9-6968E10B5B48}" dt="2022-11-30T06:31:22.704" v="3457" actId="478"/>
          <ac:spMkLst>
            <pc:docMk/>
            <pc:sldMk cId="1769459304" sldId="269"/>
            <ac:spMk id="102" creationId="{BC336F4F-319C-E66A-14BA-28906300DE58}"/>
          </ac:spMkLst>
        </pc:spChg>
        <pc:spChg chg="del">
          <ac:chgData name="Amal R Babu" userId="3a292d0a-112b-4bc3-bf38-7771656893d2" providerId="ADAL" clId="{992600FB-E5A2-48A8-ADC9-6968E10B5B48}" dt="2022-11-30T06:29:44.914" v="3443" actId="478"/>
          <ac:spMkLst>
            <pc:docMk/>
            <pc:sldMk cId="1769459304" sldId="269"/>
            <ac:spMk id="107" creationId="{D780F9A4-B3F5-3D00-9D28-DB74E7AC3029}"/>
          </ac:spMkLst>
        </pc:spChg>
        <pc:spChg chg="del">
          <ac:chgData name="Amal R Babu" userId="3a292d0a-112b-4bc3-bf38-7771656893d2" providerId="ADAL" clId="{992600FB-E5A2-48A8-ADC9-6968E10B5B48}" dt="2022-11-30T06:29:44.914" v="3443" actId="478"/>
          <ac:spMkLst>
            <pc:docMk/>
            <pc:sldMk cId="1769459304" sldId="269"/>
            <ac:spMk id="108" creationId="{FB189AB4-5F00-6EBF-81EA-576AE98AF0DD}"/>
          </ac:spMkLst>
        </pc:spChg>
        <pc:spChg chg="del">
          <ac:chgData name="Amal R Babu" userId="3a292d0a-112b-4bc3-bf38-7771656893d2" providerId="ADAL" clId="{992600FB-E5A2-48A8-ADC9-6968E10B5B48}" dt="2022-11-30T06:31:22.704" v="3457" actId="478"/>
          <ac:spMkLst>
            <pc:docMk/>
            <pc:sldMk cId="1769459304" sldId="269"/>
            <ac:spMk id="109" creationId="{B205D4A8-03D0-E92D-2A10-7A44B4A53BD1}"/>
          </ac:spMkLst>
        </pc:spChg>
        <pc:spChg chg="del">
          <ac:chgData name="Amal R Babu" userId="3a292d0a-112b-4bc3-bf38-7771656893d2" providerId="ADAL" clId="{992600FB-E5A2-48A8-ADC9-6968E10B5B48}" dt="2022-11-30T06:29:44.914" v="3443" actId="478"/>
          <ac:spMkLst>
            <pc:docMk/>
            <pc:sldMk cId="1769459304" sldId="269"/>
            <ac:spMk id="110" creationId="{11D044F7-069C-1EE1-631B-E39F51A8514B}"/>
          </ac:spMkLst>
        </pc:spChg>
        <pc:spChg chg="del">
          <ac:chgData name="Amal R Babu" userId="3a292d0a-112b-4bc3-bf38-7771656893d2" providerId="ADAL" clId="{992600FB-E5A2-48A8-ADC9-6968E10B5B48}" dt="2022-11-30T06:29:44.914" v="3443" actId="478"/>
          <ac:spMkLst>
            <pc:docMk/>
            <pc:sldMk cId="1769459304" sldId="269"/>
            <ac:spMk id="111" creationId="{F8D5B782-E102-ED48-384D-001B4CCF7315}"/>
          </ac:spMkLst>
        </pc:spChg>
        <pc:spChg chg="del">
          <ac:chgData name="Amal R Babu" userId="3a292d0a-112b-4bc3-bf38-7771656893d2" providerId="ADAL" clId="{992600FB-E5A2-48A8-ADC9-6968E10B5B48}" dt="2022-11-30T06:29:44.914" v="3443" actId="478"/>
          <ac:spMkLst>
            <pc:docMk/>
            <pc:sldMk cId="1769459304" sldId="269"/>
            <ac:spMk id="112" creationId="{7D934A19-4D47-C1B5-CC49-5DD72A97EE92}"/>
          </ac:spMkLst>
        </pc:spChg>
        <pc:spChg chg="del">
          <ac:chgData name="Amal R Babu" userId="3a292d0a-112b-4bc3-bf38-7771656893d2" providerId="ADAL" clId="{992600FB-E5A2-48A8-ADC9-6968E10B5B48}" dt="2022-11-30T06:29:44.914" v="3443" actId="478"/>
          <ac:spMkLst>
            <pc:docMk/>
            <pc:sldMk cId="1769459304" sldId="269"/>
            <ac:spMk id="113" creationId="{F3C445CE-A671-6B0E-5B71-2C636FB9174A}"/>
          </ac:spMkLst>
        </pc:spChg>
        <pc:spChg chg="del">
          <ac:chgData name="Amal R Babu" userId="3a292d0a-112b-4bc3-bf38-7771656893d2" providerId="ADAL" clId="{992600FB-E5A2-48A8-ADC9-6968E10B5B48}" dt="2022-11-30T06:29:44.914" v="3443" actId="478"/>
          <ac:spMkLst>
            <pc:docMk/>
            <pc:sldMk cId="1769459304" sldId="269"/>
            <ac:spMk id="117" creationId="{56370A66-18BF-DCBF-3BE1-53FFA1CBDF58}"/>
          </ac:spMkLst>
        </pc:spChg>
        <pc:spChg chg="del">
          <ac:chgData name="Amal R Babu" userId="3a292d0a-112b-4bc3-bf38-7771656893d2" providerId="ADAL" clId="{992600FB-E5A2-48A8-ADC9-6968E10B5B48}" dt="2022-11-30T06:29:44.914" v="3443" actId="478"/>
          <ac:spMkLst>
            <pc:docMk/>
            <pc:sldMk cId="1769459304" sldId="269"/>
            <ac:spMk id="118" creationId="{3AACD876-D12C-4DE4-2E25-620E3ACF133C}"/>
          </ac:spMkLst>
        </pc:spChg>
        <pc:spChg chg="del">
          <ac:chgData name="Amal R Babu" userId="3a292d0a-112b-4bc3-bf38-7771656893d2" providerId="ADAL" clId="{992600FB-E5A2-48A8-ADC9-6968E10B5B48}" dt="2022-11-30T06:29:44.914" v="3443" actId="478"/>
          <ac:spMkLst>
            <pc:docMk/>
            <pc:sldMk cId="1769459304" sldId="269"/>
            <ac:spMk id="119" creationId="{8F4F6FAE-F521-B77E-1175-C825184004FD}"/>
          </ac:spMkLst>
        </pc:spChg>
        <pc:spChg chg="del">
          <ac:chgData name="Amal R Babu" userId="3a292d0a-112b-4bc3-bf38-7771656893d2" providerId="ADAL" clId="{992600FB-E5A2-48A8-ADC9-6968E10B5B48}" dt="2022-11-30T06:29:44.914" v="3443" actId="478"/>
          <ac:spMkLst>
            <pc:docMk/>
            <pc:sldMk cId="1769459304" sldId="269"/>
            <ac:spMk id="137" creationId="{10D5C27D-D646-A21F-A5F8-933C0BFC592D}"/>
          </ac:spMkLst>
        </pc:spChg>
        <pc:spChg chg="mod">
          <ac:chgData name="Amal R Babu" userId="3a292d0a-112b-4bc3-bf38-7771656893d2" providerId="ADAL" clId="{992600FB-E5A2-48A8-ADC9-6968E10B5B48}" dt="2022-11-30T06:56:24.192" v="3543" actId="165"/>
          <ac:spMkLst>
            <pc:docMk/>
            <pc:sldMk cId="1769459304" sldId="269"/>
            <ac:spMk id="139" creationId="{FEA6EF92-60FB-93E5-B1FF-C1E5D2FC1DA3}"/>
          </ac:spMkLst>
        </pc:spChg>
        <pc:spChg chg="mod">
          <ac:chgData name="Amal R Babu" userId="3a292d0a-112b-4bc3-bf38-7771656893d2" providerId="ADAL" clId="{992600FB-E5A2-48A8-ADC9-6968E10B5B48}" dt="2022-11-30T06:56:24.192" v="3543" actId="165"/>
          <ac:spMkLst>
            <pc:docMk/>
            <pc:sldMk cId="1769459304" sldId="269"/>
            <ac:spMk id="140" creationId="{DB5CC66F-36AF-15E5-7ECC-FDF0F31A3268}"/>
          </ac:spMkLst>
        </pc:spChg>
        <pc:spChg chg="mod">
          <ac:chgData name="Amal R Babu" userId="3a292d0a-112b-4bc3-bf38-7771656893d2" providerId="ADAL" clId="{992600FB-E5A2-48A8-ADC9-6968E10B5B48}" dt="2022-11-30T06:56:24.192" v="3543" actId="165"/>
          <ac:spMkLst>
            <pc:docMk/>
            <pc:sldMk cId="1769459304" sldId="269"/>
            <ac:spMk id="141" creationId="{3533E77B-B3E9-CBC2-99BC-4A2F15B16095}"/>
          </ac:spMkLst>
        </pc:spChg>
        <pc:spChg chg="del mod">
          <ac:chgData name="Amal R Babu" userId="3a292d0a-112b-4bc3-bf38-7771656893d2" providerId="ADAL" clId="{992600FB-E5A2-48A8-ADC9-6968E10B5B48}" dt="2022-11-30T06:56:59.081" v="3549" actId="478"/>
          <ac:spMkLst>
            <pc:docMk/>
            <pc:sldMk cId="1769459304" sldId="269"/>
            <ac:spMk id="143" creationId="{78C4616E-4651-3518-BDE6-74307D0B094F}"/>
          </ac:spMkLst>
        </pc:spChg>
        <pc:spChg chg="mod">
          <ac:chgData name="Amal R Babu" userId="3a292d0a-112b-4bc3-bf38-7771656893d2" providerId="ADAL" clId="{992600FB-E5A2-48A8-ADC9-6968E10B5B48}" dt="2022-11-30T06:56:24.192" v="3543" actId="165"/>
          <ac:spMkLst>
            <pc:docMk/>
            <pc:sldMk cId="1769459304" sldId="269"/>
            <ac:spMk id="144" creationId="{23054A5B-34A1-72E0-C28E-EB4D26DEC857}"/>
          </ac:spMkLst>
        </pc:spChg>
        <pc:spChg chg="mod">
          <ac:chgData name="Amal R Babu" userId="3a292d0a-112b-4bc3-bf38-7771656893d2" providerId="ADAL" clId="{992600FB-E5A2-48A8-ADC9-6968E10B5B48}" dt="2022-11-30T06:56:24.192" v="3543" actId="165"/>
          <ac:spMkLst>
            <pc:docMk/>
            <pc:sldMk cId="1769459304" sldId="269"/>
            <ac:spMk id="145" creationId="{D76056CF-9257-10EC-7CDA-C1BB0FE47D44}"/>
          </ac:spMkLst>
        </pc:spChg>
        <pc:spChg chg="mod">
          <ac:chgData name="Amal R Babu" userId="3a292d0a-112b-4bc3-bf38-7771656893d2" providerId="ADAL" clId="{992600FB-E5A2-48A8-ADC9-6968E10B5B48}" dt="2022-11-30T06:56:24.192" v="3543" actId="165"/>
          <ac:spMkLst>
            <pc:docMk/>
            <pc:sldMk cId="1769459304" sldId="269"/>
            <ac:spMk id="147" creationId="{FA90F580-F742-5433-2050-50F824095147}"/>
          </ac:spMkLst>
        </pc:spChg>
        <pc:spChg chg="mod">
          <ac:chgData name="Amal R Babu" userId="3a292d0a-112b-4bc3-bf38-7771656893d2" providerId="ADAL" clId="{992600FB-E5A2-48A8-ADC9-6968E10B5B48}" dt="2022-11-30T06:56:24.192" v="3543" actId="165"/>
          <ac:spMkLst>
            <pc:docMk/>
            <pc:sldMk cId="1769459304" sldId="269"/>
            <ac:spMk id="148" creationId="{ADE69317-F0A5-46B8-682F-2AC4EB2F9B53}"/>
          </ac:spMkLst>
        </pc:spChg>
        <pc:spChg chg="add del mod ord">
          <ac:chgData name="Amal R Babu" userId="3a292d0a-112b-4bc3-bf38-7771656893d2" providerId="ADAL" clId="{992600FB-E5A2-48A8-ADC9-6968E10B5B48}" dt="2022-11-30T06:57:44.096" v="3559" actId="931"/>
          <ac:spMkLst>
            <pc:docMk/>
            <pc:sldMk cId="1769459304" sldId="269"/>
            <ac:spMk id="155" creationId="{9FA49A89-3BB2-2541-D2DE-3D47500B4AB7}"/>
          </ac:spMkLst>
        </pc:spChg>
        <pc:spChg chg="add del mod ord">
          <ac:chgData name="Amal R Babu" userId="3a292d0a-112b-4bc3-bf38-7771656893d2" providerId="ADAL" clId="{992600FB-E5A2-48A8-ADC9-6968E10B5B48}" dt="2022-11-30T06:59:17.029" v="3574" actId="478"/>
          <ac:spMkLst>
            <pc:docMk/>
            <pc:sldMk cId="1769459304" sldId="269"/>
            <ac:spMk id="159" creationId="{E6B518DA-2C95-D99C-F8E8-CFC22D6D854A}"/>
          </ac:spMkLst>
        </pc:spChg>
        <pc:spChg chg="del">
          <ac:chgData name="Amal R Babu" userId="3a292d0a-112b-4bc3-bf38-7771656893d2" providerId="ADAL" clId="{992600FB-E5A2-48A8-ADC9-6968E10B5B48}" dt="2022-11-30T06:29:44.914" v="3443" actId="478"/>
          <ac:spMkLst>
            <pc:docMk/>
            <pc:sldMk cId="1769459304" sldId="269"/>
            <ac:spMk id="193" creationId="{D704D4A6-4C51-A2C0-4C74-6AFE3DED5F80}"/>
          </ac:spMkLst>
        </pc:spChg>
        <pc:spChg chg="del">
          <ac:chgData name="Amal R Babu" userId="3a292d0a-112b-4bc3-bf38-7771656893d2" providerId="ADAL" clId="{992600FB-E5A2-48A8-ADC9-6968E10B5B48}" dt="2022-11-30T06:29:44.914" v="3443" actId="478"/>
          <ac:spMkLst>
            <pc:docMk/>
            <pc:sldMk cId="1769459304" sldId="269"/>
            <ac:spMk id="202" creationId="{5FD67B0E-B486-259A-9A30-8FE699C95D33}"/>
          </ac:spMkLst>
        </pc:spChg>
        <pc:spChg chg="del">
          <ac:chgData name="Amal R Babu" userId="3a292d0a-112b-4bc3-bf38-7771656893d2" providerId="ADAL" clId="{992600FB-E5A2-48A8-ADC9-6968E10B5B48}" dt="2022-11-30T06:29:44.914" v="3443" actId="478"/>
          <ac:spMkLst>
            <pc:docMk/>
            <pc:sldMk cId="1769459304" sldId="269"/>
            <ac:spMk id="203" creationId="{8346438C-55B7-B602-AFA4-BC7E4EE55CA0}"/>
          </ac:spMkLst>
        </pc:spChg>
        <pc:spChg chg="del">
          <ac:chgData name="Amal R Babu" userId="3a292d0a-112b-4bc3-bf38-7771656893d2" providerId="ADAL" clId="{992600FB-E5A2-48A8-ADC9-6968E10B5B48}" dt="2022-11-30T06:29:44.914" v="3443" actId="478"/>
          <ac:spMkLst>
            <pc:docMk/>
            <pc:sldMk cId="1769459304" sldId="269"/>
            <ac:spMk id="205" creationId="{3BF23DE9-2382-C1CC-FD8D-214781D53B55}"/>
          </ac:spMkLst>
        </pc:spChg>
        <pc:spChg chg="del">
          <ac:chgData name="Amal R Babu" userId="3a292d0a-112b-4bc3-bf38-7771656893d2" providerId="ADAL" clId="{992600FB-E5A2-48A8-ADC9-6968E10B5B48}" dt="2022-11-30T06:29:44.914" v="3443" actId="478"/>
          <ac:spMkLst>
            <pc:docMk/>
            <pc:sldMk cId="1769459304" sldId="269"/>
            <ac:spMk id="206" creationId="{79169794-4F2E-2AE6-F969-996FB49E062E}"/>
          </ac:spMkLst>
        </pc:spChg>
        <pc:spChg chg="del">
          <ac:chgData name="Amal R Babu" userId="3a292d0a-112b-4bc3-bf38-7771656893d2" providerId="ADAL" clId="{992600FB-E5A2-48A8-ADC9-6968E10B5B48}" dt="2022-11-30T06:29:44.914" v="3443" actId="478"/>
          <ac:spMkLst>
            <pc:docMk/>
            <pc:sldMk cId="1769459304" sldId="269"/>
            <ac:spMk id="207" creationId="{2E052AEF-C577-9AD6-6D0F-C2297B334D02}"/>
          </ac:spMkLst>
        </pc:spChg>
        <pc:spChg chg="del">
          <ac:chgData name="Amal R Babu" userId="3a292d0a-112b-4bc3-bf38-7771656893d2" providerId="ADAL" clId="{992600FB-E5A2-48A8-ADC9-6968E10B5B48}" dt="2022-11-30T06:29:44.914" v="3443" actId="478"/>
          <ac:spMkLst>
            <pc:docMk/>
            <pc:sldMk cId="1769459304" sldId="269"/>
            <ac:spMk id="210" creationId="{8F17B73C-6397-9ABD-F0A1-D7B02B843370}"/>
          </ac:spMkLst>
        </pc:spChg>
        <pc:spChg chg="del">
          <ac:chgData name="Amal R Babu" userId="3a292d0a-112b-4bc3-bf38-7771656893d2" providerId="ADAL" clId="{992600FB-E5A2-48A8-ADC9-6968E10B5B48}" dt="2022-11-30T06:29:44.914" v="3443" actId="478"/>
          <ac:spMkLst>
            <pc:docMk/>
            <pc:sldMk cId="1769459304" sldId="269"/>
            <ac:spMk id="217" creationId="{FB42F776-C64D-8B60-F900-DF34DAC9E2EA}"/>
          </ac:spMkLst>
        </pc:spChg>
        <pc:spChg chg="del">
          <ac:chgData name="Amal R Babu" userId="3a292d0a-112b-4bc3-bf38-7771656893d2" providerId="ADAL" clId="{992600FB-E5A2-48A8-ADC9-6968E10B5B48}" dt="2022-11-30T06:29:44.914" v="3443" actId="478"/>
          <ac:spMkLst>
            <pc:docMk/>
            <pc:sldMk cId="1769459304" sldId="269"/>
            <ac:spMk id="218" creationId="{9E8FBE3C-F095-6CF5-6D87-2F4866E0E61E}"/>
          </ac:spMkLst>
        </pc:spChg>
        <pc:spChg chg="del">
          <ac:chgData name="Amal R Babu" userId="3a292d0a-112b-4bc3-bf38-7771656893d2" providerId="ADAL" clId="{992600FB-E5A2-48A8-ADC9-6968E10B5B48}" dt="2022-11-30T06:29:44.914" v="3443" actId="478"/>
          <ac:spMkLst>
            <pc:docMk/>
            <pc:sldMk cId="1769459304" sldId="269"/>
            <ac:spMk id="223" creationId="{4D109181-EDA3-3985-73EF-270562160D65}"/>
          </ac:spMkLst>
        </pc:spChg>
        <pc:grpChg chg="del">
          <ac:chgData name="Amal R Babu" userId="3a292d0a-112b-4bc3-bf38-7771656893d2" providerId="ADAL" clId="{992600FB-E5A2-48A8-ADC9-6968E10B5B48}" dt="2022-11-30T06:31:22.704" v="3457" actId="478"/>
          <ac:grpSpMkLst>
            <pc:docMk/>
            <pc:sldMk cId="1769459304" sldId="269"/>
            <ac:grpSpMk id="8" creationId="{424F5E4E-9FDC-BD92-DDA4-122C91ADE39F}"/>
          </ac:grpSpMkLst>
        </pc:grpChg>
        <pc:grpChg chg="del mod">
          <ac:chgData name="Amal R Babu" userId="3a292d0a-112b-4bc3-bf38-7771656893d2" providerId="ADAL" clId="{992600FB-E5A2-48A8-ADC9-6968E10B5B48}" dt="2022-11-30T06:53:18.066" v="3496" actId="27803"/>
          <ac:grpSpMkLst>
            <pc:docMk/>
            <pc:sldMk cId="1769459304" sldId="269"/>
            <ac:grpSpMk id="24" creationId="{A67DB9E1-FE1B-C366-5FF5-DE5F5840BE2C}"/>
          </ac:grpSpMkLst>
        </pc:grpChg>
        <pc:grpChg chg="del mod">
          <ac:chgData name="Amal R Babu" userId="3a292d0a-112b-4bc3-bf38-7771656893d2" providerId="ADAL" clId="{992600FB-E5A2-48A8-ADC9-6968E10B5B48}" dt="2022-11-30T06:53:24.062" v="3497" actId="165"/>
          <ac:grpSpMkLst>
            <pc:docMk/>
            <pc:sldMk cId="1769459304" sldId="269"/>
            <ac:grpSpMk id="26" creationId="{FE2DF642-68C7-3C8D-E7D3-1B2E49FC7EE7}"/>
          </ac:grpSpMkLst>
        </pc:grpChg>
        <pc:grpChg chg="del">
          <ac:chgData name="Amal R Babu" userId="3a292d0a-112b-4bc3-bf38-7771656893d2" providerId="ADAL" clId="{992600FB-E5A2-48A8-ADC9-6968E10B5B48}" dt="2022-11-30T06:31:22.704" v="3457" actId="478"/>
          <ac:grpSpMkLst>
            <pc:docMk/>
            <pc:sldMk cId="1769459304" sldId="269"/>
            <ac:grpSpMk id="30" creationId="{9ECCC638-745A-4CD5-37F4-34E729654B57}"/>
          </ac:grpSpMkLst>
        </pc:grpChg>
        <pc:grpChg chg="mod topLvl">
          <ac:chgData name="Amal R Babu" userId="3a292d0a-112b-4bc3-bf38-7771656893d2" providerId="ADAL" clId="{992600FB-E5A2-48A8-ADC9-6968E10B5B48}" dt="2022-11-30T06:56:24.192" v="3543" actId="165"/>
          <ac:grpSpMkLst>
            <pc:docMk/>
            <pc:sldMk cId="1769459304" sldId="269"/>
            <ac:grpSpMk id="37" creationId="{F04A90F6-E788-E953-0DF5-E3D3F1F1A524}"/>
          </ac:grpSpMkLst>
        </pc:grpChg>
        <pc:grpChg chg="del mod">
          <ac:chgData name="Amal R Babu" userId="3a292d0a-112b-4bc3-bf38-7771656893d2" providerId="ADAL" clId="{992600FB-E5A2-48A8-ADC9-6968E10B5B48}" dt="2022-11-30T06:53:45.728" v="3502" actId="165"/>
          <ac:grpSpMkLst>
            <pc:docMk/>
            <pc:sldMk cId="1769459304" sldId="269"/>
            <ac:grpSpMk id="40" creationId="{BC2F0AE6-6E0E-2614-5170-CAED3AAD5533}"/>
          </ac:grpSpMkLst>
        </pc:grpChg>
        <pc:grpChg chg="mod topLvl">
          <ac:chgData name="Amal R Babu" userId="3a292d0a-112b-4bc3-bf38-7771656893d2" providerId="ADAL" clId="{992600FB-E5A2-48A8-ADC9-6968E10B5B48}" dt="2022-11-30T06:58:47.390" v="3569" actId="165"/>
          <ac:grpSpMkLst>
            <pc:docMk/>
            <pc:sldMk cId="1769459304" sldId="269"/>
            <ac:grpSpMk id="46" creationId="{0B8CE4B4-F590-184F-9CED-B46833E2F959}"/>
          </ac:grpSpMkLst>
        </pc:grpChg>
        <pc:grpChg chg="del">
          <ac:chgData name="Amal R Babu" userId="3a292d0a-112b-4bc3-bf38-7771656893d2" providerId="ADAL" clId="{992600FB-E5A2-48A8-ADC9-6968E10B5B48}" dt="2022-11-30T06:31:22.704" v="3457" actId="478"/>
          <ac:grpSpMkLst>
            <pc:docMk/>
            <pc:sldMk cId="1769459304" sldId="269"/>
            <ac:grpSpMk id="47" creationId="{5C6579D9-4E04-AE17-CF35-68ADBC5766B2}"/>
          </ac:grpSpMkLst>
        </pc:grpChg>
        <pc:grpChg chg="del mod topLvl">
          <ac:chgData name="Amal R Babu" userId="3a292d0a-112b-4bc3-bf38-7771656893d2" providerId="ADAL" clId="{992600FB-E5A2-48A8-ADC9-6968E10B5B48}" dt="2022-11-30T06:58:47.390" v="3569" actId="165"/>
          <ac:grpSpMkLst>
            <pc:docMk/>
            <pc:sldMk cId="1769459304" sldId="269"/>
            <ac:grpSpMk id="52" creationId="{B796142A-B4F6-D5B7-DCC1-788AC3B7B803}"/>
          </ac:grpSpMkLst>
        </pc:grpChg>
        <pc:grpChg chg="del">
          <ac:chgData name="Amal R Babu" userId="3a292d0a-112b-4bc3-bf38-7771656893d2" providerId="ADAL" clId="{992600FB-E5A2-48A8-ADC9-6968E10B5B48}" dt="2022-11-30T06:31:22.704" v="3457" actId="478"/>
          <ac:grpSpMkLst>
            <pc:docMk/>
            <pc:sldMk cId="1769459304" sldId="269"/>
            <ac:grpSpMk id="54" creationId="{73F997E9-B116-D8A6-6EF5-C091C7C77B6D}"/>
          </ac:grpSpMkLst>
        </pc:grpChg>
        <pc:grpChg chg="mod topLvl">
          <ac:chgData name="Amal R Babu" userId="3a292d0a-112b-4bc3-bf38-7771656893d2" providerId="ADAL" clId="{992600FB-E5A2-48A8-ADC9-6968E10B5B48}" dt="2022-11-30T06:58:47.390" v="3569" actId="165"/>
          <ac:grpSpMkLst>
            <pc:docMk/>
            <pc:sldMk cId="1769459304" sldId="269"/>
            <ac:grpSpMk id="56" creationId="{31CCF217-3D6B-8A4C-E780-6E9E2E261FF9}"/>
          </ac:grpSpMkLst>
        </pc:grpChg>
        <pc:grpChg chg="mod">
          <ac:chgData name="Amal R Babu" userId="3a292d0a-112b-4bc3-bf38-7771656893d2" providerId="ADAL" clId="{992600FB-E5A2-48A8-ADC9-6968E10B5B48}" dt="2022-11-30T06:58:47.390" v="3569" actId="165"/>
          <ac:grpSpMkLst>
            <pc:docMk/>
            <pc:sldMk cId="1769459304" sldId="269"/>
            <ac:grpSpMk id="57" creationId="{42A7CF39-2212-C555-4303-3484A2263C13}"/>
          </ac:grpSpMkLst>
        </pc:grpChg>
        <pc:grpChg chg="mod">
          <ac:chgData name="Amal R Babu" userId="3a292d0a-112b-4bc3-bf38-7771656893d2" providerId="ADAL" clId="{992600FB-E5A2-48A8-ADC9-6968E10B5B48}" dt="2022-11-30T06:58:47.390" v="3569" actId="165"/>
          <ac:grpSpMkLst>
            <pc:docMk/>
            <pc:sldMk cId="1769459304" sldId="269"/>
            <ac:grpSpMk id="60" creationId="{76421D9D-D3CA-59A3-0AAA-36F1A3D2CA89}"/>
          </ac:grpSpMkLst>
        </pc:grpChg>
        <pc:grpChg chg="mod">
          <ac:chgData name="Amal R Babu" userId="3a292d0a-112b-4bc3-bf38-7771656893d2" providerId="ADAL" clId="{992600FB-E5A2-48A8-ADC9-6968E10B5B48}" dt="2022-11-30T06:58:47.390" v="3569" actId="165"/>
          <ac:grpSpMkLst>
            <pc:docMk/>
            <pc:sldMk cId="1769459304" sldId="269"/>
            <ac:grpSpMk id="66" creationId="{195409B4-8E68-9776-5C4C-62B6600DF0D2}"/>
          </ac:grpSpMkLst>
        </pc:grpChg>
        <pc:grpChg chg="del">
          <ac:chgData name="Amal R Babu" userId="3a292d0a-112b-4bc3-bf38-7771656893d2" providerId="ADAL" clId="{992600FB-E5A2-48A8-ADC9-6968E10B5B48}" dt="2022-11-30T06:31:22.704" v="3457" actId="478"/>
          <ac:grpSpMkLst>
            <pc:docMk/>
            <pc:sldMk cId="1769459304" sldId="269"/>
            <ac:grpSpMk id="67" creationId="{6D8E5ACC-26DE-243B-180E-E19057A9EB34}"/>
          </ac:grpSpMkLst>
        </pc:grpChg>
        <pc:grpChg chg="del">
          <ac:chgData name="Amal R Babu" userId="3a292d0a-112b-4bc3-bf38-7771656893d2" providerId="ADAL" clId="{992600FB-E5A2-48A8-ADC9-6968E10B5B48}" dt="2022-11-30T06:31:22.704" v="3457" actId="478"/>
          <ac:grpSpMkLst>
            <pc:docMk/>
            <pc:sldMk cId="1769459304" sldId="269"/>
            <ac:grpSpMk id="68" creationId="{CE1D2690-EA4E-562F-8571-7A8695694CC3}"/>
          </ac:grpSpMkLst>
        </pc:grpChg>
        <pc:grpChg chg="del">
          <ac:chgData name="Amal R Babu" userId="3a292d0a-112b-4bc3-bf38-7771656893d2" providerId="ADAL" clId="{992600FB-E5A2-48A8-ADC9-6968E10B5B48}" dt="2022-11-30T06:31:22.704" v="3457" actId="478"/>
          <ac:grpSpMkLst>
            <pc:docMk/>
            <pc:sldMk cId="1769459304" sldId="269"/>
            <ac:grpSpMk id="73" creationId="{25268A36-91BD-F774-706B-5A541EC6E5D2}"/>
          </ac:grpSpMkLst>
        </pc:grpChg>
        <pc:grpChg chg="mod">
          <ac:chgData name="Amal R Babu" userId="3a292d0a-112b-4bc3-bf38-7771656893d2" providerId="ADAL" clId="{992600FB-E5A2-48A8-ADC9-6968E10B5B48}" dt="2022-11-30T06:58:47.390" v="3569" actId="165"/>
          <ac:grpSpMkLst>
            <pc:docMk/>
            <pc:sldMk cId="1769459304" sldId="269"/>
            <ac:grpSpMk id="82" creationId="{9E623AAD-3785-E80E-2980-5096A52075B3}"/>
          </ac:grpSpMkLst>
        </pc:grpChg>
        <pc:grpChg chg="mod topLvl">
          <ac:chgData name="Amal R Babu" userId="3a292d0a-112b-4bc3-bf38-7771656893d2" providerId="ADAL" clId="{992600FB-E5A2-48A8-ADC9-6968E10B5B48}" dt="2022-11-30T06:58:47.390" v="3569" actId="165"/>
          <ac:grpSpMkLst>
            <pc:docMk/>
            <pc:sldMk cId="1769459304" sldId="269"/>
            <ac:grpSpMk id="85" creationId="{75A6F947-34A7-B505-AECD-F18055A09AC0}"/>
          </ac:grpSpMkLst>
        </pc:grpChg>
        <pc:grpChg chg="del">
          <ac:chgData name="Amal R Babu" userId="3a292d0a-112b-4bc3-bf38-7771656893d2" providerId="ADAL" clId="{992600FB-E5A2-48A8-ADC9-6968E10B5B48}" dt="2022-11-30T06:31:22.704" v="3457" actId="478"/>
          <ac:grpSpMkLst>
            <pc:docMk/>
            <pc:sldMk cId="1769459304" sldId="269"/>
            <ac:grpSpMk id="88" creationId="{5202437B-09C4-B9C2-DFB9-8FE4C3A1D94B}"/>
          </ac:grpSpMkLst>
        </pc:grpChg>
        <pc:grpChg chg="mod topLvl">
          <ac:chgData name="Amal R Babu" userId="3a292d0a-112b-4bc3-bf38-7771656893d2" providerId="ADAL" clId="{992600FB-E5A2-48A8-ADC9-6968E10B5B48}" dt="2022-11-30T06:58:47.390" v="3569" actId="165"/>
          <ac:grpSpMkLst>
            <pc:docMk/>
            <pc:sldMk cId="1769459304" sldId="269"/>
            <ac:grpSpMk id="89" creationId="{7DC1B064-751F-B5D5-AE98-3B9EB6F09434}"/>
          </ac:grpSpMkLst>
        </pc:grpChg>
        <pc:grpChg chg="del mod">
          <ac:chgData name="Amal R Babu" userId="3a292d0a-112b-4bc3-bf38-7771656893d2" providerId="ADAL" clId="{992600FB-E5A2-48A8-ADC9-6968E10B5B48}" dt="2022-11-30T06:54:53.426" v="3513" actId="165"/>
          <ac:grpSpMkLst>
            <pc:docMk/>
            <pc:sldMk cId="1769459304" sldId="269"/>
            <ac:grpSpMk id="95" creationId="{7BC030A9-8B9E-D47A-F6A6-2A3FD6FDB1EC}"/>
          </ac:grpSpMkLst>
        </pc:grpChg>
        <pc:grpChg chg="mod topLvl">
          <ac:chgData name="Amal R Babu" userId="3a292d0a-112b-4bc3-bf38-7771656893d2" providerId="ADAL" clId="{992600FB-E5A2-48A8-ADC9-6968E10B5B48}" dt="2022-11-30T06:56:24.192" v="3543" actId="165"/>
          <ac:grpSpMkLst>
            <pc:docMk/>
            <pc:sldMk cId="1769459304" sldId="269"/>
            <ac:grpSpMk id="97" creationId="{C2CC0809-C5EB-FE4D-4C59-2D302EB0E8E0}"/>
          </ac:grpSpMkLst>
        </pc:grpChg>
        <pc:grpChg chg="del">
          <ac:chgData name="Amal R Babu" userId="3a292d0a-112b-4bc3-bf38-7771656893d2" providerId="ADAL" clId="{992600FB-E5A2-48A8-ADC9-6968E10B5B48}" dt="2022-11-30T06:31:22.704" v="3457" actId="478"/>
          <ac:grpSpMkLst>
            <pc:docMk/>
            <pc:sldMk cId="1769459304" sldId="269"/>
            <ac:grpSpMk id="98" creationId="{5E12AE22-4B66-8998-2063-3E4A6A50C8CF}"/>
          </ac:grpSpMkLst>
        </pc:grpChg>
        <pc:grpChg chg="del">
          <ac:chgData name="Amal R Babu" userId="3a292d0a-112b-4bc3-bf38-7771656893d2" providerId="ADAL" clId="{992600FB-E5A2-48A8-ADC9-6968E10B5B48}" dt="2022-11-30T06:29:44.914" v="3443" actId="478"/>
          <ac:grpSpMkLst>
            <pc:docMk/>
            <pc:sldMk cId="1769459304" sldId="269"/>
            <ac:grpSpMk id="103" creationId="{6FF1902B-0623-DEC8-EFB8-FD543B31EDA3}"/>
          </ac:grpSpMkLst>
        </pc:grpChg>
        <pc:grpChg chg="del">
          <ac:chgData name="Amal R Babu" userId="3a292d0a-112b-4bc3-bf38-7771656893d2" providerId="ADAL" clId="{992600FB-E5A2-48A8-ADC9-6968E10B5B48}" dt="2022-11-30T06:29:44.914" v="3443" actId="478"/>
          <ac:grpSpMkLst>
            <pc:docMk/>
            <pc:sldMk cId="1769459304" sldId="269"/>
            <ac:grpSpMk id="114" creationId="{4F7146C8-D3B2-5C3D-85C7-7DA1DADC5B22}"/>
          </ac:grpSpMkLst>
        </pc:grpChg>
        <pc:grpChg chg="del">
          <ac:chgData name="Amal R Babu" userId="3a292d0a-112b-4bc3-bf38-7771656893d2" providerId="ADAL" clId="{992600FB-E5A2-48A8-ADC9-6968E10B5B48}" dt="2022-11-30T06:29:44.914" v="3443" actId="478"/>
          <ac:grpSpMkLst>
            <pc:docMk/>
            <pc:sldMk cId="1769459304" sldId="269"/>
            <ac:grpSpMk id="120" creationId="{7717F2DB-3F2B-BEDB-5A90-2AA60538EC77}"/>
          </ac:grpSpMkLst>
        </pc:grpChg>
        <pc:grpChg chg="del">
          <ac:chgData name="Amal R Babu" userId="3a292d0a-112b-4bc3-bf38-7771656893d2" providerId="ADAL" clId="{992600FB-E5A2-48A8-ADC9-6968E10B5B48}" dt="2022-11-30T06:29:44.914" v="3443" actId="478"/>
          <ac:grpSpMkLst>
            <pc:docMk/>
            <pc:sldMk cId="1769459304" sldId="269"/>
            <ac:grpSpMk id="130" creationId="{A5F14A62-BACA-3089-68F9-7ABBD20BCB4E}"/>
          </ac:grpSpMkLst>
        </pc:grpChg>
        <pc:grpChg chg="del">
          <ac:chgData name="Amal R Babu" userId="3a292d0a-112b-4bc3-bf38-7771656893d2" providerId="ADAL" clId="{992600FB-E5A2-48A8-ADC9-6968E10B5B48}" dt="2022-11-30T06:29:44.914" v="3443" actId="478"/>
          <ac:grpSpMkLst>
            <pc:docMk/>
            <pc:sldMk cId="1769459304" sldId="269"/>
            <ac:grpSpMk id="133" creationId="{388AB8E7-6501-59CE-0251-3A5118AD0507}"/>
          </ac:grpSpMkLst>
        </pc:grpChg>
        <pc:grpChg chg="mod topLvl">
          <ac:chgData name="Amal R Babu" userId="3a292d0a-112b-4bc3-bf38-7771656893d2" providerId="ADAL" clId="{992600FB-E5A2-48A8-ADC9-6968E10B5B48}" dt="2022-11-30T06:56:24.192" v="3543" actId="165"/>
          <ac:grpSpMkLst>
            <pc:docMk/>
            <pc:sldMk cId="1769459304" sldId="269"/>
            <ac:grpSpMk id="138" creationId="{2B186AF0-9659-DE34-187A-0739D3E9F466}"/>
          </ac:grpSpMkLst>
        </pc:grpChg>
        <pc:grpChg chg="mod topLvl">
          <ac:chgData name="Amal R Babu" userId="3a292d0a-112b-4bc3-bf38-7771656893d2" providerId="ADAL" clId="{992600FB-E5A2-48A8-ADC9-6968E10B5B48}" dt="2022-11-30T06:57:07.109" v="3552" actId="12789"/>
          <ac:grpSpMkLst>
            <pc:docMk/>
            <pc:sldMk cId="1769459304" sldId="269"/>
            <ac:grpSpMk id="142" creationId="{2BE2AB2F-E7A8-E0E4-226F-2C8B453AB524}"/>
          </ac:grpSpMkLst>
        </pc:grpChg>
        <pc:grpChg chg="mod topLvl">
          <ac:chgData name="Amal R Babu" userId="3a292d0a-112b-4bc3-bf38-7771656893d2" providerId="ADAL" clId="{992600FB-E5A2-48A8-ADC9-6968E10B5B48}" dt="2022-11-30T06:56:24.192" v="3543" actId="165"/>
          <ac:grpSpMkLst>
            <pc:docMk/>
            <pc:sldMk cId="1769459304" sldId="269"/>
            <ac:grpSpMk id="146" creationId="{385BF348-D130-6AFE-9C03-411722F54EE1}"/>
          </ac:grpSpMkLst>
        </pc:grpChg>
        <pc:grpChg chg="add del mod topLvl">
          <ac:chgData name="Amal R Babu" userId="3a292d0a-112b-4bc3-bf38-7771656893d2" providerId="ADAL" clId="{992600FB-E5A2-48A8-ADC9-6968E10B5B48}" dt="2022-11-30T06:58:20.422" v="3563" actId="165"/>
          <ac:grpSpMkLst>
            <pc:docMk/>
            <pc:sldMk cId="1769459304" sldId="269"/>
            <ac:grpSpMk id="149" creationId="{1D9736A2-9A9A-30D0-B5F7-9DA56E4C6DCC}"/>
          </ac:grpSpMkLst>
        </pc:grpChg>
        <pc:grpChg chg="add del mod">
          <ac:chgData name="Amal R Babu" userId="3a292d0a-112b-4bc3-bf38-7771656893d2" providerId="ADAL" clId="{992600FB-E5A2-48A8-ADC9-6968E10B5B48}" dt="2022-11-30T06:56:24.192" v="3543" actId="165"/>
          <ac:grpSpMkLst>
            <pc:docMk/>
            <pc:sldMk cId="1769459304" sldId="269"/>
            <ac:grpSpMk id="150" creationId="{D3B8108F-9A56-6AF3-9A1B-E376549397D2}"/>
          </ac:grpSpMkLst>
        </pc:grpChg>
        <pc:grpChg chg="add del mod">
          <ac:chgData name="Amal R Babu" userId="3a292d0a-112b-4bc3-bf38-7771656893d2" providerId="ADAL" clId="{992600FB-E5A2-48A8-ADC9-6968E10B5B48}" dt="2022-11-30T06:56:24.192" v="3543" actId="165"/>
          <ac:grpSpMkLst>
            <pc:docMk/>
            <pc:sldMk cId="1769459304" sldId="269"/>
            <ac:grpSpMk id="151" creationId="{BBA172CC-A4DA-BF26-FB6A-26335602CCEF}"/>
          </ac:grpSpMkLst>
        </pc:grpChg>
        <pc:grpChg chg="add del mod">
          <ac:chgData name="Amal R Babu" userId="3a292d0a-112b-4bc3-bf38-7771656893d2" providerId="ADAL" clId="{992600FB-E5A2-48A8-ADC9-6968E10B5B48}" dt="2022-11-30T06:56:24.192" v="3543" actId="165"/>
          <ac:grpSpMkLst>
            <pc:docMk/>
            <pc:sldMk cId="1769459304" sldId="269"/>
            <ac:grpSpMk id="152" creationId="{218A73A3-FAE9-46E2-7ABA-B1457260168F}"/>
          </ac:grpSpMkLst>
        </pc:grpChg>
        <pc:grpChg chg="add del mod">
          <ac:chgData name="Amal R Babu" userId="3a292d0a-112b-4bc3-bf38-7771656893d2" providerId="ADAL" clId="{992600FB-E5A2-48A8-ADC9-6968E10B5B48}" dt="2022-11-30T06:58:47.390" v="3569" actId="165"/>
          <ac:grpSpMkLst>
            <pc:docMk/>
            <pc:sldMk cId="1769459304" sldId="269"/>
            <ac:grpSpMk id="158" creationId="{D5798E2A-7C30-DEEF-05EC-A1613A03511A}"/>
          </ac:grpSpMkLst>
        </pc:grpChg>
        <pc:grpChg chg="del">
          <ac:chgData name="Amal R Babu" userId="3a292d0a-112b-4bc3-bf38-7771656893d2" providerId="ADAL" clId="{992600FB-E5A2-48A8-ADC9-6968E10B5B48}" dt="2022-11-30T06:29:44.914" v="3443" actId="478"/>
          <ac:grpSpMkLst>
            <pc:docMk/>
            <pc:sldMk cId="1769459304" sldId="269"/>
            <ac:grpSpMk id="196" creationId="{81D9174C-B858-4D54-DED1-A48C24B4B716}"/>
          </ac:grpSpMkLst>
        </pc:grpChg>
        <pc:grpChg chg="del">
          <ac:chgData name="Amal R Babu" userId="3a292d0a-112b-4bc3-bf38-7771656893d2" providerId="ADAL" clId="{992600FB-E5A2-48A8-ADC9-6968E10B5B48}" dt="2022-11-30T06:29:44.914" v="3443" actId="478"/>
          <ac:grpSpMkLst>
            <pc:docMk/>
            <pc:sldMk cId="1769459304" sldId="269"/>
            <ac:grpSpMk id="219" creationId="{993E652E-7689-038F-B64C-D5BCAA5A0D6C}"/>
          </ac:grpSpMkLst>
        </pc:grpChg>
        <pc:picChg chg="add del mod">
          <ac:chgData name="Amal R Babu" userId="3a292d0a-112b-4bc3-bf38-7771656893d2" providerId="ADAL" clId="{992600FB-E5A2-48A8-ADC9-6968E10B5B48}" dt="2022-11-30T06:36:17.717" v="3486" actId="478"/>
          <ac:picMkLst>
            <pc:docMk/>
            <pc:sldMk cId="1769459304" sldId="269"/>
            <ac:picMk id="14" creationId="{00B6282E-FCB5-075A-C2CD-CB33F22EF25B}"/>
          </ac:picMkLst>
        </pc:picChg>
        <pc:picChg chg="add del mod">
          <ac:chgData name="Amal R Babu" userId="3a292d0a-112b-4bc3-bf38-7771656893d2" providerId="ADAL" clId="{992600FB-E5A2-48A8-ADC9-6968E10B5B48}" dt="2022-11-30T06:53:18.066" v="3496" actId="27803"/>
          <ac:picMkLst>
            <pc:docMk/>
            <pc:sldMk cId="1769459304" sldId="269"/>
            <ac:picMk id="23" creationId="{DFE3A025-DE4A-068A-142D-08384066D956}"/>
          </ac:picMkLst>
        </pc:picChg>
        <pc:picChg chg="add mod">
          <ac:chgData name="Amal R Babu" userId="3a292d0a-112b-4bc3-bf38-7771656893d2" providerId="ADAL" clId="{992600FB-E5A2-48A8-ADC9-6968E10B5B48}" dt="2022-11-30T06:57:07.109" v="3552" actId="12789"/>
          <ac:picMkLst>
            <pc:docMk/>
            <pc:sldMk cId="1769459304" sldId="269"/>
            <ac:picMk id="154" creationId="{9C8D998C-CF4B-E90B-5C51-374F7AAB039F}"/>
          </ac:picMkLst>
        </pc:picChg>
        <pc:picChg chg="add mod">
          <ac:chgData name="Amal R Babu" userId="3a292d0a-112b-4bc3-bf38-7771656893d2" providerId="ADAL" clId="{992600FB-E5A2-48A8-ADC9-6968E10B5B48}" dt="2022-11-30T06:57:45.300" v="3561" actId="962"/>
          <ac:picMkLst>
            <pc:docMk/>
            <pc:sldMk cId="1769459304" sldId="269"/>
            <ac:picMk id="157" creationId="{C24F1819-70E8-7961-1322-5BCAD655518A}"/>
          </ac:picMkLst>
        </pc:picChg>
        <pc:picChg chg="del">
          <ac:chgData name="Amal R Babu" userId="3a292d0a-112b-4bc3-bf38-7771656893d2" providerId="ADAL" clId="{992600FB-E5A2-48A8-ADC9-6968E10B5B48}" dt="2022-11-30T06:29:44.914" v="3443" actId="478"/>
          <ac:picMkLst>
            <pc:docMk/>
            <pc:sldMk cId="1769459304" sldId="269"/>
            <ac:picMk id="190" creationId="{CDD0512E-BEBC-6F1C-FB83-137C8516EBE2}"/>
          </ac:picMkLst>
        </pc:picChg>
        <pc:picChg chg="del">
          <ac:chgData name="Amal R Babu" userId="3a292d0a-112b-4bc3-bf38-7771656893d2" providerId="ADAL" clId="{992600FB-E5A2-48A8-ADC9-6968E10B5B48}" dt="2022-11-30T06:29:44.914" v="3443" actId="478"/>
          <ac:picMkLst>
            <pc:docMk/>
            <pc:sldMk cId="1769459304" sldId="269"/>
            <ac:picMk id="195" creationId="{6AFFCF9B-0F05-FDB9-BE01-82AD5FEFF83F}"/>
          </ac:picMkLst>
        </pc:picChg>
        <pc:picChg chg="del">
          <ac:chgData name="Amal R Babu" userId="3a292d0a-112b-4bc3-bf38-7771656893d2" providerId="ADAL" clId="{992600FB-E5A2-48A8-ADC9-6968E10B5B48}" dt="2022-11-30T06:29:44.914" v="3443" actId="478"/>
          <ac:picMkLst>
            <pc:docMk/>
            <pc:sldMk cId="1769459304" sldId="269"/>
            <ac:picMk id="201" creationId="{4E3F75CB-9225-DC65-F39A-74C7C9F633EE}"/>
          </ac:picMkLst>
        </pc:picChg>
        <pc:cxnChg chg="del">
          <ac:chgData name="Amal R Babu" userId="3a292d0a-112b-4bc3-bf38-7771656893d2" providerId="ADAL" clId="{992600FB-E5A2-48A8-ADC9-6968E10B5B48}" dt="2022-11-30T06:31:22.704" v="3457" actId="478"/>
          <ac:cxnSpMkLst>
            <pc:docMk/>
            <pc:sldMk cId="1769459304" sldId="269"/>
            <ac:cxnSpMk id="7" creationId="{1C225904-9D2F-F0C8-8BBE-32DEDB3F8B8F}"/>
          </ac:cxnSpMkLst>
        </pc:cxnChg>
      </pc:sldChg>
      <pc:sldChg chg="new del">
        <pc:chgData name="Amal R Babu" userId="3a292d0a-112b-4bc3-bf38-7771656893d2" providerId="ADAL" clId="{992600FB-E5A2-48A8-ADC9-6968E10B5B48}" dt="2022-11-30T07:59:41.868" v="3657" actId="47"/>
        <pc:sldMkLst>
          <pc:docMk/>
          <pc:sldMk cId="868568412" sldId="270"/>
        </pc:sldMkLst>
      </pc:sldChg>
      <pc:sldChg chg="addSp modSp new mod">
        <pc:chgData name="Amal R Babu" userId="3a292d0a-112b-4bc3-bf38-7771656893d2" providerId="ADAL" clId="{992600FB-E5A2-48A8-ADC9-6968E10B5B48}" dt="2022-11-30T08:01:27.631" v="3665" actId="207"/>
        <pc:sldMkLst>
          <pc:docMk/>
          <pc:sldMk cId="2145060433" sldId="270"/>
        </pc:sldMkLst>
        <pc:spChg chg="add mod">
          <ac:chgData name="Amal R Babu" userId="3a292d0a-112b-4bc3-bf38-7771656893d2" providerId="ADAL" clId="{992600FB-E5A2-48A8-ADC9-6968E10B5B48}" dt="2022-11-30T08:01:12.963" v="3663" actId="207"/>
          <ac:spMkLst>
            <pc:docMk/>
            <pc:sldMk cId="2145060433" sldId="270"/>
            <ac:spMk id="2" creationId="{0053C688-87E4-EFD7-FA07-DE5336867FBC}"/>
          </ac:spMkLst>
        </pc:spChg>
        <pc:spChg chg="add mod">
          <ac:chgData name="Amal R Babu" userId="3a292d0a-112b-4bc3-bf38-7771656893d2" providerId="ADAL" clId="{992600FB-E5A2-48A8-ADC9-6968E10B5B48}" dt="2022-11-30T08:01:19.255" v="3664" actId="207"/>
          <ac:spMkLst>
            <pc:docMk/>
            <pc:sldMk cId="2145060433" sldId="270"/>
            <ac:spMk id="3" creationId="{AC3FC9F8-BEC0-67AA-2887-2A2C1527B502}"/>
          </ac:spMkLst>
        </pc:spChg>
        <pc:spChg chg="add mod">
          <ac:chgData name="Amal R Babu" userId="3a292d0a-112b-4bc3-bf38-7771656893d2" providerId="ADAL" clId="{992600FB-E5A2-48A8-ADC9-6968E10B5B48}" dt="2022-11-30T08:01:27.631" v="3665" actId="207"/>
          <ac:spMkLst>
            <pc:docMk/>
            <pc:sldMk cId="2145060433" sldId="270"/>
            <ac:spMk id="4" creationId="{FD8A0CA8-3A48-265A-1923-22FB1E307FAC}"/>
          </ac:spMkLst>
        </pc:spChg>
        <pc:spChg chg="add mod">
          <ac:chgData name="Amal R Babu" userId="3a292d0a-112b-4bc3-bf38-7771656893d2" providerId="ADAL" clId="{992600FB-E5A2-48A8-ADC9-6968E10B5B48}" dt="2022-11-30T08:01:27.631" v="3665" actId="207"/>
          <ac:spMkLst>
            <pc:docMk/>
            <pc:sldMk cId="2145060433" sldId="270"/>
            <ac:spMk id="5" creationId="{E5778B20-030A-129F-6FB8-547CAB73EE12}"/>
          </ac:spMkLst>
        </pc:spChg>
        <pc:spChg chg="add mod">
          <ac:chgData name="Amal R Babu" userId="3a292d0a-112b-4bc3-bf38-7771656893d2" providerId="ADAL" clId="{992600FB-E5A2-48A8-ADC9-6968E10B5B48}" dt="2022-11-30T08:01:19.255" v="3664" actId="207"/>
          <ac:spMkLst>
            <pc:docMk/>
            <pc:sldMk cId="2145060433" sldId="270"/>
            <ac:spMk id="6" creationId="{F9C1A64A-D063-9F42-36F7-16923FB4CC4A}"/>
          </ac:spMkLst>
        </pc:spChg>
        <pc:spChg chg="add mod">
          <ac:chgData name="Amal R Babu" userId="3a292d0a-112b-4bc3-bf38-7771656893d2" providerId="ADAL" clId="{992600FB-E5A2-48A8-ADC9-6968E10B5B48}" dt="2022-11-30T08:01:27.631" v="3665" actId="207"/>
          <ac:spMkLst>
            <pc:docMk/>
            <pc:sldMk cId="2145060433" sldId="270"/>
            <ac:spMk id="7" creationId="{F65DFD87-7F47-6331-BC39-28E1E0F6FFD9}"/>
          </ac:spMkLst>
        </pc:spChg>
      </pc:sldChg>
      <pc:sldChg chg="addSp delSp modSp new mod">
        <pc:chgData name="Amal R Babu" userId="3a292d0a-112b-4bc3-bf38-7771656893d2" providerId="ADAL" clId="{992600FB-E5A2-48A8-ADC9-6968E10B5B48}" dt="2022-11-30T08:02:24.349" v="3674"/>
        <pc:sldMkLst>
          <pc:docMk/>
          <pc:sldMk cId="3992211936" sldId="271"/>
        </pc:sldMkLst>
        <pc:spChg chg="add mod topLvl">
          <ac:chgData name="Amal R Babu" userId="3a292d0a-112b-4bc3-bf38-7771656893d2" providerId="ADAL" clId="{992600FB-E5A2-48A8-ADC9-6968E10B5B48}" dt="2022-11-30T08:01:54.197" v="3673" actId="165"/>
          <ac:spMkLst>
            <pc:docMk/>
            <pc:sldMk cId="3992211936" sldId="271"/>
            <ac:spMk id="3" creationId="{FD683E90-D16D-EB4A-C083-8F633E078510}"/>
          </ac:spMkLst>
        </pc:spChg>
        <pc:grpChg chg="add del mod">
          <ac:chgData name="Amal R Babu" userId="3a292d0a-112b-4bc3-bf38-7771656893d2" providerId="ADAL" clId="{992600FB-E5A2-48A8-ADC9-6968E10B5B48}" dt="2022-11-30T08:01:54.197" v="3673" actId="165"/>
          <ac:grpSpMkLst>
            <pc:docMk/>
            <pc:sldMk cId="3992211936" sldId="271"/>
            <ac:grpSpMk id="4" creationId="{58FC7BF0-A2E9-2695-9FCB-05C44D29C920}"/>
          </ac:grpSpMkLst>
        </pc:grpChg>
        <pc:picChg chg="add mod topLvl">
          <ac:chgData name="Amal R Babu" userId="3a292d0a-112b-4bc3-bf38-7771656893d2" providerId="ADAL" clId="{992600FB-E5A2-48A8-ADC9-6968E10B5B48}" dt="2022-11-30T08:02:24.349" v="3674"/>
          <ac:picMkLst>
            <pc:docMk/>
            <pc:sldMk cId="3992211936" sldId="271"/>
            <ac:picMk id="2" creationId="{A81FF0C6-35BE-7E53-710E-EB81C38A65E4}"/>
          </ac:picMkLst>
        </pc:picChg>
      </pc:sldChg>
      <pc:sldMasterChg chg="modSp setBg addSldLayout modSldLayout">
        <pc:chgData name="Amal R Babu" userId="3a292d0a-112b-4bc3-bf38-7771656893d2" providerId="ADAL" clId="{992600FB-E5A2-48A8-ADC9-6968E10B5B48}" dt="2022-12-07T05:32:11.096" v="3692"/>
        <pc:sldMasterMkLst>
          <pc:docMk/>
          <pc:sldMasterMk cId="2043676349" sldId="2147483648"/>
        </pc:sldMasterMkLst>
        <pc:sldLayoutChg chg="modSp">
          <pc:chgData name="Amal R Babu" userId="3a292d0a-112b-4bc3-bf38-7771656893d2" providerId="ADAL" clId="{992600FB-E5A2-48A8-ADC9-6968E10B5B48}" dt="2022-11-28T08:00:03.234" v="86" actId="735"/>
          <pc:sldLayoutMkLst>
            <pc:docMk/>
            <pc:sldMasterMk cId="2043676349" sldId="2147483648"/>
            <pc:sldLayoutMk cId="1605077808" sldId="2147483649"/>
          </pc:sldLayoutMkLst>
        </pc:sldLayoutChg>
        <pc:sldLayoutChg chg="addSp delSp modSp add mod modTransition">
          <pc:chgData name="Amal R Babu" userId="3a292d0a-112b-4bc3-bf38-7771656893d2" providerId="ADAL" clId="{992600FB-E5A2-48A8-ADC9-6968E10B5B48}" dt="2022-11-28T11:03:39.285" v="1317"/>
          <pc:sldLayoutMkLst>
            <pc:docMk/>
            <pc:sldMasterMk cId="2043676349" sldId="2147483648"/>
            <pc:sldLayoutMk cId="3725802611" sldId="2147483660"/>
          </pc:sldLayoutMkLst>
          <pc:spChg chg="del">
            <ac:chgData name="Amal R Babu" userId="3a292d0a-112b-4bc3-bf38-7771656893d2" providerId="ADAL" clId="{992600FB-E5A2-48A8-ADC9-6968E10B5B48}" dt="2022-11-28T11:03:10.156" v="1308" actId="478"/>
            <ac:spMkLst>
              <pc:docMk/>
              <pc:sldMasterMk cId="2043676349" sldId="2147483648"/>
              <pc:sldLayoutMk cId="3725802611" sldId="2147483660"/>
              <ac:spMk id="2" creationId="{F8BCF4A3-4738-39C7-6F6D-39A4BB3984DA}"/>
            </ac:spMkLst>
          </pc:spChg>
          <pc:spChg chg="del">
            <ac:chgData name="Amal R Babu" userId="3a292d0a-112b-4bc3-bf38-7771656893d2" providerId="ADAL" clId="{992600FB-E5A2-48A8-ADC9-6968E10B5B48}" dt="2022-11-28T11:03:10.156" v="1308" actId="478"/>
            <ac:spMkLst>
              <pc:docMk/>
              <pc:sldMasterMk cId="2043676349" sldId="2147483648"/>
              <pc:sldLayoutMk cId="3725802611" sldId="2147483660"/>
              <ac:spMk id="3" creationId="{C47DF0C6-4209-C43E-D56B-FFB739618415}"/>
            </ac:spMkLst>
          </pc:spChg>
          <pc:spChg chg="del">
            <ac:chgData name="Amal R Babu" userId="3a292d0a-112b-4bc3-bf38-7771656893d2" providerId="ADAL" clId="{992600FB-E5A2-48A8-ADC9-6968E10B5B48}" dt="2022-11-28T11:03:10.156" v="1308" actId="478"/>
            <ac:spMkLst>
              <pc:docMk/>
              <pc:sldMasterMk cId="2043676349" sldId="2147483648"/>
              <pc:sldLayoutMk cId="3725802611" sldId="2147483660"/>
              <ac:spMk id="4" creationId="{63533CEA-CD38-A231-C186-58B46C1C0136}"/>
            </ac:spMkLst>
          </pc:spChg>
          <pc:spChg chg="del">
            <ac:chgData name="Amal R Babu" userId="3a292d0a-112b-4bc3-bf38-7771656893d2" providerId="ADAL" clId="{992600FB-E5A2-48A8-ADC9-6968E10B5B48}" dt="2022-11-28T11:03:10.156" v="1308" actId="478"/>
            <ac:spMkLst>
              <pc:docMk/>
              <pc:sldMasterMk cId="2043676349" sldId="2147483648"/>
              <pc:sldLayoutMk cId="3725802611" sldId="2147483660"/>
              <ac:spMk id="5" creationId="{61AA86EE-014F-28FD-7CF4-310E6038DF89}"/>
            </ac:spMkLst>
          </pc:spChg>
          <pc:spChg chg="del">
            <ac:chgData name="Amal R Babu" userId="3a292d0a-112b-4bc3-bf38-7771656893d2" providerId="ADAL" clId="{992600FB-E5A2-48A8-ADC9-6968E10B5B48}" dt="2022-11-28T11:03:10.156" v="1308" actId="478"/>
            <ac:spMkLst>
              <pc:docMk/>
              <pc:sldMasterMk cId="2043676349" sldId="2147483648"/>
              <pc:sldLayoutMk cId="3725802611" sldId="2147483660"/>
              <ac:spMk id="6" creationId="{3689C4B6-6611-D908-7AD4-F0D07323A7B5}"/>
            </ac:spMkLst>
          </pc:spChg>
          <pc:spChg chg="add del mod">
            <ac:chgData name="Amal R Babu" userId="3a292d0a-112b-4bc3-bf38-7771656893d2" providerId="ADAL" clId="{992600FB-E5A2-48A8-ADC9-6968E10B5B48}" dt="2022-11-28T11:03:18.743" v="1311"/>
            <ac:spMkLst>
              <pc:docMk/>
              <pc:sldMasterMk cId="2043676349" sldId="2147483648"/>
              <pc:sldLayoutMk cId="3725802611" sldId="2147483660"/>
              <ac:spMk id="7" creationId="{6FA91E89-54C3-0E09-2AC0-B46AEC377954}"/>
            </ac:spMkLst>
          </pc:spChg>
          <pc:spChg chg="add del mod">
            <ac:chgData name="Amal R Babu" userId="3a292d0a-112b-4bc3-bf38-7771656893d2" providerId="ADAL" clId="{992600FB-E5A2-48A8-ADC9-6968E10B5B48}" dt="2022-11-28T11:03:25.509" v="1313"/>
            <ac:spMkLst>
              <pc:docMk/>
              <pc:sldMasterMk cId="2043676349" sldId="2147483648"/>
              <pc:sldLayoutMk cId="3725802611" sldId="2147483660"/>
              <ac:spMk id="8" creationId="{E46E2DCF-D74A-3EEE-18EB-AD859660B254}"/>
            </ac:spMkLst>
          </pc:spChg>
          <pc:spChg chg="add del mod">
            <ac:chgData name="Amal R Babu" userId="3a292d0a-112b-4bc3-bf38-7771656893d2" providerId="ADAL" clId="{992600FB-E5A2-48A8-ADC9-6968E10B5B48}" dt="2022-11-28T11:03:32.438" v="1315"/>
            <ac:spMkLst>
              <pc:docMk/>
              <pc:sldMasterMk cId="2043676349" sldId="2147483648"/>
              <pc:sldLayoutMk cId="3725802611" sldId="2147483660"/>
              <ac:spMk id="9" creationId="{1DD9F394-B592-A53A-3F9D-E010B060EEB0}"/>
            </ac:spMkLst>
          </pc:spChg>
          <pc:spChg chg="add del mod">
            <ac:chgData name="Amal R Babu" userId="3a292d0a-112b-4bc3-bf38-7771656893d2" providerId="ADAL" clId="{992600FB-E5A2-48A8-ADC9-6968E10B5B48}" dt="2022-11-28T11:03:39.285" v="1317"/>
            <ac:spMkLst>
              <pc:docMk/>
              <pc:sldMasterMk cId="2043676349" sldId="2147483648"/>
              <pc:sldLayoutMk cId="3725802611" sldId="2147483660"/>
              <ac:spMk id="10" creationId="{8CFC7C6E-AE78-122B-66DA-73210E23507F}"/>
            </ac:spMkLst>
          </pc:spChg>
          <pc:spChg chg="add del">
            <ac:chgData name="Amal R Babu" userId="3a292d0a-112b-4bc3-bf38-7771656893d2" providerId="ADAL" clId="{992600FB-E5A2-48A8-ADC9-6968E10B5B48}" dt="2022-11-28T11:03:14.741" v="1310" actId="11529"/>
            <ac:spMkLst>
              <pc:docMk/>
              <pc:sldMasterMk cId="2043676349" sldId="2147483648"/>
              <pc:sldLayoutMk cId="3725802611" sldId="2147483660"/>
              <ac:spMk id="11" creationId="{1BEE8631-85BD-2429-43DA-3476693AB631}"/>
            </ac:spMkLst>
          </pc:spChg>
          <pc:spChg chg="add del mod">
            <ac:chgData name="Amal R Babu" userId="3a292d0a-112b-4bc3-bf38-7771656893d2" providerId="ADAL" clId="{992600FB-E5A2-48A8-ADC9-6968E10B5B48}" dt="2022-11-28T11:03:18.743" v="1311"/>
            <ac:spMkLst>
              <pc:docMk/>
              <pc:sldMasterMk cId="2043676349" sldId="2147483648"/>
              <pc:sldLayoutMk cId="3725802611" sldId="2147483660"/>
              <ac:spMk id="12" creationId="{29259486-DA2A-912F-287D-825C47FC0C72}"/>
            </ac:spMkLst>
          </pc:spChg>
          <pc:spChg chg="mod">
            <ac:chgData name="Amal R Babu" userId="3a292d0a-112b-4bc3-bf38-7771656893d2" providerId="ADAL" clId="{992600FB-E5A2-48A8-ADC9-6968E10B5B48}" dt="2022-11-28T11:03:18.743" v="1311"/>
            <ac:spMkLst>
              <pc:docMk/>
              <pc:sldMasterMk cId="2043676349" sldId="2147483648"/>
              <pc:sldLayoutMk cId="3725802611" sldId="2147483660"/>
              <ac:spMk id="13" creationId="{AA6AD98A-94BA-8601-0605-196AA39800B1}"/>
            </ac:spMkLst>
          </pc:spChg>
          <pc:spChg chg="add del">
            <ac:chgData name="Amal R Babu" userId="3a292d0a-112b-4bc3-bf38-7771656893d2" providerId="ADAL" clId="{992600FB-E5A2-48A8-ADC9-6968E10B5B48}" dt="2022-11-28T11:03:22.460" v="1312" actId="11529"/>
            <ac:spMkLst>
              <pc:docMk/>
              <pc:sldMasterMk cId="2043676349" sldId="2147483648"/>
              <pc:sldLayoutMk cId="3725802611" sldId="2147483660"/>
              <ac:spMk id="14" creationId="{488CCB58-D408-6091-10FE-8631C6B707F2}"/>
            </ac:spMkLst>
          </pc:spChg>
          <pc:spChg chg="add del mod">
            <ac:chgData name="Amal R Babu" userId="3a292d0a-112b-4bc3-bf38-7771656893d2" providerId="ADAL" clId="{992600FB-E5A2-48A8-ADC9-6968E10B5B48}" dt="2022-11-28T11:03:25.509" v="1313"/>
            <ac:spMkLst>
              <pc:docMk/>
              <pc:sldMasterMk cId="2043676349" sldId="2147483648"/>
              <pc:sldLayoutMk cId="3725802611" sldId="2147483660"/>
              <ac:spMk id="15" creationId="{AFC5B5C5-4F46-810F-A224-452C47D205B4}"/>
            </ac:spMkLst>
          </pc:spChg>
          <pc:spChg chg="mod">
            <ac:chgData name="Amal R Babu" userId="3a292d0a-112b-4bc3-bf38-7771656893d2" providerId="ADAL" clId="{992600FB-E5A2-48A8-ADC9-6968E10B5B48}" dt="2022-11-28T11:03:25.509" v="1313"/>
            <ac:spMkLst>
              <pc:docMk/>
              <pc:sldMasterMk cId="2043676349" sldId="2147483648"/>
              <pc:sldLayoutMk cId="3725802611" sldId="2147483660"/>
              <ac:spMk id="16" creationId="{3E153428-B1E3-D072-602C-C6D275598020}"/>
            </ac:spMkLst>
          </pc:spChg>
          <pc:spChg chg="add del">
            <ac:chgData name="Amal R Babu" userId="3a292d0a-112b-4bc3-bf38-7771656893d2" providerId="ADAL" clId="{992600FB-E5A2-48A8-ADC9-6968E10B5B48}" dt="2022-11-28T11:03:28.907" v="1314" actId="11529"/>
            <ac:spMkLst>
              <pc:docMk/>
              <pc:sldMasterMk cId="2043676349" sldId="2147483648"/>
              <pc:sldLayoutMk cId="3725802611" sldId="2147483660"/>
              <ac:spMk id="17" creationId="{C062EA61-C10B-65FA-7E8A-C7569000D6DD}"/>
            </ac:spMkLst>
          </pc:spChg>
          <pc:spChg chg="add del mod">
            <ac:chgData name="Amal R Babu" userId="3a292d0a-112b-4bc3-bf38-7771656893d2" providerId="ADAL" clId="{992600FB-E5A2-48A8-ADC9-6968E10B5B48}" dt="2022-11-28T11:03:32.438" v="1315"/>
            <ac:spMkLst>
              <pc:docMk/>
              <pc:sldMasterMk cId="2043676349" sldId="2147483648"/>
              <pc:sldLayoutMk cId="3725802611" sldId="2147483660"/>
              <ac:spMk id="18" creationId="{1FA56E81-662C-79E1-B340-E7C76CF98D02}"/>
            </ac:spMkLst>
          </pc:spChg>
          <pc:spChg chg="mod">
            <ac:chgData name="Amal R Babu" userId="3a292d0a-112b-4bc3-bf38-7771656893d2" providerId="ADAL" clId="{992600FB-E5A2-48A8-ADC9-6968E10B5B48}" dt="2022-11-28T11:03:32.438" v="1315"/>
            <ac:spMkLst>
              <pc:docMk/>
              <pc:sldMasterMk cId="2043676349" sldId="2147483648"/>
              <pc:sldLayoutMk cId="3725802611" sldId="2147483660"/>
              <ac:spMk id="19" creationId="{6BE458EE-95D6-C5D2-24C6-D7E700AC3E86}"/>
            </ac:spMkLst>
          </pc:spChg>
          <pc:spChg chg="add del">
            <ac:chgData name="Amal R Babu" userId="3a292d0a-112b-4bc3-bf38-7771656893d2" providerId="ADAL" clId="{992600FB-E5A2-48A8-ADC9-6968E10B5B48}" dt="2022-11-28T11:03:36.381" v="1316" actId="11529"/>
            <ac:spMkLst>
              <pc:docMk/>
              <pc:sldMasterMk cId="2043676349" sldId="2147483648"/>
              <pc:sldLayoutMk cId="3725802611" sldId="2147483660"/>
              <ac:spMk id="20" creationId="{F951E10E-254B-A26A-63B5-BF8121BAF82C}"/>
            </ac:spMkLst>
          </pc:spChg>
          <pc:spChg chg="add del mod">
            <ac:chgData name="Amal R Babu" userId="3a292d0a-112b-4bc3-bf38-7771656893d2" providerId="ADAL" clId="{992600FB-E5A2-48A8-ADC9-6968E10B5B48}" dt="2022-11-28T11:03:39.285" v="1317"/>
            <ac:spMkLst>
              <pc:docMk/>
              <pc:sldMasterMk cId="2043676349" sldId="2147483648"/>
              <pc:sldLayoutMk cId="3725802611" sldId="2147483660"/>
              <ac:spMk id="21" creationId="{C5B4C955-F847-2EA7-A0C6-B9F817FEEBC4}"/>
            </ac:spMkLst>
          </pc:spChg>
          <pc:spChg chg="mod">
            <ac:chgData name="Amal R Babu" userId="3a292d0a-112b-4bc3-bf38-7771656893d2" providerId="ADAL" clId="{992600FB-E5A2-48A8-ADC9-6968E10B5B48}" dt="2022-11-28T11:03:39.285" v="1317"/>
            <ac:spMkLst>
              <pc:docMk/>
              <pc:sldMasterMk cId="2043676349" sldId="2147483648"/>
              <pc:sldLayoutMk cId="3725802611" sldId="2147483660"/>
              <ac:spMk id="22" creationId="{3790EFBF-A14B-B61E-B728-9CFF840B09BA}"/>
            </ac:spMkLst>
          </pc:spChg>
        </pc:sldLayoutChg>
        <pc:sldLayoutChg chg="addSp delSp modSp add mod modTransition">
          <pc:chgData name="Amal R Babu" userId="3a292d0a-112b-4bc3-bf38-7771656893d2" providerId="ADAL" clId="{992600FB-E5A2-48A8-ADC9-6968E10B5B48}" dt="2022-12-07T05:32:11.096" v="3692"/>
          <pc:sldLayoutMkLst>
            <pc:docMk/>
            <pc:sldMasterMk cId="2043676349" sldId="2147483648"/>
            <pc:sldLayoutMk cId="3319916501" sldId="2147483661"/>
          </pc:sldLayoutMkLst>
          <pc:spChg chg="add del mod">
            <ac:chgData name="Amal R Babu" userId="3a292d0a-112b-4bc3-bf38-7771656893d2" providerId="ADAL" clId="{992600FB-E5A2-48A8-ADC9-6968E10B5B48}" dt="2022-12-07T05:32:11.096" v="3692"/>
            <ac:spMkLst>
              <pc:docMk/>
              <pc:sldMasterMk cId="2043676349" sldId="2147483648"/>
              <pc:sldLayoutMk cId="3319916501" sldId="2147483661"/>
              <ac:spMk id="2" creationId="{F75AA5C2-FF81-F412-7B97-E9C8B8739140}"/>
            </ac:spMkLst>
          </pc:spChg>
          <pc:spChg chg="del">
            <ac:chgData name="Amal R Babu" userId="3a292d0a-112b-4bc3-bf38-7771656893d2" providerId="ADAL" clId="{992600FB-E5A2-48A8-ADC9-6968E10B5B48}" dt="2022-11-28T11:29:48.974" v="1564" actId="478"/>
            <ac:spMkLst>
              <pc:docMk/>
              <pc:sldMasterMk cId="2043676349" sldId="2147483648"/>
              <pc:sldLayoutMk cId="3319916501" sldId="2147483661"/>
              <ac:spMk id="2" creationId="{F8BCF4A3-4738-39C7-6F6D-39A4BB3984DA}"/>
            </ac:spMkLst>
          </pc:spChg>
          <pc:spChg chg="add del">
            <ac:chgData name="Amal R Babu" userId="3a292d0a-112b-4bc3-bf38-7771656893d2" providerId="ADAL" clId="{992600FB-E5A2-48A8-ADC9-6968E10B5B48}" dt="2022-12-07T05:32:08.128" v="3691" actId="11529"/>
            <ac:spMkLst>
              <pc:docMk/>
              <pc:sldMasterMk cId="2043676349" sldId="2147483648"/>
              <pc:sldLayoutMk cId="3319916501" sldId="2147483661"/>
              <ac:spMk id="3" creationId="{0C78975E-B758-9711-90DC-A3D267FA285B}"/>
            </ac:spMkLst>
          </pc:spChg>
          <pc:spChg chg="del">
            <ac:chgData name="Amal R Babu" userId="3a292d0a-112b-4bc3-bf38-7771656893d2" providerId="ADAL" clId="{992600FB-E5A2-48A8-ADC9-6968E10B5B48}" dt="2022-11-28T11:29:48.974" v="1564" actId="478"/>
            <ac:spMkLst>
              <pc:docMk/>
              <pc:sldMasterMk cId="2043676349" sldId="2147483648"/>
              <pc:sldLayoutMk cId="3319916501" sldId="2147483661"/>
              <ac:spMk id="3" creationId="{C47DF0C6-4209-C43E-D56B-FFB739618415}"/>
            </ac:spMkLst>
          </pc:spChg>
          <pc:spChg chg="del">
            <ac:chgData name="Amal R Babu" userId="3a292d0a-112b-4bc3-bf38-7771656893d2" providerId="ADAL" clId="{992600FB-E5A2-48A8-ADC9-6968E10B5B48}" dt="2022-11-28T11:29:48.974" v="1564" actId="478"/>
            <ac:spMkLst>
              <pc:docMk/>
              <pc:sldMasterMk cId="2043676349" sldId="2147483648"/>
              <pc:sldLayoutMk cId="3319916501" sldId="2147483661"/>
              <ac:spMk id="4" creationId="{63533CEA-CD38-A231-C186-58B46C1C0136}"/>
            </ac:spMkLst>
          </pc:spChg>
          <pc:spChg chg="add del mod">
            <ac:chgData name="Amal R Babu" userId="3a292d0a-112b-4bc3-bf38-7771656893d2" providerId="ADAL" clId="{992600FB-E5A2-48A8-ADC9-6968E10B5B48}" dt="2022-12-07T05:32:11.096" v="3692"/>
            <ac:spMkLst>
              <pc:docMk/>
              <pc:sldMasterMk cId="2043676349" sldId="2147483648"/>
              <pc:sldLayoutMk cId="3319916501" sldId="2147483661"/>
              <ac:spMk id="4" creationId="{EC062E48-E0A9-8B13-92D6-6C5F0429F5C1}"/>
            </ac:spMkLst>
          </pc:spChg>
          <pc:spChg chg="del">
            <ac:chgData name="Amal R Babu" userId="3a292d0a-112b-4bc3-bf38-7771656893d2" providerId="ADAL" clId="{992600FB-E5A2-48A8-ADC9-6968E10B5B48}" dt="2022-11-28T11:29:48.974" v="1564" actId="478"/>
            <ac:spMkLst>
              <pc:docMk/>
              <pc:sldMasterMk cId="2043676349" sldId="2147483648"/>
              <pc:sldLayoutMk cId="3319916501" sldId="2147483661"/>
              <ac:spMk id="5" creationId="{61AA86EE-014F-28FD-7CF4-310E6038DF89}"/>
            </ac:spMkLst>
          </pc:spChg>
          <pc:spChg chg="mod">
            <ac:chgData name="Amal R Babu" userId="3a292d0a-112b-4bc3-bf38-7771656893d2" providerId="ADAL" clId="{992600FB-E5A2-48A8-ADC9-6968E10B5B48}" dt="2022-12-07T05:32:11.096" v="3692"/>
            <ac:spMkLst>
              <pc:docMk/>
              <pc:sldMasterMk cId="2043676349" sldId="2147483648"/>
              <pc:sldLayoutMk cId="3319916501" sldId="2147483661"/>
              <ac:spMk id="5" creationId="{C279A781-48D8-B6DD-617F-55D373D532BA}"/>
            </ac:spMkLst>
          </pc:spChg>
          <pc:spChg chg="del">
            <ac:chgData name="Amal R Babu" userId="3a292d0a-112b-4bc3-bf38-7771656893d2" providerId="ADAL" clId="{992600FB-E5A2-48A8-ADC9-6968E10B5B48}" dt="2022-11-28T11:29:48.974" v="1564" actId="478"/>
            <ac:spMkLst>
              <pc:docMk/>
              <pc:sldMasterMk cId="2043676349" sldId="2147483648"/>
              <pc:sldLayoutMk cId="3319916501" sldId="2147483661"/>
              <ac:spMk id="6" creationId="{3689C4B6-6611-D908-7AD4-F0D07323A7B5}"/>
            </ac:spMkLst>
          </pc:spChg>
          <pc:spChg chg="add del mod">
            <ac:chgData name="Amal R Babu" userId="3a292d0a-112b-4bc3-bf38-7771656893d2" providerId="ADAL" clId="{992600FB-E5A2-48A8-ADC9-6968E10B5B48}" dt="2022-11-28T11:29:56.965" v="1567"/>
            <ac:spMkLst>
              <pc:docMk/>
              <pc:sldMasterMk cId="2043676349" sldId="2147483648"/>
              <pc:sldLayoutMk cId="3319916501" sldId="2147483661"/>
              <ac:spMk id="7" creationId="{CD8D1C01-5B73-6AC0-7148-8E51C2E56005}"/>
            </ac:spMkLst>
          </pc:spChg>
          <pc:spChg chg="add del">
            <ac:chgData name="Amal R Babu" userId="3a292d0a-112b-4bc3-bf38-7771656893d2" providerId="ADAL" clId="{992600FB-E5A2-48A8-ADC9-6968E10B5B48}" dt="2022-11-28T11:29:53.349" v="1566" actId="11529"/>
            <ac:spMkLst>
              <pc:docMk/>
              <pc:sldMasterMk cId="2043676349" sldId="2147483648"/>
              <pc:sldLayoutMk cId="3319916501" sldId="2147483661"/>
              <ac:spMk id="8" creationId="{7BD6FA75-A033-B0B9-0CC6-890C7EC02F58}"/>
            </ac:spMkLst>
          </pc:spChg>
          <pc:spChg chg="add del mod">
            <ac:chgData name="Amal R Babu" userId="3a292d0a-112b-4bc3-bf38-7771656893d2" providerId="ADAL" clId="{992600FB-E5A2-48A8-ADC9-6968E10B5B48}" dt="2022-11-28T11:29:56.965" v="1567"/>
            <ac:spMkLst>
              <pc:docMk/>
              <pc:sldMasterMk cId="2043676349" sldId="2147483648"/>
              <pc:sldLayoutMk cId="3319916501" sldId="2147483661"/>
              <ac:spMk id="9" creationId="{6AB64A0E-5A91-11A7-0767-6B432B7031B0}"/>
            </ac:spMkLst>
          </pc:spChg>
          <pc:spChg chg="del mod">
            <ac:chgData name="Amal R Babu" userId="3a292d0a-112b-4bc3-bf38-7771656893d2" providerId="ADAL" clId="{992600FB-E5A2-48A8-ADC9-6968E10B5B48}" dt="2022-12-07T05:32:03.195" v="3689" actId="478"/>
            <ac:spMkLst>
              <pc:docMk/>
              <pc:sldMasterMk cId="2043676349" sldId="2147483648"/>
              <pc:sldLayoutMk cId="3319916501" sldId="2147483661"/>
              <ac:spMk id="10" creationId="{BEBBC7B8-6B9C-08A7-70E6-C3C8EC562B6B}"/>
            </ac:spMkLst>
          </pc:spChg>
        </pc:sldLayoutChg>
        <pc:sldLayoutChg chg="addSp delSp modSp add mod modTransition">
          <pc:chgData name="Amal R Babu" userId="3a292d0a-112b-4bc3-bf38-7771656893d2" providerId="ADAL" clId="{992600FB-E5A2-48A8-ADC9-6968E10B5B48}" dt="2022-11-30T03:23:19.036" v="2409"/>
          <pc:sldLayoutMkLst>
            <pc:docMk/>
            <pc:sldMasterMk cId="2043676349" sldId="2147483648"/>
            <pc:sldLayoutMk cId="1986266866" sldId="2147483662"/>
          </pc:sldLayoutMkLst>
          <pc:spChg chg="del">
            <ac:chgData name="Amal R Babu" userId="3a292d0a-112b-4bc3-bf38-7771656893d2" providerId="ADAL" clId="{992600FB-E5A2-48A8-ADC9-6968E10B5B48}" dt="2022-11-30T03:22:46.672" v="2400" actId="478"/>
            <ac:spMkLst>
              <pc:docMk/>
              <pc:sldMasterMk cId="2043676349" sldId="2147483648"/>
              <pc:sldLayoutMk cId="1986266866" sldId="2147483662"/>
              <ac:spMk id="2" creationId="{285EAA9D-6184-80F0-3CF1-62B1CDDA40C3}"/>
            </ac:spMkLst>
          </pc:spChg>
          <pc:spChg chg="del">
            <ac:chgData name="Amal R Babu" userId="3a292d0a-112b-4bc3-bf38-7771656893d2" providerId="ADAL" clId="{992600FB-E5A2-48A8-ADC9-6968E10B5B48}" dt="2022-11-30T03:22:46.672" v="2400" actId="478"/>
            <ac:spMkLst>
              <pc:docMk/>
              <pc:sldMasterMk cId="2043676349" sldId="2147483648"/>
              <pc:sldLayoutMk cId="1986266866" sldId="2147483662"/>
              <ac:spMk id="3" creationId="{BA5BC88A-0B79-F670-2036-2C93CDA6C84F}"/>
            </ac:spMkLst>
          </pc:spChg>
          <pc:spChg chg="del">
            <ac:chgData name="Amal R Babu" userId="3a292d0a-112b-4bc3-bf38-7771656893d2" providerId="ADAL" clId="{992600FB-E5A2-48A8-ADC9-6968E10B5B48}" dt="2022-11-30T03:22:46.672" v="2400" actId="478"/>
            <ac:spMkLst>
              <pc:docMk/>
              <pc:sldMasterMk cId="2043676349" sldId="2147483648"/>
              <pc:sldLayoutMk cId="1986266866" sldId="2147483662"/>
              <ac:spMk id="4" creationId="{9B4A3E6F-CA88-DC54-2349-240DFFC03E71}"/>
            </ac:spMkLst>
          </pc:spChg>
          <pc:spChg chg="add del mod">
            <ac:chgData name="Amal R Babu" userId="3a292d0a-112b-4bc3-bf38-7771656893d2" providerId="ADAL" clId="{992600FB-E5A2-48A8-ADC9-6968E10B5B48}" dt="2022-11-30T03:22:55.925" v="2403"/>
            <ac:spMkLst>
              <pc:docMk/>
              <pc:sldMasterMk cId="2043676349" sldId="2147483648"/>
              <pc:sldLayoutMk cId="1986266866" sldId="2147483662"/>
              <ac:spMk id="5" creationId="{152FB440-3EB3-EE5F-4ADB-9E011277D227}"/>
            </ac:spMkLst>
          </pc:spChg>
          <pc:spChg chg="add del mod">
            <ac:chgData name="Amal R Babu" userId="3a292d0a-112b-4bc3-bf38-7771656893d2" providerId="ADAL" clId="{992600FB-E5A2-48A8-ADC9-6968E10B5B48}" dt="2022-11-30T03:23:04.020" v="2405"/>
            <ac:spMkLst>
              <pc:docMk/>
              <pc:sldMasterMk cId="2043676349" sldId="2147483648"/>
              <pc:sldLayoutMk cId="1986266866" sldId="2147483662"/>
              <ac:spMk id="6" creationId="{C3720783-6C63-304A-FF2E-49396784E381}"/>
            </ac:spMkLst>
          </pc:spChg>
          <pc:spChg chg="add del mod">
            <ac:chgData name="Amal R Babu" userId="3a292d0a-112b-4bc3-bf38-7771656893d2" providerId="ADAL" clId="{992600FB-E5A2-48A8-ADC9-6968E10B5B48}" dt="2022-11-30T03:23:11.972" v="2407"/>
            <ac:spMkLst>
              <pc:docMk/>
              <pc:sldMasterMk cId="2043676349" sldId="2147483648"/>
              <pc:sldLayoutMk cId="1986266866" sldId="2147483662"/>
              <ac:spMk id="7" creationId="{96EE4406-52DB-D232-4E7D-E52F5393967D}"/>
            </ac:spMkLst>
          </pc:spChg>
          <pc:spChg chg="add del mod">
            <ac:chgData name="Amal R Babu" userId="3a292d0a-112b-4bc3-bf38-7771656893d2" providerId="ADAL" clId="{992600FB-E5A2-48A8-ADC9-6968E10B5B48}" dt="2022-11-30T03:23:19.036" v="2409"/>
            <ac:spMkLst>
              <pc:docMk/>
              <pc:sldMasterMk cId="2043676349" sldId="2147483648"/>
              <pc:sldLayoutMk cId="1986266866" sldId="2147483662"/>
              <ac:spMk id="8" creationId="{E49E555A-4A4E-52AE-E4DE-9AEE69FF9601}"/>
            </ac:spMkLst>
          </pc:spChg>
          <pc:spChg chg="add del">
            <ac:chgData name="Amal R Babu" userId="3a292d0a-112b-4bc3-bf38-7771656893d2" providerId="ADAL" clId="{992600FB-E5A2-48A8-ADC9-6968E10B5B48}" dt="2022-11-30T03:22:51.969" v="2402" actId="11529"/>
            <ac:spMkLst>
              <pc:docMk/>
              <pc:sldMasterMk cId="2043676349" sldId="2147483648"/>
              <pc:sldLayoutMk cId="1986266866" sldId="2147483662"/>
              <ac:spMk id="9" creationId="{E0E06D9C-CB14-C6F5-E8D8-83DCF5AEAD8C}"/>
            </ac:spMkLst>
          </pc:spChg>
          <pc:spChg chg="add del mod">
            <ac:chgData name="Amal R Babu" userId="3a292d0a-112b-4bc3-bf38-7771656893d2" providerId="ADAL" clId="{992600FB-E5A2-48A8-ADC9-6968E10B5B48}" dt="2022-11-30T03:22:55.925" v="2403"/>
            <ac:spMkLst>
              <pc:docMk/>
              <pc:sldMasterMk cId="2043676349" sldId="2147483648"/>
              <pc:sldLayoutMk cId="1986266866" sldId="2147483662"/>
              <ac:spMk id="10" creationId="{99B14D66-036B-0A64-AFF3-D911361E5CE7}"/>
            </ac:spMkLst>
          </pc:spChg>
          <pc:spChg chg="mod">
            <ac:chgData name="Amal R Babu" userId="3a292d0a-112b-4bc3-bf38-7771656893d2" providerId="ADAL" clId="{992600FB-E5A2-48A8-ADC9-6968E10B5B48}" dt="2022-11-30T03:22:55.925" v="2403"/>
            <ac:spMkLst>
              <pc:docMk/>
              <pc:sldMasterMk cId="2043676349" sldId="2147483648"/>
              <pc:sldLayoutMk cId="1986266866" sldId="2147483662"/>
              <ac:spMk id="11" creationId="{F7FE994B-D38C-B439-8EDF-FA4BCB435A00}"/>
            </ac:spMkLst>
          </pc:spChg>
          <pc:spChg chg="add del">
            <ac:chgData name="Amal R Babu" userId="3a292d0a-112b-4bc3-bf38-7771656893d2" providerId="ADAL" clId="{992600FB-E5A2-48A8-ADC9-6968E10B5B48}" dt="2022-11-30T03:23:00.631" v="2404" actId="11529"/>
            <ac:spMkLst>
              <pc:docMk/>
              <pc:sldMasterMk cId="2043676349" sldId="2147483648"/>
              <pc:sldLayoutMk cId="1986266866" sldId="2147483662"/>
              <ac:spMk id="12" creationId="{3E18E6FD-D1B7-5330-5389-EE9888E94A54}"/>
            </ac:spMkLst>
          </pc:spChg>
          <pc:spChg chg="add del mod">
            <ac:chgData name="Amal R Babu" userId="3a292d0a-112b-4bc3-bf38-7771656893d2" providerId="ADAL" clId="{992600FB-E5A2-48A8-ADC9-6968E10B5B48}" dt="2022-11-30T03:23:04.020" v="2405"/>
            <ac:spMkLst>
              <pc:docMk/>
              <pc:sldMasterMk cId="2043676349" sldId="2147483648"/>
              <pc:sldLayoutMk cId="1986266866" sldId="2147483662"/>
              <ac:spMk id="13" creationId="{A54CBE4D-29BA-00E7-1707-F1E4E3B4B26B}"/>
            </ac:spMkLst>
          </pc:spChg>
          <pc:spChg chg="mod">
            <ac:chgData name="Amal R Babu" userId="3a292d0a-112b-4bc3-bf38-7771656893d2" providerId="ADAL" clId="{992600FB-E5A2-48A8-ADC9-6968E10B5B48}" dt="2022-11-30T03:23:04.020" v="2405"/>
            <ac:spMkLst>
              <pc:docMk/>
              <pc:sldMasterMk cId="2043676349" sldId="2147483648"/>
              <pc:sldLayoutMk cId="1986266866" sldId="2147483662"/>
              <ac:spMk id="14" creationId="{0AC7276B-01BD-A30B-C837-EE90DF4B0C0E}"/>
            </ac:spMkLst>
          </pc:spChg>
          <pc:spChg chg="add del">
            <ac:chgData name="Amal R Babu" userId="3a292d0a-112b-4bc3-bf38-7771656893d2" providerId="ADAL" clId="{992600FB-E5A2-48A8-ADC9-6968E10B5B48}" dt="2022-11-30T03:23:08.023" v="2406" actId="11529"/>
            <ac:spMkLst>
              <pc:docMk/>
              <pc:sldMasterMk cId="2043676349" sldId="2147483648"/>
              <pc:sldLayoutMk cId="1986266866" sldId="2147483662"/>
              <ac:spMk id="15" creationId="{610FC248-2909-E022-232E-215500D191B1}"/>
            </ac:spMkLst>
          </pc:spChg>
          <pc:spChg chg="add del mod">
            <ac:chgData name="Amal R Babu" userId="3a292d0a-112b-4bc3-bf38-7771656893d2" providerId="ADAL" clId="{992600FB-E5A2-48A8-ADC9-6968E10B5B48}" dt="2022-11-30T03:23:11.972" v="2407"/>
            <ac:spMkLst>
              <pc:docMk/>
              <pc:sldMasterMk cId="2043676349" sldId="2147483648"/>
              <pc:sldLayoutMk cId="1986266866" sldId="2147483662"/>
              <ac:spMk id="16" creationId="{4F9F13E5-EBA0-C863-6EAD-D38BD67C2573}"/>
            </ac:spMkLst>
          </pc:spChg>
          <pc:spChg chg="mod">
            <ac:chgData name="Amal R Babu" userId="3a292d0a-112b-4bc3-bf38-7771656893d2" providerId="ADAL" clId="{992600FB-E5A2-48A8-ADC9-6968E10B5B48}" dt="2022-11-30T03:23:11.972" v="2407"/>
            <ac:spMkLst>
              <pc:docMk/>
              <pc:sldMasterMk cId="2043676349" sldId="2147483648"/>
              <pc:sldLayoutMk cId="1986266866" sldId="2147483662"/>
              <ac:spMk id="17" creationId="{085D22D7-99E2-24A2-8EE7-3A1F9F97FED8}"/>
            </ac:spMkLst>
          </pc:spChg>
          <pc:spChg chg="add del">
            <ac:chgData name="Amal R Babu" userId="3a292d0a-112b-4bc3-bf38-7771656893d2" providerId="ADAL" clId="{992600FB-E5A2-48A8-ADC9-6968E10B5B48}" dt="2022-11-30T03:23:15.759" v="2408" actId="11529"/>
            <ac:spMkLst>
              <pc:docMk/>
              <pc:sldMasterMk cId="2043676349" sldId="2147483648"/>
              <pc:sldLayoutMk cId="1986266866" sldId="2147483662"/>
              <ac:spMk id="18" creationId="{8D16F0FC-76DB-DF61-2F48-718451DB6590}"/>
            </ac:spMkLst>
          </pc:spChg>
          <pc:spChg chg="add del mod">
            <ac:chgData name="Amal R Babu" userId="3a292d0a-112b-4bc3-bf38-7771656893d2" providerId="ADAL" clId="{992600FB-E5A2-48A8-ADC9-6968E10B5B48}" dt="2022-11-30T03:23:19.036" v="2409"/>
            <ac:spMkLst>
              <pc:docMk/>
              <pc:sldMasterMk cId="2043676349" sldId="2147483648"/>
              <pc:sldLayoutMk cId="1986266866" sldId="2147483662"/>
              <ac:spMk id="19" creationId="{201C4040-FAB2-F5E4-E1BB-557EECFFA30E}"/>
            </ac:spMkLst>
          </pc:spChg>
          <pc:spChg chg="mod">
            <ac:chgData name="Amal R Babu" userId="3a292d0a-112b-4bc3-bf38-7771656893d2" providerId="ADAL" clId="{992600FB-E5A2-48A8-ADC9-6968E10B5B48}" dt="2022-11-30T03:23:19.036" v="2409"/>
            <ac:spMkLst>
              <pc:docMk/>
              <pc:sldMasterMk cId="2043676349" sldId="2147483648"/>
              <pc:sldLayoutMk cId="1986266866" sldId="2147483662"/>
              <ac:spMk id="20" creationId="{677771F6-5F84-D6DB-ED8A-ED669E7133C6}"/>
            </ac:spMkLst>
          </pc:spChg>
        </pc:sldLayoutChg>
        <pc:sldLayoutChg chg="addSp delSp modSp add mod modTransition">
          <pc:chgData name="Amal R Babu" userId="3a292d0a-112b-4bc3-bf38-7771656893d2" providerId="ADAL" clId="{992600FB-E5A2-48A8-ADC9-6968E10B5B48}" dt="2022-11-30T03:33:23.954" v="2499"/>
          <pc:sldLayoutMkLst>
            <pc:docMk/>
            <pc:sldMasterMk cId="2043676349" sldId="2147483648"/>
            <pc:sldLayoutMk cId="576586546" sldId="2147483663"/>
          </pc:sldLayoutMkLst>
          <pc:spChg chg="del">
            <ac:chgData name="Amal R Babu" userId="3a292d0a-112b-4bc3-bf38-7771656893d2" providerId="ADAL" clId="{992600FB-E5A2-48A8-ADC9-6968E10B5B48}" dt="2022-11-30T03:32:49.361" v="2490" actId="478"/>
            <ac:spMkLst>
              <pc:docMk/>
              <pc:sldMasterMk cId="2043676349" sldId="2147483648"/>
              <pc:sldLayoutMk cId="576586546" sldId="2147483663"/>
              <ac:spMk id="2" creationId="{285EAA9D-6184-80F0-3CF1-62B1CDDA40C3}"/>
            </ac:spMkLst>
          </pc:spChg>
          <pc:spChg chg="del">
            <ac:chgData name="Amal R Babu" userId="3a292d0a-112b-4bc3-bf38-7771656893d2" providerId="ADAL" clId="{992600FB-E5A2-48A8-ADC9-6968E10B5B48}" dt="2022-11-30T03:32:49.361" v="2490" actId="478"/>
            <ac:spMkLst>
              <pc:docMk/>
              <pc:sldMasterMk cId="2043676349" sldId="2147483648"/>
              <pc:sldLayoutMk cId="576586546" sldId="2147483663"/>
              <ac:spMk id="3" creationId="{BA5BC88A-0B79-F670-2036-2C93CDA6C84F}"/>
            </ac:spMkLst>
          </pc:spChg>
          <pc:spChg chg="del">
            <ac:chgData name="Amal R Babu" userId="3a292d0a-112b-4bc3-bf38-7771656893d2" providerId="ADAL" clId="{992600FB-E5A2-48A8-ADC9-6968E10B5B48}" dt="2022-11-30T03:32:49.361" v="2490" actId="478"/>
            <ac:spMkLst>
              <pc:docMk/>
              <pc:sldMasterMk cId="2043676349" sldId="2147483648"/>
              <pc:sldLayoutMk cId="576586546" sldId="2147483663"/>
              <ac:spMk id="4" creationId="{9B4A3E6F-CA88-DC54-2349-240DFFC03E71}"/>
            </ac:spMkLst>
          </pc:spChg>
          <pc:spChg chg="add del mod">
            <ac:chgData name="Amal R Babu" userId="3a292d0a-112b-4bc3-bf38-7771656893d2" providerId="ADAL" clId="{992600FB-E5A2-48A8-ADC9-6968E10B5B48}" dt="2022-11-30T03:32:59.474" v="2493"/>
            <ac:spMkLst>
              <pc:docMk/>
              <pc:sldMasterMk cId="2043676349" sldId="2147483648"/>
              <pc:sldLayoutMk cId="576586546" sldId="2147483663"/>
              <ac:spMk id="5" creationId="{E3A367C3-B793-F30B-3716-46887FD89C1A}"/>
            </ac:spMkLst>
          </pc:spChg>
          <pc:spChg chg="add del mod">
            <ac:chgData name="Amal R Babu" userId="3a292d0a-112b-4bc3-bf38-7771656893d2" providerId="ADAL" clId="{992600FB-E5A2-48A8-ADC9-6968E10B5B48}" dt="2022-11-30T03:33:07.806" v="2495"/>
            <ac:spMkLst>
              <pc:docMk/>
              <pc:sldMasterMk cId="2043676349" sldId="2147483648"/>
              <pc:sldLayoutMk cId="576586546" sldId="2147483663"/>
              <ac:spMk id="6" creationId="{ECD360C4-B93E-DAB3-1113-663C77A3644B}"/>
            </ac:spMkLst>
          </pc:spChg>
          <pc:spChg chg="add del mod">
            <ac:chgData name="Amal R Babu" userId="3a292d0a-112b-4bc3-bf38-7771656893d2" providerId="ADAL" clId="{992600FB-E5A2-48A8-ADC9-6968E10B5B48}" dt="2022-11-30T03:33:16.505" v="2497"/>
            <ac:spMkLst>
              <pc:docMk/>
              <pc:sldMasterMk cId="2043676349" sldId="2147483648"/>
              <pc:sldLayoutMk cId="576586546" sldId="2147483663"/>
              <ac:spMk id="7" creationId="{6F553491-7369-0C31-ECFD-306E87B32C53}"/>
            </ac:spMkLst>
          </pc:spChg>
          <pc:spChg chg="add del mod">
            <ac:chgData name="Amal R Babu" userId="3a292d0a-112b-4bc3-bf38-7771656893d2" providerId="ADAL" clId="{992600FB-E5A2-48A8-ADC9-6968E10B5B48}" dt="2022-11-30T03:33:23.954" v="2499"/>
            <ac:spMkLst>
              <pc:docMk/>
              <pc:sldMasterMk cId="2043676349" sldId="2147483648"/>
              <pc:sldLayoutMk cId="576586546" sldId="2147483663"/>
              <ac:spMk id="8" creationId="{C74E7444-C088-9EA1-F9E2-EA6FC8F60004}"/>
            </ac:spMkLst>
          </pc:spChg>
          <pc:spChg chg="add del">
            <ac:chgData name="Amal R Babu" userId="3a292d0a-112b-4bc3-bf38-7771656893d2" providerId="ADAL" clId="{992600FB-E5A2-48A8-ADC9-6968E10B5B48}" dt="2022-11-30T03:32:54.672" v="2492" actId="11529"/>
            <ac:spMkLst>
              <pc:docMk/>
              <pc:sldMasterMk cId="2043676349" sldId="2147483648"/>
              <pc:sldLayoutMk cId="576586546" sldId="2147483663"/>
              <ac:spMk id="9" creationId="{9F16D350-812D-E8CD-76BE-56889B9944F9}"/>
            </ac:spMkLst>
          </pc:spChg>
          <pc:spChg chg="add del mod">
            <ac:chgData name="Amal R Babu" userId="3a292d0a-112b-4bc3-bf38-7771656893d2" providerId="ADAL" clId="{992600FB-E5A2-48A8-ADC9-6968E10B5B48}" dt="2022-11-30T03:32:59.474" v="2493"/>
            <ac:spMkLst>
              <pc:docMk/>
              <pc:sldMasterMk cId="2043676349" sldId="2147483648"/>
              <pc:sldLayoutMk cId="576586546" sldId="2147483663"/>
              <ac:spMk id="10" creationId="{18F3CC9B-D0D9-5A7A-1E33-937B5162037F}"/>
            </ac:spMkLst>
          </pc:spChg>
          <pc:spChg chg="mod">
            <ac:chgData name="Amal R Babu" userId="3a292d0a-112b-4bc3-bf38-7771656893d2" providerId="ADAL" clId="{992600FB-E5A2-48A8-ADC9-6968E10B5B48}" dt="2022-11-30T03:32:59.474" v="2493"/>
            <ac:spMkLst>
              <pc:docMk/>
              <pc:sldMasterMk cId="2043676349" sldId="2147483648"/>
              <pc:sldLayoutMk cId="576586546" sldId="2147483663"/>
              <ac:spMk id="11" creationId="{758D12C6-C78A-78B0-7402-251995E7B849}"/>
            </ac:spMkLst>
          </pc:spChg>
          <pc:spChg chg="add del">
            <ac:chgData name="Amal R Babu" userId="3a292d0a-112b-4bc3-bf38-7771656893d2" providerId="ADAL" clId="{992600FB-E5A2-48A8-ADC9-6968E10B5B48}" dt="2022-11-30T03:33:03.704" v="2494" actId="11529"/>
            <ac:spMkLst>
              <pc:docMk/>
              <pc:sldMasterMk cId="2043676349" sldId="2147483648"/>
              <pc:sldLayoutMk cId="576586546" sldId="2147483663"/>
              <ac:spMk id="12" creationId="{FD07B1BD-BC26-EC3C-FAFF-53529A9DCA9F}"/>
            </ac:spMkLst>
          </pc:spChg>
          <pc:spChg chg="add del mod">
            <ac:chgData name="Amal R Babu" userId="3a292d0a-112b-4bc3-bf38-7771656893d2" providerId="ADAL" clId="{992600FB-E5A2-48A8-ADC9-6968E10B5B48}" dt="2022-11-30T03:33:07.806" v="2495"/>
            <ac:spMkLst>
              <pc:docMk/>
              <pc:sldMasterMk cId="2043676349" sldId="2147483648"/>
              <pc:sldLayoutMk cId="576586546" sldId="2147483663"/>
              <ac:spMk id="13" creationId="{E5AA17C2-985D-28D5-F20B-69B43D0CDFC0}"/>
            </ac:spMkLst>
          </pc:spChg>
          <pc:spChg chg="mod">
            <ac:chgData name="Amal R Babu" userId="3a292d0a-112b-4bc3-bf38-7771656893d2" providerId="ADAL" clId="{992600FB-E5A2-48A8-ADC9-6968E10B5B48}" dt="2022-11-30T03:33:07.806" v="2495"/>
            <ac:spMkLst>
              <pc:docMk/>
              <pc:sldMasterMk cId="2043676349" sldId="2147483648"/>
              <pc:sldLayoutMk cId="576586546" sldId="2147483663"/>
              <ac:spMk id="14" creationId="{609197C2-4F86-535A-366D-9C84050E892B}"/>
            </ac:spMkLst>
          </pc:spChg>
          <pc:spChg chg="add del">
            <ac:chgData name="Amal R Babu" userId="3a292d0a-112b-4bc3-bf38-7771656893d2" providerId="ADAL" clId="{992600FB-E5A2-48A8-ADC9-6968E10B5B48}" dt="2022-11-30T03:33:12.632" v="2496" actId="11529"/>
            <ac:spMkLst>
              <pc:docMk/>
              <pc:sldMasterMk cId="2043676349" sldId="2147483648"/>
              <pc:sldLayoutMk cId="576586546" sldId="2147483663"/>
              <ac:spMk id="15" creationId="{514295D8-62C8-A32C-B3D1-C9F95FD574A0}"/>
            </ac:spMkLst>
          </pc:spChg>
          <pc:spChg chg="add del mod">
            <ac:chgData name="Amal R Babu" userId="3a292d0a-112b-4bc3-bf38-7771656893d2" providerId="ADAL" clId="{992600FB-E5A2-48A8-ADC9-6968E10B5B48}" dt="2022-11-30T03:33:16.505" v="2497"/>
            <ac:spMkLst>
              <pc:docMk/>
              <pc:sldMasterMk cId="2043676349" sldId="2147483648"/>
              <pc:sldLayoutMk cId="576586546" sldId="2147483663"/>
              <ac:spMk id="16" creationId="{7A565055-788B-50C1-CCDB-B751902CC1FA}"/>
            </ac:spMkLst>
          </pc:spChg>
          <pc:spChg chg="mod">
            <ac:chgData name="Amal R Babu" userId="3a292d0a-112b-4bc3-bf38-7771656893d2" providerId="ADAL" clId="{992600FB-E5A2-48A8-ADC9-6968E10B5B48}" dt="2022-11-30T03:33:16.505" v="2497"/>
            <ac:spMkLst>
              <pc:docMk/>
              <pc:sldMasterMk cId="2043676349" sldId="2147483648"/>
              <pc:sldLayoutMk cId="576586546" sldId="2147483663"/>
              <ac:spMk id="17" creationId="{99F158EB-4F70-74BD-529E-B106522521B6}"/>
            </ac:spMkLst>
          </pc:spChg>
          <pc:spChg chg="add del">
            <ac:chgData name="Amal R Babu" userId="3a292d0a-112b-4bc3-bf38-7771656893d2" providerId="ADAL" clId="{992600FB-E5A2-48A8-ADC9-6968E10B5B48}" dt="2022-11-30T03:33:20.567" v="2498" actId="11529"/>
            <ac:spMkLst>
              <pc:docMk/>
              <pc:sldMasterMk cId="2043676349" sldId="2147483648"/>
              <pc:sldLayoutMk cId="576586546" sldId="2147483663"/>
              <ac:spMk id="18" creationId="{43F67DAE-6F45-4106-1935-5CCB677A4814}"/>
            </ac:spMkLst>
          </pc:spChg>
          <pc:spChg chg="add del mod">
            <ac:chgData name="Amal R Babu" userId="3a292d0a-112b-4bc3-bf38-7771656893d2" providerId="ADAL" clId="{992600FB-E5A2-48A8-ADC9-6968E10B5B48}" dt="2022-11-30T03:33:23.954" v="2499"/>
            <ac:spMkLst>
              <pc:docMk/>
              <pc:sldMasterMk cId="2043676349" sldId="2147483648"/>
              <pc:sldLayoutMk cId="576586546" sldId="2147483663"/>
              <ac:spMk id="19" creationId="{75549A2D-4583-A309-53CD-1C3C5317E427}"/>
            </ac:spMkLst>
          </pc:spChg>
          <pc:spChg chg="mod">
            <ac:chgData name="Amal R Babu" userId="3a292d0a-112b-4bc3-bf38-7771656893d2" providerId="ADAL" clId="{992600FB-E5A2-48A8-ADC9-6968E10B5B48}" dt="2022-11-30T03:33:23.954" v="2499"/>
            <ac:spMkLst>
              <pc:docMk/>
              <pc:sldMasterMk cId="2043676349" sldId="2147483648"/>
              <pc:sldLayoutMk cId="576586546" sldId="2147483663"/>
              <ac:spMk id="20" creationId="{B62E0330-0FF7-CE2C-010A-0EA00DC5956E}"/>
            </ac:spMkLst>
          </pc:spChg>
        </pc:sldLayoutChg>
        <pc:sldLayoutChg chg="addSp delSp modSp add mod modTransition">
          <pc:chgData name="Amal R Babu" userId="3a292d0a-112b-4bc3-bf38-7771656893d2" providerId="ADAL" clId="{992600FB-E5A2-48A8-ADC9-6968E10B5B48}" dt="2022-11-30T06:16:21.451" v="3304"/>
          <pc:sldLayoutMkLst>
            <pc:docMk/>
            <pc:sldMasterMk cId="2043676349" sldId="2147483648"/>
            <pc:sldLayoutMk cId="494686826" sldId="2147483664"/>
          </pc:sldLayoutMkLst>
          <pc:spChg chg="del">
            <ac:chgData name="Amal R Babu" userId="3a292d0a-112b-4bc3-bf38-7771656893d2" providerId="ADAL" clId="{992600FB-E5A2-48A8-ADC9-6968E10B5B48}" dt="2022-11-30T06:16:13.625" v="3301" actId="478"/>
            <ac:spMkLst>
              <pc:docMk/>
              <pc:sldMasterMk cId="2043676349" sldId="2147483648"/>
              <pc:sldLayoutMk cId="494686826" sldId="2147483664"/>
              <ac:spMk id="2" creationId="{285EAA9D-6184-80F0-3CF1-62B1CDDA40C3}"/>
            </ac:spMkLst>
          </pc:spChg>
          <pc:spChg chg="del">
            <ac:chgData name="Amal R Babu" userId="3a292d0a-112b-4bc3-bf38-7771656893d2" providerId="ADAL" clId="{992600FB-E5A2-48A8-ADC9-6968E10B5B48}" dt="2022-11-30T06:16:13.625" v="3301" actId="478"/>
            <ac:spMkLst>
              <pc:docMk/>
              <pc:sldMasterMk cId="2043676349" sldId="2147483648"/>
              <pc:sldLayoutMk cId="494686826" sldId="2147483664"/>
              <ac:spMk id="3" creationId="{BA5BC88A-0B79-F670-2036-2C93CDA6C84F}"/>
            </ac:spMkLst>
          </pc:spChg>
          <pc:spChg chg="del">
            <ac:chgData name="Amal R Babu" userId="3a292d0a-112b-4bc3-bf38-7771656893d2" providerId="ADAL" clId="{992600FB-E5A2-48A8-ADC9-6968E10B5B48}" dt="2022-11-30T06:16:13.625" v="3301" actId="478"/>
            <ac:spMkLst>
              <pc:docMk/>
              <pc:sldMasterMk cId="2043676349" sldId="2147483648"/>
              <pc:sldLayoutMk cId="494686826" sldId="2147483664"/>
              <ac:spMk id="4" creationId="{9B4A3E6F-CA88-DC54-2349-240DFFC03E71}"/>
            </ac:spMkLst>
          </pc:spChg>
          <pc:spChg chg="add del mod">
            <ac:chgData name="Amal R Babu" userId="3a292d0a-112b-4bc3-bf38-7771656893d2" providerId="ADAL" clId="{992600FB-E5A2-48A8-ADC9-6968E10B5B48}" dt="2022-11-30T06:16:21.451" v="3304"/>
            <ac:spMkLst>
              <pc:docMk/>
              <pc:sldMasterMk cId="2043676349" sldId="2147483648"/>
              <pc:sldLayoutMk cId="494686826" sldId="2147483664"/>
              <ac:spMk id="5" creationId="{DD41ADF3-87C7-08F0-5D63-CCEF1168E6F5}"/>
            </ac:spMkLst>
          </pc:spChg>
          <pc:spChg chg="add del">
            <ac:chgData name="Amal R Babu" userId="3a292d0a-112b-4bc3-bf38-7771656893d2" providerId="ADAL" clId="{992600FB-E5A2-48A8-ADC9-6968E10B5B48}" dt="2022-11-30T06:16:18.615" v="3303" actId="11529"/>
            <ac:spMkLst>
              <pc:docMk/>
              <pc:sldMasterMk cId="2043676349" sldId="2147483648"/>
              <pc:sldLayoutMk cId="494686826" sldId="2147483664"/>
              <ac:spMk id="6" creationId="{6CB6DB37-E10D-5C10-5E14-36B0A3B6D0B8}"/>
            </ac:spMkLst>
          </pc:spChg>
          <pc:spChg chg="add del mod">
            <ac:chgData name="Amal R Babu" userId="3a292d0a-112b-4bc3-bf38-7771656893d2" providerId="ADAL" clId="{992600FB-E5A2-48A8-ADC9-6968E10B5B48}" dt="2022-11-30T06:16:21.451" v="3304"/>
            <ac:spMkLst>
              <pc:docMk/>
              <pc:sldMasterMk cId="2043676349" sldId="2147483648"/>
              <pc:sldLayoutMk cId="494686826" sldId="2147483664"/>
              <ac:spMk id="7" creationId="{5C05DCB8-1FE3-BA4A-EDC3-8455D946C12D}"/>
            </ac:spMkLst>
          </pc:spChg>
          <pc:spChg chg="mod">
            <ac:chgData name="Amal R Babu" userId="3a292d0a-112b-4bc3-bf38-7771656893d2" providerId="ADAL" clId="{992600FB-E5A2-48A8-ADC9-6968E10B5B48}" dt="2022-11-30T06:16:21.451" v="3304"/>
            <ac:spMkLst>
              <pc:docMk/>
              <pc:sldMasterMk cId="2043676349" sldId="2147483648"/>
              <pc:sldLayoutMk cId="494686826" sldId="2147483664"/>
              <ac:spMk id="8" creationId="{0037A15C-9FEA-0991-2A48-1BB829355ACC}"/>
            </ac:spMkLst>
          </pc:spChg>
        </pc:sldLayoutChg>
        <pc:sldLayoutChg chg="addSp delSp modSp add mod modTransition">
          <pc:chgData name="Amal R Babu" userId="3a292d0a-112b-4bc3-bf38-7771656893d2" providerId="ADAL" clId="{992600FB-E5A2-48A8-ADC9-6968E10B5B48}" dt="2022-11-30T06:32:35.476" v="3478"/>
          <pc:sldLayoutMkLst>
            <pc:docMk/>
            <pc:sldMasterMk cId="2043676349" sldId="2147483648"/>
            <pc:sldLayoutMk cId="323181932" sldId="2147483665"/>
          </pc:sldLayoutMkLst>
          <pc:spChg chg="del">
            <ac:chgData name="Amal R Babu" userId="3a292d0a-112b-4bc3-bf38-7771656893d2" providerId="ADAL" clId="{992600FB-E5A2-48A8-ADC9-6968E10B5B48}" dt="2022-11-30T06:32:26.566" v="3475" actId="478"/>
            <ac:spMkLst>
              <pc:docMk/>
              <pc:sldMasterMk cId="2043676349" sldId="2147483648"/>
              <pc:sldLayoutMk cId="323181932" sldId="2147483665"/>
              <ac:spMk id="2" creationId="{F8BCF4A3-4738-39C7-6F6D-39A4BB3984DA}"/>
            </ac:spMkLst>
          </pc:spChg>
          <pc:spChg chg="del">
            <ac:chgData name="Amal R Babu" userId="3a292d0a-112b-4bc3-bf38-7771656893d2" providerId="ADAL" clId="{992600FB-E5A2-48A8-ADC9-6968E10B5B48}" dt="2022-11-30T06:32:26.566" v="3475" actId="478"/>
            <ac:spMkLst>
              <pc:docMk/>
              <pc:sldMasterMk cId="2043676349" sldId="2147483648"/>
              <pc:sldLayoutMk cId="323181932" sldId="2147483665"/>
              <ac:spMk id="3" creationId="{C47DF0C6-4209-C43E-D56B-FFB739618415}"/>
            </ac:spMkLst>
          </pc:spChg>
          <pc:spChg chg="del">
            <ac:chgData name="Amal R Babu" userId="3a292d0a-112b-4bc3-bf38-7771656893d2" providerId="ADAL" clId="{992600FB-E5A2-48A8-ADC9-6968E10B5B48}" dt="2022-11-30T06:32:26.566" v="3475" actId="478"/>
            <ac:spMkLst>
              <pc:docMk/>
              <pc:sldMasterMk cId="2043676349" sldId="2147483648"/>
              <pc:sldLayoutMk cId="323181932" sldId="2147483665"/>
              <ac:spMk id="4" creationId="{63533CEA-CD38-A231-C186-58B46C1C0136}"/>
            </ac:spMkLst>
          </pc:spChg>
          <pc:spChg chg="del">
            <ac:chgData name="Amal R Babu" userId="3a292d0a-112b-4bc3-bf38-7771656893d2" providerId="ADAL" clId="{992600FB-E5A2-48A8-ADC9-6968E10B5B48}" dt="2022-11-30T06:32:26.566" v="3475" actId="478"/>
            <ac:spMkLst>
              <pc:docMk/>
              <pc:sldMasterMk cId="2043676349" sldId="2147483648"/>
              <pc:sldLayoutMk cId="323181932" sldId="2147483665"/>
              <ac:spMk id="5" creationId="{61AA86EE-014F-28FD-7CF4-310E6038DF89}"/>
            </ac:spMkLst>
          </pc:spChg>
          <pc:spChg chg="del">
            <ac:chgData name="Amal R Babu" userId="3a292d0a-112b-4bc3-bf38-7771656893d2" providerId="ADAL" clId="{992600FB-E5A2-48A8-ADC9-6968E10B5B48}" dt="2022-11-30T06:32:26.566" v="3475" actId="478"/>
            <ac:spMkLst>
              <pc:docMk/>
              <pc:sldMasterMk cId="2043676349" sldId="2147483648"/>
              <pc:sldLayoutMk cId="323181932" sldId="2147483665"/>
              <ac:spMk id="6" creationId="{3689C4B6-6611-D908-7AD4-F0D07323A7B5}"/>
            </ac:spMkLst>
          </pc:spChg>
          <pc:spChg chg="add del mod">
            <ac:chgData name="Amal R Babu" userId="3a292d0a-112b-4bc3-bf38-7771656893d2" providerId="ADAL" clId="{992600FB-E5A2-48A8-ADC9-6968E10B5B48}" dt="2022-11-30T06:32:35.476" v="3478"/>
            <ac:spMkLst>
              <pc:docMk/>
              <pc:sldMasterMk cId="2043676349" sldId="2147483648"/>
              <pc:sldLayoutMk cId="323181932" sldId="2147483665"/>
              <ac:spMk id="7" creationId="{F1B0C3F5-D256-0CBC-B365-02A544E45207}"/>
            </ac:spMkLst>
          </pc:spChg>
          <pc:spChg chg="add del">
            <ac:chgData name="Amal R Babu" userId="3a292d0a-112b-4bc3-bf38-7771656893d2" providerId="ADAL" clId="{992600FB-E5A2-48A8-ADC9-6968E10B5B48}" dt="2022-11-30T06:32:30.686" v="3477" actId="11529"/>
            <ac:spMkLst>
              <pc:docMk/>
              <pc:sldMasterMk cId="2043676349" sldId="2147483648"/>
              <pc:sldLayoutMk cId="323181932" sldId="2147483665"/>
              <ac:spMk id="8" creationId="{4F660F30-A3ED-7AF8-CB3C-2B31CDE9E173}"/>
            </ac:spMkLst>
          </pc:spChg>
          <pc:spChg chg="add del mod">
            <ac:chgData name="Amal R Babu" userId="3a292d0a-112b-4bc3-bf38-7771656893d2" providerId="ADAL" clId="{992600FB-E5A2-48A8-ADC9-6968E10B5B48}" dt="2022-11-30T06:32:35.476" v="3478"/>
            <ac:spMkLst>
              <pc:docMk/>
              <pc:sldMasterMk cId="2043676349" sldId="2147483648"/>
              <pc:sldLayoutMk cId="323181932" sldId="2147483665"/>
              <ac:spMk id="9" creationId="{BA638FDD-A03E-B12C-0462-314952314A3C}"/>
            </ac:spMkLst>
          </pc:spChg>
          <pc:spChg chg="mod">
            <ac:chgData name="Amal R Babu" userId="3a292d0a-112b-4bc3-bf38-7771656893d2" providerId="ADAL" clId="{992600FB-E5A2-48A8-ADC9-6968E10B5B48}" dt="2022-11-30T06:32:35.476" v="3478"/>
            <ac:spMkLst>
              <pc:docMk/>
              <pc:sldMasterMk cId="2043676349" sldId="2147483648"/>
              <pc:sldLayoutMk cId="323181932" sldId="2147483665"/>
              <ac:spMk id="10" creationId="{87C3683E-9202-91EC-CBD8-16009D5302E5}"/>
            </ac:spMkLst>
          </pc:spChg>
        </pc:sldLayoutChg>
        <pc:sldLayoutChg chg="addSp delSp modSp add mod modTransition">
          <pc:chgData name="Amal R Babu" userId="3a292d0a-112b-4bc3-bf38-7771656893d2" providerId="ADAL" clId="{992600FB-E5A2-48A8-ADC9-6968E10B5B48}" dt="2022-11-30T06:57:34.257" v="3557"/>
          <pc:sldLayoutMkLst>
            <pc:docMk/>
            <pc:sldMasterMk cId="2043676349" sldId="2147483648"/>
            <pc:sldLayoutMk cId="3302960625" sldId="2147483666"/>
          </pc:sldLayoutMkLst>
          <pc:spChg chg="del">
            <ac:chgData name="Amal R Babu" userId="3a292d0a-112b-4bc3-bf38-7771656893d2" providerId="ADAL" clId="{992600FB-E5A2-48A8-ADC9-6968E10B5B48}" dt="2022-11-30T06:57:25.560" v="3554" actId="478"/>
            <ac:spMkLst>
              <pc:docMk/>
              <pc:sldMasterMk cId="2043676349" sldId="2147483648"/>
              <pc:sldLayoutMk cId="3302960625" sldId="2147483666"/>
              <ac:spMk id="2" creationId="{285EAA9D-6184-80F0-3CF1-62B1CDDA40C3}"/>
            </ac:spMkLst>
          </pc:spChg>
          <pc:spChg chg="del">
            <ac:chgData name="Amal R Babu" userId="3a292d0a-112b-4bc3-bf38-7771656893d2" providerId="ADAL" clId="{992600FB-E5A2-48A8-ADC9-6968E10B5B48}" dt="2022-11-30T06:57:25.560" v="3554" actId="478"/>
            <ac:spMkLst>
              <pc:docMk/>
              <pc:sldMasterMk cId="2043676349" sldId="2147483648"/>
              <pc:sldLayoutMk cId="3302960625" sldId="2147483666"/>
              <ac:spMk id="3" creationId="{BA5BC88A-0B79-F670-2036-2C93CDA6C84F}"/>
            </ac:spMkLst>
          </pc:spChg>
          <pc:spChg chg="del">
            <ac:chgData name="Amal R Babu" userId="3a292d0a-112b-4bc3-bf38-7771656893d2" providerId="ADAL" clId="{992600FB-E5A2-48A8-ADC9-6968E10B5B48}" dt="2022-11-30T06:57:25.560" v="3554" actId="478"/>
            <ac:spMkLst>
              <pc:docMk/>
              <pc:sldMasterMk cId="2043676349" sldId="2147483648"/>
              <pc:sldLayoutMk cId="3302960625" sldId="2147483666"/>
              <ac:spMk id="4" creationId="{9B4A3E6F-CA88-DC54-2349-240DFFC03E71}"/>
            </ac:spMkLst>
          </pc:spChg>
          <pc:spChg chg="add del mod">
            <ac:chgData name="Amal R Babu" userId="3a292d0a-112b-4bc3-bf38-7771656893d2" providerId="ADAL" clId="{992600FB-E5A2-48A8-ADC9-6968E10B5B48}" dt="2022-11-30T06:57:34.257" v="3557"/>
            <ac:spMkLst>
              <pc:docMk/>
              <pc:sldMasterMk cId="2043676349" sldId="2147483648"/>
              <pc:sldLayoutMk cId="3302960625" sldId="2147483666"/>
              <ac:spMk id="5" creationId="{6D2F783D-F900-78A5-7467-3D58ECADD618}"/>
            </ac:spMkLst>
          </pc:spChg>
          <pc:spChg chg="add del">
            <ac:chgData name="Amal R Babu" userId="3a292d0a-112b-4bc3-bf38-7771656893d2" providerId="ADAL" clId="{992600FB-E5A2-48A8-ADC9-6968E10B5B48}" dt="2022-11-30T06:57:30.143" v="3556" actId="11529"/>
            <ac:spMkLst>
              <pc:docMk/>
              <pc:sldMasterMk cId="2043676349" sldId="2147483648"/>
              <pc:sldLayoutMk cId="3302960625" sldId="2147483666"/>
              <ac:spMk id="6" creationId="{4DDE4EE6-A425-5905-EF5B-98031B7BB0B3}"/>
            </ac:spMkLst>
          </pc:spChg>
          <pc:spChg chg="add del mod">
            <ac:chgData name="Amal R Babu" userId="3a292d0a-112b-4bc3-bf38-7771656893d2" providerId="ADAL" clId="{992600FB-E5A2-48A8-ADC9-6968E10B5B48}" dt="2022-11-30T06:57:34.257" v="3557"/>
            <ac:spMkLst>
              <pc:docMk/>
              <pc:sldMasterMk cId="2043676349" sldId="2147483648"/>
              <pc:sldLayoutMk cId="3302960625" sldId="2147483666"/>
              <ac:spMk id="7" creationId="{D4BC1D8A-33EF-1407-67D2-4555E6A837EF}"/>
            </ac:spMkLst>
          </pc:spChg>
          <pc:spChg chg="mod">
            <ac:chgData name="Amal R Babu" userId="3a292d0a-112b-4bc3-bf38-7771656893d2" providerId="ADAL" clId="{992600FB-E5A2-48A8-ADC9-6968E10B5B48}" dt="2022-11-30T06:57:34.257" v="3557"/>
            <ac:spMkLst>
              <pc:docMk/>
              <pc:sldMasterMk cId="2043676349" sldId="2147483648"/>
              <pc:sldLayoutMk cId="3302960625" sldId="2147483666"/>
              <ac:spMk id="8" creationId="{F6E5E54B-718B-F3AA-01FE-E9B970972289}"/>
            </ac:spMkLst>
          </pc:spChg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772129-7669-4C80-ABB7-8DF2BA71CE5A}" type="doc">
      <dgm:prSet loTypeId="urn:microsoft.com/office/officeart/2005/8/layout/rings+Icon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71FB558-59A6-45CA-BFE6-67AB8F7A2EF3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solidFill>
          <a:srgbClr val="00B050"/>
        </a:solidFill>
      </dgm:spPr>
      <dgm:t>
        <a:bodyPr/>
        <a:lstStyle/>
        <a:p>
          <a:r>
            <a:rPr lang="en-US" sz="2800" b="1" dirty="0" err="1"/>
            <a:t>Tuần</a:t>
          </a:r>
          <a:r>
            <a:rPr lang="en-US" sz="2800" b="1" dirty="0"/>
            <a:t> </a:t>
          </a:r>
          <a:r>
            <a:rPr lang="en-US" sz="4400" b="1" dirty="0">
              <a:solidFill>
                <a:schemeClr val="bg1"/>
              </a:solidFill>
            </a:rPr>
            <a:t>4</a:t>
          </a:r>
          <a:r>
            <a:rPr lang="en-US" sz="2800" b="1" dirty="0"/>
            <a:t>:</a:t>
          </a:r>
        </a:p>
        <a:p>
          <a:r>
            <a:rPr lang="en-US" sz="2000" dirty="0" err="1"/>
            <a:t>Làm</a:t>
          </a:r>
          <a:r>
            <a:rPr lang="en-US" sz="2000" dirty="0"/>
            <a:t> </a:t>
          </a:r>
          <a:r>
            <a:rPr lang="en-US" sz="2000" dirty="0" err="1"/>
            <a:t>thêm</a:t>
          </a:r>
          <a:r>
            <a:rPr lang="en-US" sz="2000" dirty="0"/>
            <a:t> slide, </a:t>
          </a:r>
          <a:r>
            <a:rPr lang="en-US" sz="2000" dirty="0" err="1"/>
            <a:t>làm</a:t>
          </a:r>
          <a:r>
            <a:rPr lang="en-US" sz="2000" dirty="0"/>
            <a:t> </a:t>
          </a:r>
          <a:r>
            <a:rPr lang="en-US" sz="2000" dirty="0" err="1"/>
            <a:t>thêm</a:t>
          </a:r>
          <a:r>
            <a:rPr lang="en-US" sz="2000" dirty="0"/>
            <a:t> </a:t>
          </a:r>
          <a:r>
            <a:rPr lang="en-US" sz="2000" dirty="0" err="1"/>
            <a:t>vài</a:t>
          </a:r>
          <a:r>
            <a:rPr lang="en-US" sz="2000" dirty="0"/>
            <a:t> </a:t>
          </a:r>
          <a:r>
            <a:rPr lang="en-US" sz="2000" dirty="0" err="1"/>
            <a:t>chức</a:t>
          </a:r>
          <a:r>
            <a:rPr lang="en-US" sz="2000" dirty="0"/>
            <a:t> </a:t>
          </a:r>
          <a:r>
            <a:rPr lang="en-US" sz="2000" dirty="0" err="1"/>
            <a:t>năng</a:t>
          </a:r>
          <a:r>
            <a:rPr lang="en-US" sz="2000" dirty="0"/>
            <a:t> </a:t>
          </a:r>
          <a:r>
            <a:rPr lang="en-US" sz="2000" dirty="0" err="1"/>
            <a:t>cho</a:t>
          </a:r>
          <a:r>
            <a:rPr lang="en-US" sz="2000" dirty="0"/>
            <a:t> app</a:t>
          </a:r>
        </a:p>
      </dgm:t>
    </dgm:pt>
    <dgm:pt modelId="{BE73973F-2B4D-42ED-9B15-2EA35C66997B}" type="parTrans" cxnId="{451CDAF4-8476-4431-8EAB-D0253C9B1055}">
      <dgm:prSet/>
      <dgm:spPr/>
      <dgm:t>
        <a:bodyPr/>
        <a:lstStyle/>
        <a:p>
          <a:endParaRPr lang="en-US"/>
        </a:p>
      </dgm:t>
    </dgm:pt>
    <dgm:pt modelId="{0E793B85-A30A-4AB7-AED0-544C3D8BCB6A}" type="sibTrans" cxnId="{451CDAF4-8476-4431-8EAB-D0253C9B1055}">
      <dgm:prSet/>
      <dgm:spPr/>
      <dgm:t>
        <a:bodyPr/>
        <a:lstStyle/>
        <a:p>
          <a:endParaRPr lang="en-US"/>
        </a:p>
      </dgm:t>
    </dgm:pt>
    <dgm:pt modelId="{6B0A3ACE-1E90-4D7E-A274-91A0BA843B43}">
      <dgm:prSet phldrT="[Text]" custT="1"/>
      <dgm:spPr>
        <a:solidFill>
          <a:srgbClr val="0070C0"/>
        </a:solidFill>
      </dgm:spPr>
      <dgm:t>
        <a:bodyPr/>
        <a:lstStyle/>
        <a:p>
          <a:r>
            <a:rPr lang="en-US" sz="2400" b="1" dirty="0">
              <a:solidFill>
                <a:schemeClr val="tx1"/>
              </a:solidFill>
            </a:rPr>
            <a:t>Tuần </a:t>
          </a:r>
          <a:r>
            <a:rPr lang="en-US" sz="4000" b="1" dirty="0">
              <a:solidFill>
                <a:schemeClr val="bg1"/>
              </a:solidFill>
            </a:rPr>
            <a:t>3</a:t>
          </a:r>
          <a:r>
            <a:rPr lang="en-US" sz="2400" b="1" dirty="0">
              <a:solidFill>
                <a:schemeClr val="tx1"/>
              </a:solidFill>
            </a:rPr>
            <a:t>: </a:t>
          </a:r>
        </a:p>
        <a:p>
          <a:r>
            <a:rPr lang="en-US" sz="2400" b="0" dirty="0" err="1">
              <a:solidFill>
                <a:schemeClr val="tx1"/>
              </a:solidFill>
            </a:rPr>
            <a:t>Chạy</a:t>
          </a:r>
          <a:r>
            <a:rPr lang="en-US" sz="2400" b="0" dirty="0">
              <a:solidFill>
                <a:schemeClr val="tx1"/>
              </a:solidFill>
            </a:rPr>
            <a:t> </a:t>
          </a:r>
          <a:r>
            <a:rPr lang="en-US" sz="2400" b="0" dirty="0" err="1">
              <a:solidFill>
                <a:schemeClr val="tx1"/>
              </a:solidFill>
            </a:rPr>
            <a:t>được</a:t>
          </a:r>
          <a:r>
            <a:rPr lang="en-US" sz="2400" b="0" dirty="0">
              <a:solidFill>
                <a:schemeClr val="tx1"/>
              </a:solidFill>
            </a:rPr>
            <a:t> </a:t>
          </a:r>
          <a:r>
            <a:rPr lang="en-US" sz="2400" b="0" dirty="0" err="1">
              <a:solidFill>
                <a:schemeClr val="tx1"/>
              </a:solidFill>
            </a:rPr>
            <a:t>nhạc</a:t>
          </a:r>
          <a:r>
            <a:rPr lang="en-US" sz="2400" b="0" dirty="0">
              <a:solidFill>
                <a:schemeClr val="tx1"/>
              </a:solidFill>
            </a:rPr>
            <a:t>, </a:t>
          </a:r>
          <a:r>
            <a:rPr lang="en-US" sz="2400" b="0" dirty="0" err="1">
              <a:solidFill>
                <a:schemeClr val="tx1"/>
              </a:solidFill>
            </a:rPr>
            <a:t>dùng</a:t>
          </a:r>
          <a:r>
            <a:rPr lang="en-US" sz="2400" b="0" dirty="0">
              <a:solidFill>
                <a:schemeClr val="tx1"/>
              </a:solidFill>
            </a:rPr>
            <a:t> </a:t>
          </a:r>
          <a:r>
            <a:rPr lang="en-US" sz="2400" b="0" dirty="0" err="1">
              <a:solidFill>
                <a:schemeClr val="tx1"/>
              </a:solidFill>
            </a:rPr>
            <a:t>được</a:t>
          </a:r>
          <a:r>
            <a:rPr lang="en-US" sz="2400" b="0" dirty="0">
              <a:solidFill>
                <a:schemeClr val="tx1"/>
              </a:solidFill>
            </a:rPr>
            <a:t> </a:t>
          </a:r>
          <a:r>
            <a:rPr lang="en-US" sz="2400" b="0" dirty="0" err="1">
              <a:solidFill>
                <a:schemeClr val="tx1"/>
              </a:solidFill>
            </a:rPr>
            <a:t>các</a:t>
          </a:r>
          <a:r>
            <a:rPr lang="en-US" sz="2400" b="0" dirty="0">
              <a:solidFill>
                <a:schemeClr val="tx1"/>
              </a:solidFill>
            </a:rPr>
            <a:t> </a:t>
          </a:r>
          <a:r>
            <a:rPr lang="en-US" sz="2400" b="0" dirty="0" err="1">
              <a:solidFill>
                <a:schemeClr val="tx1"/>
              </a:solidFill>
            </a:rPr>
            <a:t>chức</a:t>
          </a:r>
          <a:r>
            <a:rPr lang="en-US" sz="2400" b="0" dirty="0">
              <a:solidFill>
                <a:schemeClr val="tx1"/>
              </a:solidFill>
            </a:rPr>
            <a:t> </a:t>
          </a:r>
          <a:r>
            <a:rPr lang="en-US" sz="2400" b="0" dirty="0" err="1">
              <a:solidFill>
                <a:schemeClr val="tx1"/>
              </a:solidFill>
            </a:rPr>
            <a:t>năng</a:t>
          </a:r>
          <a:endParaRPr lang="en-US" sz="2400" b="0" dirty="0">
            <a:solidFill>
              <a:schemeClr val="tx1"/>
            </a:solidFill>
          </a:endParaRPr>
        </a:p>
      </dgm:t>
    </dgm:pt>
    <dgm:pt modelId="{819A15DB-2CBD-4910-9B6C-F62B8B259A51}" type="parTrans" cxnId="{5E5D6DDC-E8B0-4DDC-9032-5F0E42A9E175}">
      <dgm:prSet/>
      <dgm:spPr/>
      <dgm:t>
        <a:bodyPr/>
        <a:lstStyle/>
        <a:p>
          <a:endParaRPr lang="en-US"/>
        </a:p>
      </dgm:t>
    </dgm:pt>
    <dgm:pt modelId="{4125AC04-106D-48D0-ACD7-C3940F5017CA}" type="sibTrans" cxnId="{5E5D6DDC-E8B0-4DDC-9032-5F0E42A9E175}">
      <dgm:prSet/>
      <dgm:spPr/>
      <dgm:t>
        <a:bodyPr/>
        <a:lstStyle/>
        <a:p>
          <a:endParaRPr lang="en-US"/>
        </a:p>
      </dgm:t>
    </dgm:pt>
    <dgm:pt modelId="{F0435987-F12D-4257-8218-B1C581B90BCD}">
      <dgm:prSet phldrT="[Text]" custT="1"/>
      <dgm:spPr>
        <a:solidFill>
          <a:srgbClr val="FFFF00">
            <a:alpha val="50000"/>
          </a:srgbClr>
        </a:solidFill>
      </dgm:spPr>
      <dgm:t>
        <a:bodyPr/>
        <a:lstStyle/>
        <a:p>
          <a:r>
            <a:rPr lang="en-US" sz="2800" b="1" dirty="0" err="1">
              <a:solidFill>
                <a:schemeClr val="tx1"/>
              </a:solidFill>
            </a:rPr>
            <a:t>Tuần</a:t>
          </a:r>
          <a:r>
            <a:rPr lang="en-US" sz="2800" b="1" dirty="0">
              <a:solidFill>
                <a:schemeClr val="tx1"/>
              </a:solidFill>
            </a:rPr>
            <a:t> </a:t>
          </a:r>
          <a:r>
            <a:rPr lang="en-US" sz="4400" b="1" dirty="0">
              <a:solidFill>
                <a:schemeClr val="bg1"/>
              </a:solidFill>
            </a:rPr>
            <a:t>2</a:t>
          </a:r>
          <a:r>
            <a:rPr lang="en-US" sz="2800" b="1" dirty="0">
              <a:solidFill>
                <a:schemeClr val="tx1"/>
              </a:solidFill>
            </a:rPr>
            <a:t>:</a:t>
          </a:r>
        </a:p>
        <a:p>
          <a:r>
            <a:rPr lang="en-US" sz="2000" b="0" dirty="0" err="1">
              <a:solidFill>
                <a:schemeClr val="tx1"/>
              </a:solidFill>
            </a:rPr>
            <a:t>Ghi</a:t>
          </a:r>
          <a:r>
            <a:rPr lang="en-US" sz="2000" b="0" dirty="0">
              <a:solidFill>
                <a:schemeClr val="tx1"/>
              </a:solidFill>
            </a:rPr>
            <a:t> code </a:t>
          </a:r>
          <a:r>
            <a:rPr lang="en-US" sz="2000" b="0" dirty="0" err="1">
              <a:solidFill>
                <a:schemeClr val="tx1"/>
              </a:solidFill>
            </a:rPr>
            <a:t>cho</a:t>
          </a:r>
          <a:r>
            <a:rPr lang="en-US" sz="2000" b="0" dirty="0">
              <a:solidFill>
                <a:schemeClr val="tx1"/>
              </a:solidFill>
            </a:rPr>
            <a:t> </a:t>
          </a:r>
          <a:r>
            <a:rPr lang="en-US" sz="2000" b="0" dirty="0" err="1">
              <a:solidFill>
                <a:schemeClr val="tx1"/>
              </a:solidFill>
            </a:rPr>
            <a:t>các</a:t>
          </a:r>
          <a:r>
            <a:rPr lang="en-US" sz="2000" b="0" dirty="0">
              <a:solidFill>
                <a:schemeClr val="tx1"/>
              </a:solidFill>
            </a:rPr>
            <a:t> </a:t>
          </a:r>
          <a:r>
            <a:rPr lang="en-US" sz="2000" b="0" dirty="0" err="1">
              <a:solidFill>
                <a:schemeClr val="tx1"/>
              </a:solidFill>
            </a:rPr>
            <a:t>chức</a:t>
          </a:r>
          <a:r>
            <a:rPr lang="en-US" sz="2000" b="0" dirty="0">
              <a:solidFill>
                <a:schemeClr val="tx1"/>
              </a:solidFill>
            </a:rPr>
            <a:t> </a:t>
          </a:r>
          <a:r>
            <a:rPr lang="en-US" sz="2000" b="0" dirty="0" err="1">
              <a:solidFill>
                <a:schemeClr val="tx1"/>
              </a:solidFill>
            </a:rPr>
            <a:t>năng</a:t>
          </a:r>
          <a:r>
            <a:rPr lang="en-US" sz="2000" b="0" dirty="0">
              <a:solidFill>
                <a:schemeClr val="tx1"/>
              </a:solidFill>
            </a:rPr>
            <a:t> </a:t>
          </a:r>
          <a:r>
            <a:rPr lang="en-US" sz="2000" b="0" dirty="0" err="1">
              <a:solidFill>
                <a:schemeClr val="tx1"/>
              </a:solidFill>
            </a:rPr>
            <a:t>và</a:t>
          </a:r>
          <a:r>
            <a:rPr lang="en-US" sz="2000" b="0" dirty="0">
              <a:solidFill>
                <a:schemeClr val="tx1"/>
              </a:solidFill>
            </a:rPr>
            <a:t> </a:t>
          </a:r>
          <a:r>
            <a:rPr lang="en-US" sz="2000" b="0" dirty="0" err="1">
              <a:solidFill>
                <a:schemeClr val="tx1"/>
              </a:solidFill>
            </a:rPr>
            <a:t>các</a:t>
          </a:r>
          <a:r>
            <a:rPr lang="en-US" sz="2000" b="0" dirty="0">
              <a:solidFill>
                <a:schemeClr val="tx1"/>
              </a:solidFill>
            </a:rPr>
            <a:t> </a:t>
          </a:r>
          <a:r>
            <a:rPr lang="en-US" sz="2000" b="0" dirty="0" err="1">
              <a:solidFill>
                <a:schemeClr val="tx1"/>
              </a:solidFill>
            </a:rPr>
            <a:t>bài</a:t>
          </a:r>
          <a:r>
            <a:rPr lang="en-US" sz="2000" b="0" dirty="0">
              <a:solidFill>
                <a:schemeClr val="tx1"/>
              </a:solidFill>
            </a:rPr>
            <a:t>  </a:t>
          </a:r>
          <a:r>
            <a:rPr lang="en-US" sz="2000" b="0" dirty="0" err="1">
              <a:solidFill>
                <a:schemeClr val="tx1"/>
              </a:solidFill>
            </a:rPr>
            <a:t>hát</a:t>
          </a:r>
          <a:endParaRPr lang="en-US" sz="2000" b="0" dirty="0">
            <a:solidFill>
              <a:schemeClr val="tx1"/>
            </a:solidFill>
          </a:endParaRPr>
        </a:p>
      </dgm:t>
    </dgm:pt>
    <dgm:pt modelId="{3012E5FC-A576-4BE4-B77A-2D37ED97FABF}" type="parTrans" cxnId="{F1F049CE-4AD2-40AE-A732-DCBC81837B3B}">
      <dgm:prSet/>
      <dgm:spPr/>
      <dgm:t>
        <a:bodyPr/>
        <a:lstStyle/>
        <a:p>
          <a:endParaRPr lang="en-US"/>
        </a:p>
      </dgm:t>
    </dgm:pt>
    <dgm:pt modelId="{ED55931C-674B-4A26-A835-147EB8B6601A}" type="sibTrans" cxnId="{F1F049CE-4AD2-40AE-A732-DCBC81837B3B}">
      <dgm:prSet/>
      <dgm:spPr/>
      <dgm:t>
        <a:bodyPr/>
        <a:lstStyle/>
        <a:p>
          <a:endParaRPr lang="en-US"/>
        </a:p>
      </dgm:t>
    </dgm:pt>
    <dgm:pt modelId="{0E0C6BDB-F112-4066-B39D-67E0C7D035B5}">
      <dgm:prSet phldrT="[Text]" custT="1"/>
      <dgm:spPr>
        <a:solidFill>
          <a:srgbClr val="FF0000"/>
        </a:solidFill>
      </dgm:spPr>
      <dgm:t>
        <a:bodyPr/>
        <a:lstStyle/>
        <a:p>
          <a:r>
            <a:rPr lang="en-US" sz="2800" b="1" dirty="0">
              <a:solidFill>
                <a:schemeClr val="tx1"/>
              </a:solidFill>
            </a:rPr>
            <a:t>Tuần </a:t>
          </a:r>
          <a:r>
            <a:rPr lang="en-US" sz="4000" b="1" dirty="0">
              <a:solidFill>
                <a:schemeClr val="bg1"/>
              </a:solidFill>
            </a:rPr>
            <a:t>1</a:t>
          </a:r>
          <a:r>
            <a:rPr lang="en-US" sz="2800" b="1" dirty="0">
              <a:solidFill>
                <a:schemeClr val="tx1"/>
              </a:solidFill>
            </a:rPr>
            <a:t>:</a:t>
          </a:r>
        </a:p>
        <a:p>
          <a:r>
            <a:rPr lang="en-US" sz="2000" dirty="0">
              <a:solidFill>
                <a:schemeClr val="tx1"/>
              </a:solidFill>
            </a:rPr>
            <a:t>Làm giao </a:t>
          </a:r>
          <a:r>
            <a:rPr lang="en-US" sz="2000" dirty="0" err="1">
              <a:solidFill>
                <a:schemeClr val="tx1"/>
              </a:solidFill>
            </a:rPr>
            <a:t>diện</a:t>
          </a:r>
          <a:r>
            <a:rPr lang="en-US" sz="2000" dirty="0">
              <a:solidFill>
                <a:schemeClr val="tx1"/>
              </a:solidFill>
            </a:rPr>
            <a:t> </a:t>
          </a:r>
          <a:r>
            <a:rPr lang="en-US" sz="2000" dirty="0" err="1">
              <a:solidFill>
                <a:schemeClr val="tx1"/>
              </a:solidFill>
            </a:rPr>
            <a:t>cho</a:t>
          </a:r>
          <a:r>
            <a:rPr lang="en-US" sz="2000" dirty="0">
              <a:solidFill>
                <a:schemeClr val="tx1"/>
              </a:solidFill>
            </a:rPr>
            <a:t> app và những bài hát</a:t>
          </a:r>
        </a:p>
      </dgm:t>
    </dgm:pt>
    <dgm:pt modelId="{F0EC935B-1183-40C1-884A-40EDD1340ACF}" type="parTrans" cxnId="{47F4662D-3DB3-4421-A0EA-29E9D73E7B69}">
      <dgm:prSet/>
      <dgm:spPr/>
      <dgm:t>
        <a:bodyPr/>
        <a:lstStyle/>
        <a:p>
          <a:endParaRPr lang="en-US"/>
        </a:p>
      </dgm:t>
    </dgm:pt>
    <dgm:pt modelId="{AB12E6CD-E51F-4065-B7FB-2D23181210F2}" type="sibTrans" cxnId="{47F4662D-3DB3-4421-A0EA-29E9D73E7B69}">
      <dgm:prSet/>
      <dgm:spPr/>
      <dgm:t>
        <a:bodyPr/>
        <a:lstStyle/>
        <a:p>
          <a:endParaRPr lang="en-US"/>
        </a:p>
      </dgm:t>
    </dgm:pt>
    <dgm:pt modelId="{DFF023AE-72F2-43B7-A85F-FE08B0C7BBC9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solidFill>
          <a:srgbClr val="AA72D4"/>
        </a:solidFill>
      </dgm:spPr>
      <dgm:t>
        <a:bodyPr/>
        <a:lstStyle/>
        <a:p>
          <a:endParaRPr lang="en-US" sz="2400" b="1" dirty="0">
            <a:solidFill>
              <a:schemeClr val="tx1"/>
            </a:solidFill>
          </a:endParaRPr>
        </a:p>
        <a:p>
          <a:endParaRPr lang="en-US" sz="2400" b="1" dirty="0">
            <a:solidFill>
              <a:schemeClr val="tx1"/>
            </a:solidFill>
          </a:endParaRPr>
        </a:p>
        <a:p>
          <a:r>
            <a:rPr lang="en-US" sz="2400" b="1" dirty="0" err="1">
              <a:solidFill>
                <a:schemeClr val="tx1"/>
              </a:solidFill>
            </a:rPr>
            <a:t>Tuần</a:t>
          </a:r>
          <a:r>
            <a:rPr lang="en-US" sz="4000" b="1" dirty="0">
              <a:solidFill>
                <a:schemeClr val="bg1"/>
              </a:solidFill>
            </a:rPr>
            <a:t> 5</a:t>
          </a:r>
          <a:r>
            <a:rPr lang="en-US" sz="2400" b="1" dirty="0">
              <a:solidFill>
                <a:schemeClr val="tx1"/>
              </a:solidFill>
            </a:rPr>
            <a:t>:</a:t>
          </a:r>
        </a:p>
        <a:p>
          <a:r>
            <a:rPr lang="en-US" sz="2400" b="0" dirty="0">
              <a:solidFill>
                <a:schemeClr val="tx1"/>
              </a:solidFill>
            </a:rPr>
            <a:t>Hoàn </a:t>
          </a:r>
          <a:r>
            <a:rPr lang="en-US" sz="2400" b="0" dirty="0" err="1">
              <a:solidFill>
                <a:schemeClr val="tx1"/>
              </a:solidFill>
            </a:rPr>
            <a:t>thành</a:t>
          </a:r>
          <a:r>
            <a:rPr lang="en-US" sz="2400" b="0" dirty="0">
              <a:solidFill>
                <a:schemeClr val="tx1"/>
              </a:solidFill>
            </a:rPr>
            <a:t> </a:t>
          </a:r>
          <a:r>
            <a:rPr lang="en-US" sz="2400" b="0" dirty="0" err="1">
              <a:solidFill>
                <a:schemeClr val="tx1"/>
              </a:solidFill>
            </a:rPr>
            <a:t>sản</a:t>
          </a:r>
          <a:r>
            <a:rPr lang="en-US" sz="2400" b="0" dirty="0">
              <a:solidFill>
                <a:schemeClr val="tx1"/>
              </a:solidFill>
            </a:rPr>
            <a:t> </a:t>
          </a:r>
          <a:r>
            <a:rPr lang="en-US" sz="2400" b="0" dirty="0" err="1">
              <a:solidFill>
                <a:schemeClr val="tx1"/>
              </a:solidFill>
            </a:rPr>
            <a:t>phẩm</a:t>
          </a:r>
          <a:r>
            <a:rPr lang="en-US" sz="2400" b="0" dirty="0">
              <a:solidFill>
                <a:schemeClr val="tx1"/>
              </a:solidFill>
            </a:rPr>
            <a:t> </a:t>
          </a:r>
          <a:r>
            <a:rPr lang="en-US" sz="2400" b="0" dirty="0" err="1">
              <a:solidFill>
                <a:schemeClr val="tx1"/>
              </a:solidFill>
            </a:rPr>
            <a:t>và</a:t>
          </a:r>
          <a:r>
            <a:rPr lang="en-US" sz="2400" b="0" dirty="0">
              <a:solidFill>
                <a:schemeClr val="tx1"/>
              </a:solidFill>
            </a:rPr>
            <a:t> </a:t>
          </a:r>
          <a:r>
            <a:rPr lang="en-US" sz="2400" b="0" dirty="0" err="1">
              <a:solidFill>
                <a:schemeClr val="tx1"/>
              </a:solidFill>
            </a:rPr>
            <a:t>bắt</a:t>
          </a:r>
          <a:r>
            <a:rPr lang="en-US" sz="2400" b="0" dirty="0">
              <a:solidFill>
                <a:schemeClr val="tx1"/>
              </a:solidFill>
            </a:rPr>
            <a:t> </a:t>
          </a:r>
          <a:r>
            <a:rPr lang="en-US" sz="2400" b="0" dirty="0" err="1">
              <a:solidFill>
                <a:schemeClr val="tx1"/>
              </a:solidFill>
            </a:rPr>
            <a:t>đầu</a:t>
          </a:r>
          <a:r>
            <a:rPr lang="en-US" sz="2400" b="0" dirty="0">
              <a:solidFill>
                <a:schemeClr val="tx1"/>
              </a:solidFill>
            </a:rPr>
            <a:t> Demo </a:t>
          </a:r>
          <a:r>
            <a:rPr lang="en-US" sz="2400" b="0" dirty="0" err="1">
              <a:solidFill>
                <a:schemeClr val="tx1"/>
              </a:solidFill>
            </a:rPr>
            <a:t>thử</a:t>
          </a:r>
          <a:endParaRPr lang="en-US" sz="2400" b="0" dirty="0">
            <a:solidFill>
              <a:schemeClr val="tx1"/>
            </a:solidFill>
          </a:endParaRPr>
        </a:p>
        <a:p>
          <a:endParaRPr lang="en-US" sz="2400" b="1" dirty="0">
            <a:solidFill>
              <a:schemeClr val="tx1"/>
            </a:solidFill>
          </a:endParaRPr>
        </a:p>
        <a:p>
          <a:r>
            <a:rPr lang="en-US" sz="2400" b="1" dirty="0">
              <a:solidFill>
                <a:schemeClr val="tx1"/>
              </a:solidFill>
            </a:rPr>
            <a:t> </a:t>
          </a:r>
          <a:endParaRPr lang="en-US" sz="2400" dirty="0"/>
        </a:p>
      </dgm:t>
    </dgm:pt>
    <dgm:pt modelId="{51404715-F1A1-4E25-9098-00AC83504B5D}" type="parTrans" cxnId="{36053726-0422-443F-83A5-22173D0EBBC5}">
      <dgm:prSet/>
      <dgm:spPr/>
      <dgm:t>
        <a:bodyPr/>
        <a:lstStyle/>
        <a:p>
          <a:endParaRPr lang="en-US"/>
        </a:p>
      </dgm:t>
    </dgm:pt>
    <dgm:pt modelId="{42DAADAE-4BE4-4951-966C-63989B0B0055}" type="sibTrans" cxnId="{36053726-0422-443F-83A5-22173D0EBBC5}">
      <dgm:prSet/>
      <dgm:spPr/>
      <dgm:t>
        <a:bodyPr/>
        <a:lstStyle/>
        <a:p>
          <a:endParaRPr lang="en-US"/>
        </a:p>
      </dgm:t>
    </dgm:pt>
    <dgm:pt modelId="{0B75B507-3DCD-4B85-A0D5-4D20697291B9}" type="pres">
      <dgm:prSet presAssocID="{77772129-7669-4C80-ABB7-8DF2BA71CE5A}" presName="Name0" presStyleCnt="0">
        <dgm:presLayoutVars>
          <dgm:chMax val="7"/>
          <dgm:dir/>
          <dgm:resizeHandles val="exact"/>
        </dgm:presLayoutVars>
      </dgm:prSet>
      <dgm:spPr/>
    </dgm:pt>
    <dgm:pt modelId="{48016E81-9A38-42EE-AD15-F6D8D9A5DFB7}" type="pres">
      <dgm:prSet presAssocID="{77772129-7669-4C80-ABB7-8DF2BA71CE5A}" presName="ellipse1" presStyleLbl="vennNode1" presStyleIdx="0" presStyleCnt="5" custLinFactNeighborX="1236" custLinFactNeighborY="-10692">
        <dgm:presLayoutVars>
          <dgm:bulletEnabled val="1"/>
        </dgm:presLayoutVars>
      </dgm:prSet>
      <dgm:spPr/>
    </dgm:pt>
    <dgm:pt modelId="{EEB2A747-316E-470E-84CF-847FF48CB37D}" type="pres">
      <dgm:prSet presAssocID="{77772129-7669-4C80-ABB7-8DF2BA71CE5A}" presName="ellipse2" presStyleLbl="vennNode1" presStyleIdx="1" presStyleCnt="5">
        <dgm:presLayoutVars>
          <dgm:bulletEnabled val="1"/>
        </dgm:presLayoutVars>
      </dgm:prSet>
      <dgm:spPr/>
    </dgm:pt>
    <dgm:pt modelId="{A101CFB2-3221-43F7-93A7-BD4EC8CCC8AF}" type="pres">
      <dgm:prSet presAssocID="{77772129-7669-4C80-ABB7-8DF2BA71CE5A}" presName="ellipse3" presStyleLbl="vennNode1" presStyleIdx="2" presStyleCnt="5" custLinFactNeighborX="-123" custLinFactNeighborY="-12221">
        <dgm:presLayoutVars>
          <dgm:bulletEnabled val="1"/>
        </dgm:presLayoutVars>
      </dgm:prSet>
      <dgm:spPr/>
    </dgm:pt>
    <dgm:pt modelId="{E0255197-693E-4F93-B62E-2D2A47799170}" type="pres">
      <dgm:prSet presAssocID="{77772129-7669-4C80-ABB7-8DF2BA71CE5A}" presName="ellipse4" presStyleLbl="vennNode1" presStyleIdx="3" presStyleCnt="5" custLinFactNeighborX="-1913" custLinFactNeighborY="27">
        <dgm:presLayoutVars>
          <dgm:bulletEnabled val="1"/>
        </dgm:presLayoutVars>
      </dgm:prSet>
      <dgm:spPr/>
    </dgm:pt>
    <dgm:pt modelId="{5659ADEE-7F40-4CFB-B800-3E68B062D030}" type="pres">
      <dgm:prSet presAssocID="{77772129-7669-4C80-ABB7-8DF2BA71CE5A}" presName="ellipse5" presStyleLbl="vennNode1" presStyleIdx="4" presStyleCnt="5" custScaleX="99378" custLinFactNeighborX="824" custLinFactNeighborY="-10692">
        <dgm:presLayoutVars>
          <dgm:bulletEnabled val="1"/>
        </dgm:presLayoutVars>
      </dgm:prSet>
      <dgm:spPr/>
    </dgm:pt>
  </dgm:ptLst>
  <dgm:cxnLst>
    <dgm:cxn modelId="{36053726-0422-443F-83A5-22173D0EBBC5}" srcId="{77772129-7669-4C80-ABB7-8DF2BA71CE5A}" destId="{DFF023AE-72F2-43B7-A85F-FE08B0C7BBC9}" srcOrd="0" destOrd="0" parTransId="{51404715-F1A1-4E25-9098-00AC83504B5D}" sibTransId="{42DAADAE-4BE4-4951-966C-63989B0B0055}"/>
    <dgm:cxn modelId="{47F4662D-3DB3-4421-A0EA-29E9D73E7B69}" srcId="{77772129-7669-4C80-ABB7-8DF2BA71CE5A}" destId="{0E0C6BDB-F112-4066-B39D-67E0C7D035B5}" srcOrd="4" destOrd="0" parTransId="{F0EC935B-1183-40C1-884A-40EDD1340ACF}" sibTransId="{AB12E6CD-E51F-4065-B7FB-2D23181210F2}"/>
    <dgm:cxn modelId="{EA9AAE3D-ED2C-451E-BF61-41B25F71B4B4}" type="presOf" srcId="{6B0A3ACE-1E90-4D7E-A274-91A0BA843B43}" destId="{A101CFB2-3221-43F7-93A7-BD4EC8CCC8AF}" srcOrd="0" destOrd="0" presId="urn:microsoft.com/office/officeart/2005/8/layout/rings+Icon"/>
    <dgm:cxn modelId="{C8E47079-C71D-493A-8291-A394E6CD6006}" type="presOf" srcId="{0E0C6BDB-F112-4066-B39D-67E0C7D035B5}" destId="{5659ADEE-7F40-4CFB-B800-3E68B062D030}" srcOrd="0" destOrd="0" presId="urn:microsoft.com/office/officeart/2005/8/layout/rings+Icon"/>
    <dgm:cxn modelId="{41673793-709A-456E-B26B-590D510A53B5}" type="presOf" srcId="{A71FB558-59A6-45CA-BFE6-67AB8F7A2EF3}" destId="{EEB2A747-316E-470E-84CF-847FF48CB37D}" srcOrd="0" destOrd="0" presId="urn:microsoft.com/office/officeart/2005/8/layout/rings+Icon"/>
    <dgm:cxn modelId="{3792D799-6005-49A3-8624-E1D012B90AE5}" type="presOf" srcId="{F0435987-F12D-4257-8218-B1C581B90BCD}" destId="{E0255197-693E-4F93-B62E-2D2A47799170}" srcOrd="0" destOrd="0" presId="urn:microsoft.com/office/officeart/2005/8/layout/rings+Icon"/>
    <dgm:cxn modelId="{1A6CCE9D-8193-4F16-B190-EE7F7432E278}" type="presOf" srcId="{77772129-7669-4C80-ABB7-8DF2BA71CE5A}" destId="{0B75B507-3DCD-4B85-A0D5-4D20697291B9}" srcOrd="0" destOrd="0" presId="urn:microsoft.com/office/officeart/2005/8/layout/rings+Icon"/>
    <dgm:cxn modelId="{1E1CE69D-125C-451D-9CF4-FA688405AA06}" type="presOf" srcId="{DFF023AE-72F2-43B7-A85F-FE08B0C7BBC9}" destId="{48016E81-9A38-42EE-AD15-F6D8D9A5DFB7}" srcOrd="0" destOrd="0" presId="urn:microsoft.com/office/officeart/2005/8/layout/rings+Icon"/>
    <dgm:cxn modelId="{F1F049CE-4AD2-40AE-A732-DCBC81837B3B}" srcId="{77772129-7669-4C80-ABB7-8DF2BA71CE5A}" destId="{F0435987-F12D-4257-8218-B1C581B90BCD}" srcOrd="3" destOrd="0" parTransId="{3012E5FC-A576-4BE4-B77A-2D37ED97FABF}" sibTransId="{ED55931C-674B-4A26-A835-147EB8B6601A}"/>
    <dgm:cxn modelId="{5E5D6DDC-E8B0-4DDC-9032-5F0E42A9E175}" srcId="{77772129-7669-4C80-ABB7-8DF2BA71CE5A}" destId="{6B0A3ACE-1E90-4D7E-A274-91A0BA843B43}" srcOrd="2" destOrd="0" parTransId="{819A15DB-2CBD-4910-9B6C-F62B8B259A51}" sibTransId="{4125AC04-106D-48D0-ACD7-C3940F5017CA}"/>
    <dgm:cxn modelId="{451CDAF4-8476-4431-8EAB-D0253C9B1055}" srcId="{77772129-7669-4C80-ABB7-8DF2BA71CE5A}" destId="{A71FB558-59A6-45CA-BFE6-67AB8F7A2EF3}" srcOrd="1" destOrd="0" parTransId="{BE73973F-2B4D-42ED-9B15-2EA35C66997B}" sibTransId="{0E793B85-A30A-4AB7-AED0-544C3D8BCB6A}"/>
    <dgm:cxn modelId="{19D3B84A-BFE6-4385-8E38-FEEC3382F6C5}" type="presParOf" srcId="{0B75B507-3DCD-4B85-A0D5-4D20697291B9}" destId="{48016E81-9A38-42EE-AD15-F6D8D9A5DFB7}" srcOrd="0" destOrd="0" presId="urn:microsoft.com/office/officeart/2005/8/layout/rings+Icon"/>
    <dgm:cxn modelId="{FA41E210-EC2A-442A-84B2-4A9674504723}" type="presParOf" srcId="{0B75B507-3DCD-4B85-A0D5-4D20697291B9}" destId="{EEB2A747-316E-470E-84CF-847FF48CB37D}" srcOrd="1" destOrd="0" presId="urn:microsoft.com/office/officeart/2005/8/layout/rings+Icon"/>
    <dgm:cxn modelId="{F9E6821A-463B-49A1-99F7-D6113B85364D}" type="presParOf" srcId="{0B75B507-3DCD-4B85-A0D5-4D20697291B9}" destId="{A101CFB2-3221-43F7-93A7-BD4EC8CCC8AF}" srcOrd="2" destOrd="0" presId="urn:microsoft.com/office/officeart/2005/8/layout/rings+Icon"/>
    <dgm:cxn modelId="{5C40AE9C-0F9A-46B0-B652-49CD070091BE}" type="presParOf" srcId="{0B75B507-3DCD-4B85-A0D5-4D20697291B9}" destId="{E0255197-693E-4F93-B62E-2D2A47799170}" srcOrd="3" destOrd="0" presId="urn:microsoft.com/office/officeart/2005/8/layout/rings+Icon"/>
    <dgm:cxn modelId="{8B245B7F-E967-4BFA-B3CB-A6DCA56C3D2B}" type="presParOf" srcId="{0B75B507-3DCD-4B85-A0D5-4D20697291B9}" destId="{5659ADEE-7F40-4CFB-B800-3E68B062D030}" srcOrd="4" destOrd="0" presId="urn:microsoft.com/office/officeart/2005/8/layout/rings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016E81-9A38-42EE-AD15-F6D8D9A5DFB7}">
      <dsp:nvSpPr>
        <dsp:cNvPr id="0" name=""/>
        <dsp:cNvSpPr/>
      </dsp:nvSpPr>
      <dsp:spPr>
        <a:xfrm>
          <a:off x="32859" y="376524"/>
          <a:ext cx="2361435" cy="2361430"/>
        </a:xfrm>
        <a:prstGeom prst="ellipse">
          <a:avLst/>
        </a:prstGeom>
        <a:solidFill>
          <a:srgbClr val="AA72D4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b="1" kern="1200" dirty="0">
            <a:solidFill>
              <a:schemeClr val="tx1"/>
            </a:solidFill>
          </a:endParaRP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b="1" kern="1200" dirty="0">
            <a:solidFill>
              <a:schemeClr val="tx1"/>
            </a:solidFill>
          </a:endParaRP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 err="1">
              <a:solidFill>
                <a:schemeClr val="tx1"/>
              </a:solidFill>
            </a:rPr>
            <a:t>Tuần</a:t>
          </a:r>
          <a:r>
            <a:rPr lang="en-US" sz="4000" b="1" kern="1200" dirty="0">
              <a:solidFill>
                <a:schemeClr val="bg1"/>
              </a:solidFill>
            </a:rPr>
            <a:t> 5</a:t>
          </a:r>
          <a:r>
            <a:rPr lang="en-US" sz="2400" b="1" kern="1200" dirty="0">
              <a:solidFill>
                <a:schemeClr val="tx1"/>
              </a:solidFill>
            </a:rPr>
            <a:t>: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>
              <a:solidFill>
                <a:schemeClr val="tx1"/>
              </a:solidFill>
            </a:rPr>
            <a:t>Hoàn </a:t>
          </a:r>
          <a:r>
            <a:rPr lang="en-US" sz="2400" b="0" kern="1200" dirty="0" err="1">
              <a:solidFill>
                <a:schemeClr val="tx1"/>
              </a:solidFill>
            </a:rPr>
            <a:t>thành</a:t>
          </a:r>
          <a:r>
            <a:rPr lang="en-US" sz="2400" b="0" kern="1200" dirty="0">
              <a:solidFill>
                <a:schemeClr val="tx1"/>
              </a:solidFill>
            </a:rPr>
            <a:t> </a:t>
          </a:r>
          <a:r>
            <a:rPr lang="en-US" sz="2400" b="0" kern="1200" dirty="0" err="1">
              <a:solidFill>
                <a:schemeClr val="tx1"/>
              </a:solidFill>
            </a:rPr>
            <a:t>sản</a:t>
          </a:r>
          <a:r>
            <a:rPr lang="en-US" sz="2400" b="0" kern="1200" dirty="0">
              <a:solidFill>
                <a:schemeClr val="tx1"/>
              </a:solidFill>
            </a:rPr>
            <a:t> </a:t>
          </a:r>
          <a:r>
            <a:rPr lang="en-US" sz="2400" b="0" kern="1200" dirty="0" err="1">
              <a:solidFill>
                <a:schemeClr val="tx1"/>
              </a:solidFill>
            </a:rPr>
            <a:t>phẩm</a:t>
          </a:r>
          <a:r>
            <a:rPr lang="en-US" sz="2400" b="0" kern="1200" dirty="0">
              <a:solidFill>
                <a:schemeClr val="tx1"/>
              </a:solidFill>
            </a:rPr>
            <a:t> </a:t>
          </a:r>
          <a:r>
            <a:rPr lang="en-US" sz="2400" b="0" kern="1200" dirty="0" err="1">
              <a:solidFill>
                <a:schemeClr val="tx1"/>
              </a:solidFill>
            </a:rPr>
            <a:t>và</a:t>
          </a:r>
          <a:r>
            <a:rPr lang="en-US" sz="2400" b="0" kern="1200" dirty="0">
              <a:solidFill>
                <a:schemeClr val="tx1"/>
              </a:solidFill>
            </a:rPr>
            <a:t> </a:t>
          </a:r>
          <a:r>
            <a:rPr lang="en-US" sz="2400" b="0" kern="1200" dirty="0" err="1">
              <a:solidFill>
                <a:schemeClr val="tx1"/>
              </a:solidFill>
            </a:rPr>
            <a:t>bắt</a:t>
          </a:r>
          <a:r>
            <a:rPr lang="en-US" sz="2400" b="0" kern="1200" dirty="0">
              <a:solidFill>
                <a:schemeClr val="tx1"/>
              </a:solidFill>
            </a:rPr>
            <a:t> </a:t>
          </a:r>
          <a:r>
            <a:rPr lang="en-US" sz="2400" b="0" kern="1200" dirty="0" err="1">
              <a:solidFill>
                <a:schemeClr val="tx1"/>
              </a:solidFill>
            </a:rPr>
            <a:t>đầu</a:t>
          </a:r>
          <a:r>
            <a:rPr lang="en-US" sz="2400" b="0" kern="1200" dirty="0">
              <a:solidFill>
                <a:schemeClr val="tx1"/>
              </a:solidFill>
            </a:rPr>
            <a:t> Demo </a:t>
          </a:r>
          <a:r>
            <a:rPr lang="en-US" sz="2400" b="0" kern="1200" dirty="0" err="1">
              <a:solidFill>
                <a:schemeClr val="tx1"/>
              </a:solidFill>
            </a:rPr>
            <a:t>thử</a:t>
          </a:r>
          <a:endParaRPr lang="en-US" sz="2400" b="0" kern="1200" dirty="0">
            <a:solidFill>
              <a:schemeClr val="tx1"/>
            </a:solidFill>
          </a:endParaRP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b="1" kern="1200" dirty="0">
            <a:solidFill>
              <a:schemeClr val="tx1"/>
            </a:solidFill>
          </a:endParaRP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tx1"/>
              </a:solidFill>
            </a:rPr>
            <a:t> </a:t>
          </a:r>
          <a:endParaRPr lang="en-US" sz="2400" kern="1200" dirty="0"/>
        </a:p>
      </dsp:txBody>
      <dsp:txXfrm>
        <a:off x="378683" y="722347"/>
        <a:ext cx="1669787" cy="1669784"/>
      </dsp:txXfrm>
    </dsp:sp>
    <dsp:sp modelId="{EEB2A747-316E-470E-84CF-847FF48CB37D}">
      <dsp:nvSpPr>
        <dsp:cNvPr id="0" name=""/>
        <dsp:cNvSpPr/>
      </dsp:nvSpPr>
      <dsp:spPr>
        <a:xfrm>
          <a:off x="1217959" y="2203951"/>
          <a:ext cx="2361435" cy="2361430"/>
        </a:xfrm>
        <a:prstGeom prst="ellipse">
          <a:avLst/>
        </a:prstGeom>
        <a:solidFill>
          <a:srgbClr val="00B050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 err="1"/>
            <a:t>Tuần</a:t>
          </a:r>
          <a:r>
            <a:rPr lang="en-US" sz="2800" b="1" kern="1200" dirty="0"/>
            <a:t> </a:t>
          </a:r>
          <a:r>
            <a:rPr lang="en-US" sz="4400" b="1" kern="1200" dirty="0">
              <a:solidFill>
                <a:schemeClr val="bg1"/>
              </a:solidFill>
            </a:rPr>
            <a:t>4</a:t>
          </a:r>
          <a:r>
            <a:rPr lang="en-US" sz="2800" b="1" kern="1200" dirty="0"/>
            <a:t>: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Làm</a:t>
          </a:r>
          <a:r>
            <a:rPr lang="en-US" sz="2000" kern="1200" dirty="0"/>
            <a:t> </a:t>
          </a:r>
          <a:r>
            <a:rPr lang="en-US" sz="2000" kern="1200" dirty="0" err="1"/>
            <a:t>thêm</a:t>
          </a:r>
          <a:r>
            <a:rPr lang="en-US" sz="2000" kern="1200" dirty="0"/>
            <a:t> slide, </a:t>
          </a:r>
          <a:r>
            <a:rPr lang="en-US" sz="2000" kern="1200" dirty="0" err="1"/>
            <a:t>làm</a:t>
          </a:r>
          <a:r>
            <a:rPr lang="en-US" sz="2000" kern="1200" dirty="0"/>
            <a:t> </a:t>
          </a:r>
          <a:r>
            <a:rPr lang="en-US" sz="2000" kern="1200" dirty="0" err="1"/>
            <a:t>thêm</a:t>
          </a:r>
          <a:r>
            <a:rPr lang="en-US" sz="2000" kern="1200" dirty="0"/>
            <a:t> </a:t>
          </a:r>
          <a:r>
            <a:rPr lang="en-US" sz="2000" kern="1200" dirty="0" err="1"/>
            <a:t>vài</a:t>
          </a:r>
          <a:r>
            <a:rPr lang="en-US" sz="2000" kern="1200" dirty="0"/>
            <a:t> </a:t>
          </a:r>
          <a:r>
            <a:rPr lang="en-US" sz="2000" kern="1200" dirty="0" err="1"/>
            <a:t>chức</a:t>
          </a:r>
          <a:r>
            <a:rPr lang="en-US" sz="2000" kern="1200" dirty="0"/>
            <a:t> </a:t>
          </a:r>
          <a:r>
            <a:rPr lang="en-US" sz="2000" kern="1200" dirty="0" err="1"/>
            <a:t>năng</a:t>
          </a:r>
          <a:r>
            <a:rPr lang="en-US" sz="2000" kern="1200" dirty="0"/>
            <a:t> </a:t>
          </a:r>
          <a:r>
            <a:rPr lang="en-US" sz="2000" kern="1200" dirty="0" err="1"/>
            <a:t>cho</a:t>
          </a:r>
          <a:r>
            <a:rPr lang="en-US" sz="2000" kern="1200" dirty="0"/>
            <a:t> app</a:t>
          </a:r>
        </a:p>
      </dsp:txBody>
      <dsp:txXfrm>
        <a:off x="1563783" y="2549774"/>
        <a:ext cx="1669787" cy="1669784"/>
      </dsp:txXfrm>
    </dsp:sp>
    <dsp:sp modelId="{A101CFB2-3221-43F7-93A7-BD4EC8CCC8AF}">
      <dsp:nvSpPr>
        <dsp:cNvPr id="0" name=""/>
        <dsp:cNvSpPr/>
      </dsp:nvSpPr>
      <dsp:spPr>
        <a:xfrm>
          <a:off x="2430064" y="340418"/>
          <a:ext cx="2361435" cy="2361430"/>
        </a:xfrm>
        <a:prstGeom prst="ellipse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tx1"/>
              </a:solidFill>
            </a:rPr>
            <a:t>Tuần </a:t>
          </a:r>
          <a:r>
            <a:rPr lang="en-US" sz="4000" b="1" kern="1200" dirty="0">
              <a:solidFill>
                <a:schemeClr val="bg1"/>
              </a:solidFill>
            </a:rPr>
            <a:t>3</a:t>
          </a:r>
          <a:r>
            <a:rPr lang="en-US" sz="2400" b="1" kern="1200" dirty="0">
              <a:solidFill>
                <a:schemeClr val="tx1"/>
              </a:solidFill>
            </a:rPr>
            <a:t>: 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 err="1">
              <a:solidFill>
                <a:schemeClr val="tx1"/>
              </a:solidFill>
            </a:rPr>
            <a:t>Chạy</a:t>
          </a:r>
          <a:r>
            <a:rPr lang="en-US" sz="2400" b="0" kern="1200" dirty="0">
              <a:solidFill>
                <a:schemeClr val="tx1"/>
              </a:solidFill>
            </a:rPr>
            <a:t> </a:t>
          </a:r>
          <a:r>
            <a:rPr lang="en-US" sz="2400" b="0" kern="1200" dirty="0" err="1">
              <a:solidFill>
                <a:schemeClr val="tx1"/>
              </a:solidFill>
            </a:rPr>
            <a:t>được</a:t>
          </a:r>
          <a:r>
            <a:rPr lang="en-US" sz="2400" b="0" kern="1200" dirty="0">
              <a:solidFill>
                <a:schemeClr val="tx1"/>
              </a:solidFill>
            </a:rPr>
            <a:t> </a:t>
          </a:r>
          <a:r>
            <a:rPr lang="en-US" sz="2400" b="0" kern="1200" dirty="0" err="1">
              <a:solidFill>
                <a:schemeClr val="tx1"/>
              </a:solidFill>
            </a:rPr>
            <a:t>nhạc</a:t>
          </a:r>
          <a:r>
            <a:rPr lang="en-US" sz="2400" b="0" kern="1200" dirty="0">
              <a:solidFill>
                <a:schemeClr val="tx1"/>
              </a:solidFill>
            </a:rPr>
            <a:t>, </a:t>
          </a:r>
          <a:r>
            <a:rPr lang="en-US" sz="2400" b="0" kern="1200" dirty="0" err="1">
              <a:solidFill>
                <a:schemeClr val="tx1"/>
              </a:solidFill>
            </a:rPr>
            <a:t>dùng</a:t>
          </a:r>
          <a:r>
            <a:rPr lang="en-US" sz="2400" b="0" kern="1200" dirty="0">
              <a:solidFill>
                <a:schemeClr val="tx1"/>
              </a:solidFill>
            </a:rPr>
            <a:t> </a:t>
          </a:r>
          <a:r>
            <a:rPr lang="en-US" sz="2400" b="0" kern="1200" dirty="0" err="1">
              <a:solidFill>
                <a:schemeClr val="tx1"/>
              </a:solidFill>
            </a:rPr>
            <a:t>được</a:t>
          </a:r>
          <a:r>
            <a:rPr lang="en-US" sz="2400" b="0" kern="1200" dirty="0">
              <a:solidFill>
                <a:schemeClr val="tx1"/>
              </a:solidFill>
            </a:rPr>
            <a:t> </a:t>
          </a:r>
          <a:r>
            <a:rPr lang="en-US" sz="2400" b="0" kern="1200" dirty="0" err="1">
              <a:solidFill>
                <a:schemeClr val="tx1"/>
              </a:solidFill>
            </a:rPr>
            <a:t>các</a:t>
          </a:r>
          <a:r>
            <a:rPr lang="en-US" sz="2400" b="0" kern="1200" dirty="0">
              <a:solidFill>
                <a:schemeClr val="tx1"/>
              </a:solidFill>
            </a:rPr>
            <a:t> </a:t>
          </a:r>
          <a:r>
            <a:rPr lang="en-US" sz="2400" b="0" kern="1200" dirty="0" err="1">
              <a:solidFill>
                <a:schemeClr val="tx1"/>
              </a:solidFill>
            </a:rPr>
            <a:t>chức</a:t>
          </a:r>
          <a:r>
            <a:rPr lang="en-US" sz="2400" b="0" kern="1200" dirty="0">
              <a:solidFill>
                <a:schemeClr val="tx1"/>
              </a:solidFill>
            </a:rPr>
            <a:t> </a:t>
          </a:r>
          <a:r>
            <a:rPr lang="en-US" sz="2400" b="0" kern="1200" dirty="0" err="1">
              <a:solidFill>
                <a:schemeClr val="tx1"/>
              </a:solidFill>
            </a:rPr>
            <a:t>năng</a:t>
          </a:r>
          <a:endParaRPr lang="en-US" sz="2400" b="0" kern="1200" dirty="0">
            <a:solidFill>
              <a:schemeClr val="tx1"/>
            </a:solidFill>
          </a:endParaRPr>
        </a:p>
      </dsp:txBody>
      <dsp:txXfrm>
        <a:off x="2775888" y="686241"/>
        <a:ext cx="1669787" cy="1669784"/>
      </dsp:txXfrm>
    </dsp:sp>
    <dsp:sp modelId="{E0255197-693E-4F93-B62E-2D2A47799170}">
      <dsp:nvSpPr>
        <dsp:cNvPr id="0" name=""/>
        <dsp:cNvSpPr/>
      </dsp:nvSpPr>
      <dsp:spPr>
        <a:xfrm>
          <a:off x="3602082" y="2204588"/>
          <a:ext cx="2361435" cy="2361430"/>
        </a:xfrm>
        <a:prstGeom prst="ellipse">
          <a:avLst/>
        </a:prstGeom>
        <a:solidFill>
          <a:srgbClr val="FFFF00">
            <a:alpha val="5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 err="1">
              <a:solidFill>
                <a:schemeClr val="tx1"/>
              </a:solidFill>
            </a:rPr>
            <a:t>Tuần</a:t>
          </a:r>
          <a:r>
            <a:rPr lang="en-US" sz="2800" b="1" kern="1200" dirty="0">
              <a:solidFill>
                <a:schemeClr val="tx1"/>
              </a:solidFill>
            </a:rPr>
            <a:t> </a:t>
          </a:r>
          <a:r>
            <a:rPr lang="en-US" sz="4400" b="1" kern="1200" dirty="0">
              <a:solidFill>
                <a:schemeClr val="bg1"/>
              </a:solidFill>
            </a:rPr>
            <a:t>2</a:t>
          </a:r>
          <a:r>
            <a:rPr lang="en-US" sz="2800" b="1" kern="1200" dirty="0">
              <a:solidFill>
                <a:schemeClr val="tx1"/>
              </a:solidFill>
            </a:rPr>
            <a:t>: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 err="1">
              <a:solidFill>
                <a:schemeClr val="tx1"/>
              </a:solidFill>
            </a:rPr>
            <a:t>Ghi</a:t>
          </a:r>
          <a:r>
            <a:rPr lang="en-US" sz="2000" b="0" kern="1200" dirty="0">
              <a:solidFill>
                <a:schemeClr val="tx1"/>
              </a:solidFill>
            </a:rPr>
            <a:t> code </a:t>
          </a:r>
          <a:r>
            <a:rPr lang="en-US" sz="2000" b="0" kern="1200" dirty="0" err="1">
              <a:solidFill>
                <a:schemeClr val="tx1"/>
              </a:solidFill>
            </a:rPr>
            <a:t>cho</a:t>
          </a:r>
          <a:r>
            <a:rPr lang="en-US" sz="2000" b="0" kern="1200" dirty="0">
              <a:solidFill>
                <a:schemeClr val="tx1"/>
              </a:solidFill>
            </a:rPr>
            <a:t> </a:t>
          </a:r>
          <a:r>
            <a:rPr lang="en-US" sz="2000" b="0" kern="1200" dirty="0" err="1">
              <a:solidFill>
                <a:schemeClr val="tx1"/>
              </a:solidFill>
            </a:rPr>
            <a:t>các</a:t>
          </a:r>
          <a:r>
            <a:rPr lang="en-US" sz="2000" b="0" kern="1200" dirty="0">
              <a:solidFill>
                <a:schemeClr val="tx1"/>
              </a:solidFill>
            </a:rPr>
            <a:t> </a:t>
          </a:r>
          <a:r>
            <a:rPr lang="en-US" sz="2000" b="0" kern="1200" dirty="0" err="1">
              <a:solidFill>
                <a:schemeClr val="tx1"/>
              </a:solidFill>
            </a:rPr>
            <a:t>chức</a:t>
          </a:r>
          <a:r>
            <a:rPr lang="en-US" sz="2000" b="0" kern="1200" dirty="0">
              <a:solidFill>
                <a:schemeClr val="tx1"/>
              </a:solidFill>
            </a:rPr>
            <a:t> </a:t>
          </a:r>
          <a:r>
            <a:rPr lang="en-US" sz="2000" b="0" kern="1200" dirty="0" err="1">
              <a:solidFill>
                <a:schemeClr val="tx1"/>
              </a:solidFill>
            </a:rPr>
            <a:t>năng</a:t>
          </a:r>
          <a:r>
            <a:rPr lang="en-US" sz="2000" b="0" kern="1200" dirty="0">
              <a:solidFill>
                <a:schemeClr val="tx1"/>
              </a:solidFill>
            </a:rPr>
            <a:t> </a:t>
          </a:r>
          <a:r>
            <a:rPr lang="en-US" sz="2000" b="0" kern="1200" dirty="0" err="1">
              <a:solidFill>
                <a:schemeClr val="tx1"/>
              </a:solidFill>
            </a:rPr>
            <a:t>và</a:t>
          </a:r>
          <a:r>
            <a:rPr lang="en-US" sz="2000" b="0" kern="1200" dirty="0">
              <a:solidFill>
                <a:schemeClr val="tx1"/>
              </a:solidFill>
            </a:rPr>
            <a:t> </a:t>
          </a:r>
          <a:r>
            <a:rPr lang="en-US" sz="2000" b="0" kern="1200" dirty="0" err="1">
              <a:solidFill>
                <a:schemeClr val="tx1"/>
              </a:solidFill>
            </a:rPr>
            <a:t>các</a:t>
          </a:r>
          <a:r>
            <a:rPr lang="en-US" sz="2000" b="0" kern="1200" dirty="0">
              <a:solidFill>
                <a:schemeClr val="tx1"/>
              </a:solidFill>
            </a:rPr>
            <a:t> </a:t>
          </a:r>
          <a:r>
            <a:rPr lang="en-US" sz="2000" b="0" kern="1200" dirty="0" err="1">
              <a:solidFill>
                <a:schemeClr val="tx1"/>
              </a:solidFill>
            </a:rPr>
            <a:t>bài</a:t>
          </a:r>
          <a:r>
            <a:rPr lang="en-US" sz="2000" b="0" kern="1200" dirty="0">
              <a:solidFill>
                <a:schemeClr val="tx1"/>
              </a:solidFill>
            </a:rPr>
            <a:t>  </a:t>
          </a:r>
          <a:r>
            <a:rPr lang="en-US" sz="2000" b="0" kern="1200" dirty="0" err="1">
              <a:solidFill>
                <a:schemeClr val="tx1"/>
              </a:solidFill>
            </a:rPr>
            <a:t>hát</a:t>
          </a:r>
          <a:endParaRPr lang="en-US" sz="2000" b="0" kern="1200" dirty="0">
            <a:solidFill>
              <a:schemeClr val="tx1"/>
            </a:solidFill>
          </a:endParaRPr>
        </a:p>
      </dsp:txBody>
      <dsp:txXfrm>
        <a:off x="3947906" y="2550411"/>
        <a:ext cx="1669787" cy="1669784"/>
      </dsp:txXfrm>
    </dsp:sp>
    <dsp:sp modelId="{5659ADEE-7F40-4CFB-B800-3E68B062D030}">
      <dsp:nvSpPr>
        <dsp:cNvPr id="0" name=""/>
        <dsp:cNvSpPr/>
      </dsp:nvSpPr>
      <dsp:spPr>
        <a:xfrm>
          <a:off x="4872560" y="376524"/>
          <a:ext cx="2346747" cy="2361430"/>
        </a:xfrm>
        <a:prstGeom prst="ellipse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chemeClr val="tx1"/>
              </a:solidFill>
            </a:rPr>
            <a:t>Tuần </a:t>
          </a:r>
          <a:r>
            <a:rPr lang="en-US" sz="4000" b="1" kern="1200" dirty="0">
              <a:solidFill>
                <a:schemeClr val="bg1"/>
              </a:solidFill>
            </a:rPr>
            <a:t>1</a:t>
          </a:r>
          <a:r>
            <a:rPr lang="en-US" sz="2800" b="1" kern="1200" dirty="0">
              <a:solidFill>
                <a:schemeClr val="tx1"/>
              </a:solidFill>
            </a:rPr>
            <a:t>: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</a:rPr>
            <a:t>Làm giao </a:t>
          </a:r>
          <a:r>
            <a:rPr lang="en-US" sz="2000" kern="1200" dirty="0" err="1">
              <a:solidFill>
                <a:schemeClr val="tx1"/>
              </a:solidFill>
            </a:rPr>
            <a:t>diện</a:t>
          </a:r>
          <a:r>
            <a:rPr lang="en-US" sz="2000" kern="1200" dirty="0">
              <a:solidFill>
                <a:schemeClr val="tx1"/>
              </a:solidFill>
            </a:rPr>
            <a:t> </a:t>
          </a:r>
          <a:r>
            <a:rPr lang="en-US" sz="2000" kern="1200" dirty="0" err="1">
              <a:solidFill>
                <a:schemeClr val="tx1"/>
              </a:solidFill>
            </a:rPr>
            <a:t>cho</a:t>
          </a:r>
          <a:r>
            <a:rPr lang="en-US" sz="2000" kern="1200" dirty="0">
              <a:solidFill>
                <a:schemeClr val="tx1"/>
              </a:solidFill>
            </a:rPr>
            <a:t> app và những bài hát</a:t>
          </a:r>
        </a:p>
      </dsp:txBody>
      <dsp:txXfrm>
        <a:off x="5216233" y="722347"/>
        <a:ext cx="1659401" cy="16697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ings+Icon">
  <dgm:title val="Interconnected Rings"/>
  <dgm:desc val="Use to show overlapping or interconnected ideas or concepts. The first seven lines of Level 1 text correspond with a circle. Unused text does not appear, but remains available if you switch layouts.  "/>
  <dgm:catLst>
    <dgm:cat type="relationship" pri="32000"/>
    <dgm:cat type="officeonline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0"/>
        <dgm:pt modelId="20"/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/>
        <dgm:pt modelId="20"/>
        <dgm:pt modelId="30"/>
        <dgm:pt modelId="40"/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2" destOrd="0"/>
      </dgm:cxnLst>
      <dgm:bg/>
      <dgm:whole/>
    </dgm:dataModel>
  </dgm:clrData>
  <dgm:layoutNode name="Name0">
    <dgm:varLst>
      <dgm:chMax val="7"/>
      <dgm:dir/>
      <dgm:resizeHandles val="exact"/>
    </dgm:varLst>
    <dgm:choose name="Name1">
      <dgm:if name="Name2" axis="ch" ptType="node" func="cnt" op="lt" val="1">
        <dgm:alg type="composite"/>
        <dgm:shape xmlns:r="http://schemas.openxmlformats.org/officeDocument/2006/relationships" r:blip="">
          <dgm:adjLst/>
        </dgm:shape>
        <dgm:presOf/>
        <dgm:constrLst/>
        <dgm:ruleLst/>
      </dgm:if>
      <dgm:if name="Name3" axis="ch" ptType="node" func="cnt" op="equ" val="1">
        <dgm:alg type="composite">
          <dgm:param type="ar" val="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/>
          <dgm:constr type="h" for="ch" forName="ellipse1" refType="h"/>
        </dgm:constrLst>
      </dgm:if>
      <dgm:if name="Name4" axis="ch" ptType="node" func="cnt" op="equ" val="2">
        <dgm:alg type="composite">
          <dgm:param type="ar" val="0.908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6602"/>
          <dgm:constr type="h" for="ch" forName="ellipse1" refType="h" fact="0.5999"/>
          <dgm:constr type="l" for="ch" forName="ellipse2" refType="w" fact="0.3398"/>
          <dgm:constr type="t" for="ch" forName="ellipse2" refType="h" fact="0.4001"/>
          <dgm:constr type="w" for="ch" forName="ellipse2" refType="w" fact="0.6602"/>
          <dgm:constr type="h" for="ch" forName="ellipse2" refType="h" fact="0.5999"/>
        </dgm:constrLst>
      </dgm:if>
      <dgm:if name="Name5" axis="ch" ptType="node" func="cnt" op="equ" val="3">
        <dgm:alg type="composite">
          <dgm:param type="ar" val="1.217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4929"/>
          <dgm:constr type="h" for="ch" forName="ellipse1" refType="h" fact="0.5999"/>
          <dgm:constr type="l" for="ch" forName="ellipse2" refType="w" fact="0.2537"/>
          <dgm:constr type="t" for="ch" forName="ellipse2" refType="h" fact="0.4001"/>
          <dgm:constr type="w" for="ch" forName="ellipse2" refType="w" fact="0.4929"/>
          <dgm:constr type="h" for="ch" forName="ellipse2" refType="h" fact="0.5999"/>
          <dgm:constr type="l" for="ch" forName="ellipse3" refType="w" fact="0.5071"/>
          <dgm:constr type="t" for="ch" forName="ellipse3" refType="h" fact="0"/>
          <dgm:constr type="w" for="ch" forName="ellipse3" refType="w" fact="0.4929"/>
          <dgm:constr type="h" for="ch" forName="ellipse3" refType="h" fact="0.5999"/>
        </dgm:constrLst>
      </dgm:if>
      <dgm:if name="Name6" axis="ch" ptType="node" func="cnt" op="equ" val="4">
        <dgm:alg type="composite">
          <dgm:param type="ar" val="1.5255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932"/>
          <dgm:constr type="h" for="ch" forName="ellipse1" refType="h" fact="0.5999"/>
          <dgm:constr type="l" for="ch" forName="ellipse2" refType="w" fact="0.2023"/>
          <dgm:constr type="t" for="ch" forName="ellipse2" refType="h" fact="0.4001"/>
          <dgm:constr type="w" for="ch" forName="ellipse2" refType="w" fact="0.3932"/>
          <dgm:constr type="h" for="ch" forName="ellipse2" refType="h" fact="0.5999"/>
          <dgm:constr type="l" for="ch" forName="ellipse3" refType="w" fact="0.4045"/>
          <dgm:constr type="t" for="ch" forName="ellipse3" refType="h" fact="0"/>
          <dgm:constr type="w" for="ch" forName="ellipse3" refType="w" fact="0.3932"/>
          <dgm:constr type="h" for="ch" forName="ellipse3" refType="h" fact="0.5999"/>
          <dgm:constr type="l" for="ch" forName="ellipse4" refType="w" fact="0.6068"/>
          <dgm:constr type="t" for="ch" forName="ellipse4" refType="h" fact="0.4001"/>
          <dgm:constr type="w" for="ch" forName="ellipse4" refType="w" fact="0.3932"/>
          <dgm:constr type="h" for="ch" forName="ellipse4" refType="h" fact="0.5999"/>
        </dgm:constrLst>
      </dgm:if>
      <dgm:if name="Name7" axis="ch" ptType="node" func="cnt" op="equ" val="5">
        <dgm:alg type="composite">
          <dgm:param type="ar" val="1.834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271"/>
          <dgm:constr type="h" for="ch" forName="ellipse1" refType="h" fact="0.5999"/>
          <dgm:constr type="l" for="ch" forName="ellipse2" refType="w" fact="0.1682"/>
          <dgm:constr type="t" for="ch" forName="ellipse2" refType="h" fact="0.4001"/>
          <dgm:constr type="w" for="ch" forName="ellipse2" refType="w" fact="0.3271"/>
          <dgm:constr type="h" for="ch" forName="ellipse2" refType="h" fact="0.5999"/>
          <dgm:constr type="l" for="ch" forName="ellipse3" refType="w" fact="0.3365"/>
          <dgm:constr type="t" for="ch" forName="ellipse3" refType="h" fact="0"/>
          <dgm:constr type="w" for="ch" forName="ellipse3" refType="w" fact="0.3271"/>
          <dgm:constr type="h" for="ch" forName="ellipse3" refType="h" fact="0.5999"/>
          <dgm:constr type="l" for="ch" forName="ellipse4" refType="w" fact="0.5047"/>
          <dgm:constr type="t" for="ch" forName="ellipse4" refType="h" fact="0.4001"/>
          <dgm:constr type="w" for="ch" forName="ellipse4" refType="w" fact="0.3271"/>
          <dgm:constr type="h" for="ch" forName="ellipse4" refType="h" fact="0.5999"/>
          <dgm:constr type="l" for="ch" forName="ellipse5" refType="w" fact="0.6729"/>
          <dgm:constr type="t" for="ch" forName="ellipse5" refType="h" fact="0"/>
          <dgm:constr type="w" for="ch" forName="ellipse5" refType="w" fact="0.3271"/>
          <dgm:constr type="h" for="ch" forName="ellipse5" refType="h" fact="0.5999"/>
        </dgm:constrLst>
      </dgm:if>
      <dgm:if name="Name8" axis="ch" ptType="node" func="cnt" op="equ" val="6">
        <dgm:alg type="composite">
          <dgm:param type="ar" val="2.1873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78"/>
          <dgm:constr type="h" for="ch" forName="ellipse1" refType="h" fact="0.6081"/>
          <dgm:constr type="l" for="ch" forName="ellipse2" refType="w" fact="0.1444"/>
          <dgm:constr type="t" for="ch" forName="ellipse2" refType="h" fact="0.3919"/>
          <dgm:constr type="w" for="ch" forName="ellipse2" refType="w" fact="0.278"/>
          <dgm:constr type="h" for="ch" forName="ellipse2" refType="h" fact="0.6081"/>
          <dgm:constr type="l" for="ch" forName="ellipse3" refType="w" fact="0.2888"/>
          <dgm:constr type="t" for="ch" forName="ellipse3" refType="h" fact="0"/>
          <dgm:constr type="w" for="ch" forName="ellipse3" refType="w" fact="0.278"/>
          <dgm:constr type="h" for="ch" forName="ellipse3" refType="h" fact="0.6081"/>
          <dgm:constr type="l" for="ch" forName="ellipse4" refType="w" fact="0.4332"/>
          <dgm:constr type="t" for="ch" forName="ellipse4" refType="h" fact="0.3919"/>
          <dgm:constr type="w" for="ch" forName="ellipse4" refType="w" fact="0.278"/>
          <dgm:constr type="h" for="ch" forName="ellipse4" refType="h" fact="0.6081"/>
          <dgm:constr type="l" for="ch" forName="ellipse5" refType="w" fact="0.5776"/>
          <dgm:constr type="t" for="ch" forName="ellipse5" refType="h" fact="0"/>
          <dgm:constr type="w" for="ch" forName="ellipse5" refType="w" fact="0.278"/>
          <dgm:constr type="h" for="ch" forName="ellipse5" refType="h" fact="0.6081"/>
          <dgm:constr type="l" for="ch" forName="ellipse6" refType="w" fact="0.722"/>
          <dgm:constr type="t" for="ch" forName="ellipse6" refType="h" fact="0.3919"/>
          <dgm:constr type="w" for="ch" forName="ellipse6" refType="w" fact="0.278"/>
          <dgm:constr type="h" for="ch" forName="ellipse6" refType="h" fact="0.6081"/>
        </dgm:constrLst>
      </dgm:if>
      <dgm:else name="Name9">
        <dgm:alg type="composite">
          <dgm:param type="ar" val="2.346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455"/>
          <dgm:constr type="h" for="ch" forName="ellipse1" refType="h" fact="0.5761"/>
          <dgm:constr type="l" for="ch" forName="ellipse2" refType="w" fact="0.1257"/>
          <dgm:constr type="t" for="ch" forName="ellipse2" refType="h" fact="0.4239"/>
          <dgm:constr type="w" for="ch" forName="ellipse2" refType="w" fact="0.2455"/>
          <dgm:constr type="h" for="ch" forName="ellipse2" refType="h" fact="0.5761"/>
          <dgm:constr type="l" for="ch" forName="ellipse3" refType="w" fact="0.2515"/>
          <dgm:constr type="t" for="ch" forName="ellipse3" refType="h" fact="0"/>
          <dgm:constr type="w" for="ch" forName="ellipse3" refType="w" fact="0.2455"/>
          <dgm:constr type="h" for="ch" forName="ellipse3" refType="h" fact="0.5761"/>
          <dgm:constr type="l" for="ch" forName="ellipse4" refType="w" fact="0.3772"/>
          <dgm:constr type="t" for="ch" forName="ellipse4" refType="h" fact="0.4239"/>
          <dgm:constr type="w" for="ch" forName="ellipse4" refType="w" fact="0.2455"/>
          <dgm:constr type="h" for="ch" forName="ellipse4" refType="h" fact="0.5761"/>
          <dgm:constr type="l" for="ch" forName="ellipse5" refType="w" fact="0.503"/>
          <dgm:constr type="t" for="ch" forName="ellipse5" refType="h" fact="0"/>
          <dgm:constr type="w" for="ch" forName="ellipse5" refType="w" fact="0.2455"/>
          <dgm:constr type="h" for="ch" forName="ellipse5" refType="h" fact="0.5761"/>
          <dgm:constr type="l" for="ch" forName="ellipse6" refType="w" fact="0.6287"/>
          <dgm:constr type="t" for="ch" forName="ellipse6" refType="h" fact="0.4239"/>
          <dgm:constr type="w" for="ch" forName="ellipse6" refType="w" fact="0.2455"/>
          <dgm:constr type="h" for="ch" forName="ellipse6" refType="h" fact="0.5761"/>
          <dgm:constr type="l" for="ch" forName="ellipse7" refType="w" fact="0.7545"/>
          <dgm:constr type="t" for="ch" forName="ellipse7" refType="h" fact="0"/>
          <dgm:constr type="w" for="ch" forName="ellipse7" refType="w" fact="0.2455"/>
          <dgm:constr type="h" for="ch" forName="ellipse7" refType="h" fact="0.5761"/>
        </dgm:constrLst>
      </dgm:else>
    </dgm:choose>
    <dgm:choose name="Name10">
      <dgm:if name="Name11" axis="ch" ptType="node" func="cnt" op="gte" val="1">
        <dgm:layoutNode name="ellipse1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12">
            <dgm:if name="Name13" func="var" arg="dir" op="equ" val="norm">
              <dgm:presOf axis="ch desOrSelf" ptType="node node" st="1 1" cnt="1 0"/>
            </dgm:if>
            <dgm:else name="Name14">
              <dgm:choose name="Name15">
                <dgm:if name="Name16" axis="ch" ptType="node" func="cnt" op="equ" val="1">
                  <dgm:presOf axis="ch desOrSelf" ptType="node node" st="1 1" cnt="1 0"/>
                </dgm:if>
                <dgm:if name="Name17" axis="ch" ptType="node" func="cnt" op="equ" val="2">
                  <dgm:presOf axis="ch desOrSelf" ptType="node node" st="2 1" cnt="1 0"/>
                </dgm:if>
                <dgm:if name="Name18" axis="ch" ptType="node" func="cnt" op="equ" val="3">
                  <dgm:presOf axis="ch desOrSelf" ptType="node node" st="3 1" cnt="1 0"/>
                </dgm:if>
                <dgm:if name="Name19" axis="ch" ptType="node" func="cnt" op="equ" val="4">
                  <dgm:presOf axis="ch desOrSelf" ptType="node node" st="4 1" cnt="1 0"/>
                </dgm:if>
                <dgm:if name="Name20" axis="ch" ptType="node" func="cnt" op="equ" val="5">
                  <dgm:presOf axis="ch desOrSelf" ptType="node node" st="5 1" cnt="1 0"/>
                </dgm:if>
                <dgm:if name="Name21" axis="ch" ptType="node" func="cnt" op="equ" val="6">
                  <dgm:presOf axis="ch desOrSelf" ptType="node node" st="6 1" cnt="1 0"/>
                </dgm:if>
                <dgm:if name="Name22" axis="ch" ptType="node" func="cnt" op="gte" val="7">
                  <dgm:presOf axis="ch desOrSelf" ptType="node node" st="7 1" cnt="1 0"/>
                </dgm:if>
                <dgm:else name="Name2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24"/>
    </dgm:choose>
    <dgm:choose name="Name25">
      <dgm:if name="Name26" axis="ch" ptType="node" func="cnt" op="gte" val="2">
        <dgm:layoutNode name="ellipse2" styleLbl="vennNode1">
          <dgm:varLst>
            <dgm:bulletEnabled val="1"/>
          </dgm:varLst>
          <dgm:alg type="tx"/>
          <dgm:choose name="Name27">
            <dgm:if name="Name2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2 1" cnt="1 0"/>
            </dgm:if>
            <dgm:else name="Name29">
              <dgm:shape xmlns:r="http://schemas.openxmlformats.org/officeDocument/2006/relationships" type="ellipse" r:blip="" zOrderOff="-2">
                <dgm:adjLst/>
              </dgm:shape>
              <dgm:choose name="Name30">
                <dgm:if name="Name31" axis="ch" ptType="node" func="cnt" op="equ" val="2">
                  <dgm:presOf axis="ch desOrSelf" ptType="node node" st="1 1" cnt="1 0"/>
                </dgm:if>
                <dgm:if name="Name32" axis="ch" ptType="node" func="cnt" op="equ" val="3">
                  <dgm:presOf axis="ch desOrSelf" ptType="node node" st="2 1" cnt="1 0"/>
                </dgm:if>
                <dgm:if name="Name33" axis="ch" ptType="node" func="cnt" op="equ" val="4">
                  <dgm:presOf axis="ch desOrSelf" ptType="node node" st="3 1" cnt="1 0"/>
                </dgm:if>
                <dgm:if name="Name34" axis="ch" ptType="node" func="cnt" op="equ" val="5">
                  <dgm:presOf axis="ch desOrSelf" ptType="node node" st="4 1" cnt="1 0"/>
                </dgm:if>
                <dgm:if name="Name35" axis="ch" ptType="node" func="cnt" op="equ" val="6">
                  <dgm:presOf axis="ch desOrSelf" ptType="node node" st="5 1" cnt="1 0"/>
                </dgm:if>
                <dgm:if name="Name36" axis="ch" ptType="node" func="cnt" op="gte" val="7">
                  <dgm:presOf axis="ch desOrSelf" ptType="node node" st="6 1" cnt="1 0"/>
                </dgm:if>
                <dgm:else name="Name37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  <dgm:choose name="Name39">
      <dgm:if name="Name40" axis="ch" ptType="node" func="cnt" op="gte" val="3">
        <dgm:layoutNode name="ellipse3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41">
            <dgm:if name="Name42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3 1" cnt="1 0"/>
            </dgm:if>
            <dgm:else name="Name43">
              <dgm:shape xmlns:r="http://schemas.openxmlformats.org/officeDocument/2006/relationships" type="ellipse" r:blip="" zOrderOff="-4">
                <dgm:adjLst/>
              </dgm:shape>
              <dgm:choose name="Name44">
                <dgm:if name="Name45" axis="ch" ptType="node" func="cnt" op="equ" val="3">
                  <dgm:presOf axis="ch desOrSelf" ptType="node node" st="1 1" cnt="1 0"/>
                </dgm:if>
                <dgm:if name="Name46" axis="ch" ptType="node" func="cnt" op="equ" val="4">
                  <dgm:presOf axis="ch desOrSelf" ptType="node node" st="2 1" cnt="1 0"/>
                </dgm:if>
                <dgm:if name="Name47" axis="ch" ptType="node" func="cnt" op="equ" val="5">
                  <dgm:presOf axis="ch desOrSelf" ptType="node node" st="3 1" cnt="1 0"/>
                </dgm:if>
                <dgm:if name="Name48" axis="ch" ptType="node" func="cnt" op="equ" val="6">
                  <dgm:presOf axis="ch desOrSelf" ptType="node node" st="4 1" cnt="1 0"/>
                </dgm:if>
                <dgm:if name="Name49" axis="ch" ptType="node" func="cnt" op="gte" val="7">
                  <dgm:presOf axis="ch desOrSelf" ptType="node node" st="5 1" cnt="1 0"/>
                </dgm:if>
                <dgm:else name="Name50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1"/>
    </dgm:choose>
    <dgm:choose name="Name52">
      <dgm:if name="Name53" axis="ch" ptType="node" func="cnt" op="gte" val="4">
        <dgm:layoutNode name="ellipse4" styleLbl="vennNode1">
          <dgm:varLst>
            <dgm:bulletEnabled val="1"/>
          </dgm:varLst>
          <dgm:alg type="tx"/>
          <dgm:choose name="Name54">
            <dgm:if name="Name55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4 1" cnt="1 0"/>
            </dgm:if>
            <dgm:else name="Name56">
              <dgm:shape xmlns:r="http://schemas.openxmlformats.org/officeDocument/2006/relationships" type="ellipse" r:blip="" zOrderOff="-6">
                <dgm:adjLst/>
              </dgm:shape>
              <dgm:choose name="Name57">
                <dgm:if name="Name58" axis="ch" ptType="node" func="cnt" op="equ" val="4">
                  <dgm:presOf axis="ch desOrSelf" ptType="node node" st="1 1" cnt="1 0"/>
                </dgm:if>
                <dgm:if name="Name59" axis="ch" ptType="node" func="cnt" op="equ" val="5">
                  <dgm:presOf axis="ch desOrSelf" ptType="node node" st="2 1" cnt="1 0"/>
                </dgm:if>
                <dgm:if name="Name60" axis="ch" ptType="node" func="cnt" op="equ" val="6">
                  <dgm:presOf axis="ch desOrSelf" ptType="node node" st="3 1" cnt="1 0"/>
                </dgm:if>
                <dgm:if name="Name61" axis="ch" ptType="node" func="cnt" op="gte" val="7">
                  <dgm:presOf axis="ch desOrSelf" ptType="node node" st="4 1" cnt="1 0"/>
                </dgm:if>
                <dgm:else name="Name62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63"/>
    </dgm:choose>
    <dgm:choose name="Name64">
      <dgm:if name="Name65" axis="ch" ptType="node" func="cnt" op="gte" val="5">
        <dgm:layoutNode name="ellipse5" styleLbl="vennNode1">
          <dgm:varLst>
            <dgm:bulletEnabled val="1"/>
          </dgm:varLst>
          <dgm:alg type="tx"/>
          <dgm:choose name="Name66">
            <dgm:if name="Name67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5 1" cnt="1 0"/>
            </dgm:if>
            <dgm:else name="Name68">
              <dgm:shape xmlns:r="http://schemas.openxmlformats.org/officeDocument/2006/relationships" type="ellipse" r:blip="" zOrderOff="-8">
                <dgm:adjLst/>
              </dgm:shape>
              <dgm:choose name="Name69">
                <dgm:if name="Name70" axis="ch" ptType="node" func="cnt" op="equ" val="5">
                  <dgm:presOf axis="ch desOrSelf" ptType="node node" st="1 1" cnt="1 0"/>
                </dgm:if>
                <dgm:if name="Name71" axis="ch" ptType="node" func="cnt" op="equ" val="6">
                  <dgm:presOf axis="ch desOrSelf" ptType="node node" st="2 1" cnt="1 0"/>
                </dgm:if>
                <dgm:if name="Name72" axis="ch" ptType="node" func="cnt" op="gte" val="7">
                  <dgm:presOf axis="ch desOrSelf" ptType="node node" st="3 1" cnt="1 0"/>
                </dgm:if>
                <dgm:else name="Name7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74"/>
    </dgm:choose>
    <dgm:choose name="Name75">
      <dgm:if name="Name76" axis="ch" ptType="node" func="cnt" op="gte" val="6">
        <dgm:layoutNode name="ellipse6" styleLbl="vennNode1">
          <dgm:varLst>
            <dgm:bulletEnabled val="1"/>
          </dgm:varLst>
          <dgm:alg type="tx"/>
          <dgm:choose name="Name77">
            <dgm:if name="Name7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6 1" cnt="1 0"/>
            </dgm:if>
            <dgm:else name="Name79">
              <dgm:shape xmlns:r="http://schemas.openxmlformats.org/officeDocument/2006/relationships" type="ellipse" r:blip="" zOrderOff="-10">
                <dgm:adjLst/>
              </dgm:shape>
              <dgm:choose name="Name80">
                <dgm:if name="Name81" axis="ch" ptType="node" func="cnt" op="equ" val="6">
                  <dgm:presOf axis="ch desOrSelf" ptType="node node" st="1 1" cnt="1 0"/>
                </dgm:if>
                <dgm:if name="Name82" axis="ch" ptType="node" func="cnt" op="gte" val="7">
                  <dgm:presOf axis="ch desOrSelf" ptType="node node" st="2 1" cnt="1 0"/>
                </dgm:if>
                <dgm:else name="Name8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84"/>
    </dgm:choose>
    <dgm:choose name="Name85">
      <dgm:if name="Name86" axis="ch" ptType="node" func="cnt" op="gte" val="7">
        <dgm:layoutNode name="ellipse7" styleLbl="vennNode1">
          <dgm:varLst>
            <dgm:bulletEnabled val="1"/>
          </dgm:varLst>
          <dgm:alg type="tx"/>
          <dgm:choose name="Name87">
            <dgm:if name="Name8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7 1" cnt="1 0"/>
            </dgm:if>
            <dgm:else name="Name89">
              <dgm:shape xmlns:r="http://schemas.openxmlformats.org/officeDocument/2006/relationships" type="ellipse" r:blip="" zOrderOff="-12">
                <dgm:adjLst/>
              </dgm:shape>
              <dgm:presOf axis="ch desOrSelf" ptType="node node" st="1 1" cnt="1 0"/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9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F4A3-4738-39C7-6F6D-39A4BB3984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7DF0C6-4209-C43E-D56B-FFB7396184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33CEA-CD38-A231-C186-58B46C1C0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E457B-8ACB-4F61-9CA3-BFA1D6F932C5}" type="datetimeFigureOut">
              <a:rPr lang="en-IN" smtClean="0"/>
              <a:t>06-09-2025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A86EE-014F-28FD-7CF4-310E6038D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9C4B6-6611-D908-7AD4-F0D07323A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FEE8-03A6-43F7-8184-79995F490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0778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7C3683E-9202-91EC-CBD8-16009D5302E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63600" y="673100"/>
            <a:ext cx="4495800" cy="6870700"/>
          </a:xfrm>
          <a:custGeom>
            <a:avLst/>
            <a:gdLst>
              <a:gd name="connsiteX0" fmla="*/ 0 w 4495800"/>
              <a:gd name="connsiteY0" fmla="*/ 0 h 6870700"/>
              <a:gd name="connsiteX1" fmla="*/ 4495800 w 4495800"/>
              <a:gd name="connsiteY1" fmla="*/ 0 h 6870700"/>
              <a:gd name="connsiteX2" fmla="*/ 4495800 w 4495800"/>
              <a:gd name="connsiteY2" fmla="*/ 6870700 h 6870700"/>
              <a:gd name="connsiteX3" fmla="*/ 0 w 4495800"/>
              <a:gd name="connsiteY3" fmla="*/ 6870700 h 687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800" h="6870700">
                <a:moveTo>
                  <a:pt x="0" y="0"/>
                </a:moveTo>
                <a:lnTo>
                  <a:pt x="4495800" y="0"/>
                </a:lnTo>
                <a:lnTo>
                  <a:pt x="4495800" y="6870700"/>
                </a:lnTo>
                <a:lnTo>
                  <a:pt x="0" y="68707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81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279A781-48D8-B6DD-617F-55D373D532B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273896" y="1162071"/>
            <a:ext cx="1406053" cy="1406053"/>
          </a:xfrm>
          <a:custGeom>
            <a:avLst/>
            <a:gdLst>
              <a:gd name="connsiteX0" fmla="*/ 69951 w 1406053"/>
              <a:gd name="connsiteY0" fmla="*/ 0 h 1406053"/>
              <a:gd name="connsiteX1" fmla="*/ 1336102 w 1406053"/>
              <a:gd name="connsiteY1" fmla="*/ 0 h 1406053"/>
              <a:gd name="connsiteX2" fmla="*/ 1406053 w 1406053"/>
              <a:gd name="connsiteY2" fmla="*/ 69951 h 1406053"/>
              <a:gd name="connsiteX3" fmla="*/ 1406053 w 1406053"/>
              <a:gd name="connsiteY3" fmla="*/ 1336102 h 1406053"/>
              <a:gd name="connsiteX4" fmla="*/ 1336102 w 1406053"/>
              <a:gd name="connsiteY4" fmla="*/ 1406053 h 1406053"/>
              <a:gd name="connsiteX5" fmla="*/ 69951 w 1406053"/>
              <a:gd name="connsiteY5" fmla="*/ 1406053 h 1406053"/>
              <a:gd name="connsiteX6" fmla="*/ 0 w 1406053"/>
              <a:gd name="connsiteY6" fmla="*/ 1336102 h 1406053"/>
              <a:gd name="connsiteX7" fmla="*/ 0 w 1406053"/>
              <a:gd name="connsiteY7" fmla="*/ 69951 h 1406053"/>
              <a:gd name="connsiteX8" fmla="*/ 69951 w 1406053"/>
              <a:gd name="connsiteY8" fmla="*/ 0 h 1406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6053" h="1406053">
                <a:moveTo>
                  <a:pt x="69951" y="0"/>
                </a:moveTo>
                <a:lnTo>
                  <a:pt x="1336102" y="0"/>
                </a:lnTo>
                <a:cubicBezTo>
                  <a:pt x="1374735" y="0"/>
                  <a:pt x="1406053" y="31318"/>
                  <a:pt x="1406053" y="69951"/>
                </a:cubicBezTo>
                <a:lnTo>
                  <a:pt x="1406053" y="1336102"/>
                </a:lnTo>
                <a:cubicBezTo>
                  <a:pt x="1406053" y="1374735"/>
                  <a:pt x="1374735" y="1406053"/>
                  <a:pt x="1336102" y="1406053"/>
                </a:cubicBezTo>
                <a:lnTo>
                  <a:pt x="69951" y="1406053"/>
                </a:lnTo>
                <a:cubicBezTo>
                  <a:pt x="31318" y="1406053"/>
                  <a:pt x="0" y="1374735"/>
                  <a:pt x="0" y="1336102"/>
                </a:cubicBezTo>
                <a:lnTo>
                  <a:pt x="0" y="69951"/>
                </a:lnTo>
                <a:cubicBezTo>
                  <a:pt x="0" y="31318"/>
                  <a:pt x="31318" y="0"/>
                  <a:pt x="6995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99165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A6AD98A-94BA-8601-0605-196AA39800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78209" y="3102280"/>
            <a:ext cx="1524118" cy="1524118"/>
          </a:xfrm>
          <a:custGeom>
            <a:avLst/>
            <a:gdLst>
              <a:gd name="connsiteX0" fmla="*/ 762059 w 1524118"/>
              <a:gd name="connsiteY0" fmla="*/ 0 h 1524118"/>
              <a:gd name="connsiteX1" fmla="*/ 1524118 w 1524118"/>
              <a:gd name="connsiteY1" fmla="*/ 762059 h 1524118"/>
              <a:gd name="connsiteX2" fmla="*/ 762059 w 1524118"/>
              <a:gd name="connsiteY2" fmla="*/ 1524118 h 1524118"/>
              <a:gd name="connsiteX3" fmla="*/ 0 w 1524118"/>
              <a:gd name="connsiteY3" fmla="*/ 762059 h 1524118"/>
              <a:gd name="connsiteX4" fmla="*/ 762059 w 1524118"/>
              <a:gd name="connsiteY4" fmla="*/ 0 h 1524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118" h="1524118">
                <a:moveTo>
                  <a:pt x="762059" y="0"/>
                </a:moveTo>
                <a:cubicBezTo>
                  <a:pt x="1182933" y="0"/>
                  <a:pt x="1524118" y="341185"/>
                  <a:pt x="1524118" y="762059"/>
                </a:cubicBezTo>
                <a:cubicBezTo>
                  <a:pt x="1524118" y="1182933"/>
                  <a:pt x="1182933" y="1524118"/>
                  <a:pt x="762059" y="1524118"/>
                </a:cubicBezTo>
                <a:cubicBezTo>
                  <a:pt x="341185" y="1524118"/>
                  <a:pt x="0" y="1182933"/>
                  <a:pt x="0" y="762059"/>
                </a:cubicBezTo>
                <a:cubicBezTo>
                  <a:pt x="0" y="341185"/>
                  <a:pt x="341185" y="0"/>
                  <a:pt x="76205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E153428-B1E3-D072-602C-C6D2755980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73569" y="3102280"/>
            <a:ext cx="1524118" cy="1524118"/>
          </a:xfrm>
          <a:custGeom>
            <a:avLst/>
            <a:gdLst>
              <a:gd name="connsiteX0" fmla="*/ 762059 w 1524118"/>
              <a:gd name="connsiteY0" fmla="*/ 0 h 1524118"/>
              <a:gd name="connsiteX1" fmla="*/ 1524118 w 1524118"/>
              <a:gd name="connsiteY1" fmla="*/ 762059 h 1524118"/>
              <a:gd name="connsiteX2" fmla="*/ 762059 w 1524118"/>
              <a:gd name="connsiteY2" fmla="*/ 1524118 h 1524118"/>
              <a:gd name="connsiteX3" fmla="*/ 0 w 1524118"/>
              <a:gd name="connsiteY3" fmla="*/ 762059 h 1524118"/>
              <a:gd name="connsiteX4" fmla="*/ 762059 w 1524118"/>
              <a:gd name="connsiteY4" fmla="*/ 0 h 1524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118" h="1524118">
                <a:moveTo>
                  <a:pt x="762059" y="0"/>
                </a:moveTo>
                <a:cubicBezTo>
                  <a:pt x="1182933" y="0"/>
                  <a:pt x="1524118" y="341185"/>
                  <a:pt x="1524118" y="762059"/>
                </a:cubicBezTo>
                <a:cubicBezTo>
                  <a:pt x="1524118" y="1182933"/>
                  <a:pt x="1182933" y="1524118"/>
                  <a:pt x="762059" y="1524118"/>
                </a:cubicBezTo>
                <a:cubicBezTo>
                  <a:pt x="341185" y="1524118"/>
                  <a:pt x="0" y="1182933"/>
                  <a:pt x="0" y="762059"/>
                </a:cubicBezTo>
                <a:cubicBezTo>
                  <a:pt x="0" y="341185"/>
                  <a:pt x="341185" y="0"/>
                  <a:pt x="76205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6BE458EE-95D6-C5D2-24C6-D7E700AC3E8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68929" y="3102280"/>
            <a:ext cx="1524118" cy="1524118"/>
          </a:xfrm>
          <a:custGeom>
            <a:avLst/>
            <a:gdLst>
              <a:gd name="connsiteX0" fmla="*/ 762059 w 1524118"/>
              <a:gd name="connsiteY0" fmla="*/ 0 h 1524118"/>
              <a:gd name="connsiteX1" fmla="*/ 1524118 w 1524118"/>
              <a:gd name="connsiteY1" fmla="*/ 762059 h 1524118"/>
              <a:gd name="connsiteX2" fmla="*/ 762059 w 1524118"/>
              <a:gd name="connsiteY2" fmla="*/ 1524118 h 1524118"/>
              <a:gd name="connsiteX3" fmla="*/ 0 w 1524118"/>
              <a:gd name="connsiteY3" fmla="*/ 762059 h 1524118"/>
              <a:gd name="connsiteX4" fmla="*/ 762059 w 1524118"/>
              <a:gd name="connsiteY4" fmla="*/ 0 h 1524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118" h="1524118">
                <a:moveTo>
                  <a:pt x="762059" y="0"/>
                </a:moveTo>
                <a:cubicBezTo>
                  <a:pt x="1182933" y="0"/>
                  <a:pt x="1524118" y="341185"/>
                  <a:pt x="1524118" y="762059"/>
                </a:cubicBezTo>
                <a:cubicBezTo>
                  <a:pt x="1524118" y="1182933"/>
                  <a:pt x="1182933" y="1524118"/>
                  <a:pt x="762059" y="1524118"/>
                </a:cubicBezTo>
                <a:cubicBezTo>
                  <a:pt x="341185" y="1524118"/>
                  <a:pt x="0" y="1182933"/>
                  <a:pt x="0" y="762059"/>
                </a:cubicBezTo>
                <a:cubicBezTo>
                  <a:pt x="0" y="341185"/>
                  <a:pt x="341185" y="0"/>
                  <a:pt x="76205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3790EFBF-A14B-B61E-B728-9CFF840B09B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064288" y="3102280"/>
            <a:ext cx="1524118" cy="1524118"/>
          </a:xfrm>
          <a:custGeom>
            <a:avLst/>
            <a:gdLst>
              <a:gd name="connsiteX0" fmla="*/ 762059 w 1524118"/>
              <a:gd name="connsiteY0" fmla="*/ 0 h 1524118"/>
              <a:gd name="connsiteX1" fmla="*/ 1524118 w 1524118"/>
              <a:gd name="connsiteY1" fmla="*/ 762059 h 1524118"/>
              <a:gd name="connsiteX2" fmla="*/ 762059 w 1524118"/>
              <a:gd name="connsiteY2" fmla="*/ 1524118 h 1524118"/>
              <a:gd name="connsiteX3" fmla="*/ 0 w 1524118"/>
              <a:gd name="connsiteY3" fmla="*/ 762059 h 1524118"/>
              <a:gd name="connsiteX4" fmla="*/ 762059 w 1524118"/>
              <a:gd name="connsiteY4" fmla="*/ 0 h 1524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118" h="1524118">
                <a:moveTo>
                  <a:pt x="762059" y="0"/>
                </a:moveTo>
                <a:cubicBezTo>
                  <a:pt x="1182933" y="0"/>
                  <a:pt x="1524118" y="341185"/>
                  <a:pt x="1524118" y="762059"/>
                </a:cubicBezTo>
                <a:cubicBezTo>
                  <a:pt x="1524118" y="1182933"/>
                  <a:pt x="1182933" y="1524118"/>
                  <a:pt x="762059" y="1524118"/>
                </a:cubicBezTo>
                <a:cubicBezTo>
                  <a:pt x="341185" y="1524118"/>
                  <a:pt x="0" y="1182933"/>
                  <a:pt x="0" y="762059"/>
                </a:cubicBezTo>
                <a:cubicBezTo>
                  <a:pt x="0" y="341185"/>
                  <a:pt x="341185" y="0"/>
                  <a:pt x="76205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5802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9A885-9A06-A8DE-57E8-8204BFD47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59467-A1CF-D0A1-1BA3-2D9C08BA0F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757E6-9AA2-F3F1-32FC-C299E7970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E457B-8ACB-4F61-9CA3-BFA1D6F932C5}" type="datetimeFigureOut">
              <a:rPr lang="en-IN" smtClean="0"/>
              <a:t>06-09-2025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C9775-937A-DC3A-2D6D-8729C8799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EB8F4-49B2-C08A-BFBC-A1D0A8398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FEE8-03A6-43F7-8184-79995F490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9449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A6C48-C987-38BA-0E90-578065EB7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87CC50-35AE-6963-D4D0-2BF79FA41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F1F8D-DD0E-84BB-0021-EFAD2E57D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E457B-8ACB-4F61-9CA3-BFA1D6F932C5}" type="datetimeFigureOut">
              <a:rPr lang="en-IN" smtClean="0"/>
              <a:t>06-09-2025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163B6-9A48-F9F5-B67B-433383966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A708A-BC70-5D41-5AA4-06F8F4801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FEE8-03A6-43F7-8184-79995F490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447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E8764-0FBC-68BB-5B89-B0DA8B67B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8E6B6-58BF-CC6F-323C-0A288ACAB9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669224-4E6C-B58A-CA01-E681BB1B5E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6BEE1E-A6DF-0099-61FE-4D0841470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E457B-8ACB-4F61-9CA3-BFA1D6F932C5}" type="datetimeFigureOut">
              <a:rPr lang="en-IN" smtClean="0"/>
              <a:t>06-09-2025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5B82A4-5509-E162-65A4-5A011A592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B0A6B-FB45-0F63-BE40-3816DA5D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FEE8-03A6-43F7-8184-79995F490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884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4D046-6E1A-2255-D66A-A585E9AC0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DBC03-7F5A-D0B2-AA6C-476D9B10C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B0DE8A-702E-2C81-5A1A-DA2DAF36D1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81DF6E-430A-554F-B020-471E30536D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33DA32-C9B2-543E-D772-4F1C058173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C8D373-859C-15CB-182E-4B47B1333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E457B-8ACB-4F61-9CA3-BFA1D6F932C5}" type="datetimeFigureOut">
              <a:rPr lang="en-IN" smtClean="0"/>
              <a:t>06-09-2025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041F4C-8CE6-8E26-363E-7D679A2BA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AA56-2D1D-9D9E-92F2-1933ABD05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FEE8-03A6-43F7-8184-79995F490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971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B0BE9-6ACA-7837-F8A6-93D6198EE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72C6CB-8788-CD10-4D0B-B920452AF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E457B-8ACB-4F61-9CA3-BFA1D6F932C5}" type="datetimeFigureOut">
              <a:rPr lang="en-IN" smtClean="0"/>
              <a:t>06-09-2025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F4B915-DA01-8120-173C-DAD1A1E71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3C12B-DA75-926D-AD5A-96E53A0A4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FEE8-03A6-43F7-8184-79995F490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797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5EAA9D-6184-80F0-3CF1-62B1CDDA4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E457B-8ACB-4F61-9CA3-BFA1D6F932C5}" type="datetimeFigureOut">
              <a:rPr lang="en-IN" smtClean="0"/>
              <a:t>06-09-2025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5BC88A-0B79-F670-2036-2C93CDA6C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4A3E6F-CA88-DC54-2349-240DFFC03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FEE8-03A6-43F7-8184-79995F490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6060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6E5E54B-718B-F3AA-01FE-E9B97097228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2440" y="5873860"/>
            <a:ext cx="801145" cy="801145"/>
          </a:xfrm>
          <a:custGeom>
            <a:avLst/>
            <a:gdLst>
              <a:gd name="connsiteX0" fmla="*/ 0 w 801145"/>
              <a:gd name="connsiteY0" fmla="*/ 0 h 801145"/>
              <a:gd name="connsiteX1" fmla="*/ 801145 w 801145"/>
              <a:gd name="connsiteY1" fmla="*/ 0 h 801145"/>
              <a:gd name="connsiteX2" fmla="*/ 801145 w 801145"/>
              <a:gd name="connsiteY2" fmla="*/ 801145 h 801145"/>
              <a:gd name="connsiteX3" fmla="*/ 0 w 801145"/>
              <a:gd name="connsiteY3" fmla="*/ 801145 h 801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1145" h="801145">
                <a:moveTo>
                  <a:pt x="0" y="0"/>
                </a:moveTo>
                <a:lnTo>
                  <a:pt x="801145" y="0"/>
                </a:lnTo>
                <a:lnTo>
                  <a:pt x="801145" y="801145"/>
                </a:lnTo>
                <a:lnTo>
                  <a:pt x="0" y="80114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9606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037A15C-9FEA-0991-2A48-1BB829355AC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29994" y="1752776"/>
            <a:ext cx="1939605" cy="1939605"/>
          </a:xfrm>
          <a:custGeom>
            <a:avLst/>
            <a:gdLst>
              <a:gd name="connsiteX0" fmla="*/ 134518 w 1939605"/>
              <a:gd name="connsiteY0" fmla="*/ 0 h 1939605"/>
              <a:gd name="connsiteX1" fmla="*/ 1805087 w 1939605"/>
              <a:gd name="connsiteY1" fmla="*/ 0 h 1939605"/>
              <a:gd name="connsiteX2" fmla="*/ 1939605 w 1939605"/>
              <a:gd name="connsiteY2" fmla="*/ 134518 h 1939605"/>
              <a:gd name="connsiteX3" fmla="*/ 1939605 w 1939605"/>
              <a:gd name="connsiteY3" fmla="*/ 1805088 h 1939605"/>
              <a:gd name="connsiteX4" fmla="*/ 1805087 w 1939605"/>
              <a:gd name="connsiteY4" fmla="*/ 1939605 h 1939605"/>
              <a:gd name="connsiteX5" fmla="*/ 134518 w 1939605"/>
              <a:gd name="connsiteY5" fmla="*/ 1939605 h 1939605"/>
              <a:gd name="connsiteX6" fmla="*/ 0 w 1939605"/>
              <a:gd name="connsiteY6" fmla="*/ 1805088 h 1939605"/>
              <a:gd name="connsiteX7" fmla="*/ 0 w 1939605"/>
              <a:gd name="connsiteY7" fmla="*/ 134518 h 1939605"/>
              <a:gd name="connsiteX8" fmla="*/ 134518 w 1939605"/>
              <a:gd name="connsiteY8" fmla="*/ 0 h 1939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39605" h="1939605">
                <a:moveTo>
                  <a:pt x="134518" y="0"/>
                </a:moveTo>
                <a:lnTo>
                  <a:pt x="1805087" y="0"/>
                </a:lnTo>
                <a:cubicBezTo>
                  <a:pt x="1879379" y="0"/>
                  <a:pt x="1939605" y="60226"/>
                  <a:pt x="1939605" y="134518"/>
                </a:cubicBezTo>
                <a:lnTo>
                  <a:pt x="1939605" y="1805088"/>
                </a:lnTo>
                <a:cubicBezTo>
                  <a:pt x="1939605" y="1879380"/>
                  <a:pt x="1879379" y="1939605"/>
                  <a:pt x="1805087" y="1939605"/>
                </a:cubicBezTo>
                <a:lnTo>
                  <a:pt x="134518" y="1939605"/>
                </a:lnTo>
                <a:cubicBezTo>
                  <a:pt x="60226" y="1939605"/>
                  <a:pt x="0" y="1879380"/>
                  <a:pt x="0" y="1805088"/>
                </a:cubicBezTo>
                <a:lnTo>
                  <a:pt x="0" y="134518"/>
                </a:lnTo>
                <a:cubicBezTo>
                  <a:pt x="0" y="60226"/>
                  <a:pt x="60226" y="0"/>
                  <a:pt x="13451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6868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58D12C6-C78A-78B0-7402-251995E7B8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287719" y="2829557"/>
            <a:ext cx="2493163" cy="3133078"/>
          </a:xfrm>
          <a:custGeom>
            <a:avLst/>
            <a:gdLst>
              <a:gd name="connsiteX0" fmla="*/ 163751 w 2493163"/>
              <a:gd name="connsiteY0" fmla="*/ 0 h 3133078"/>
              <a:gd name="connsiteX1" fmla="*/ 2329412 w 2493163"/>
              <a:gd name="connsiteY1" fmla="*/ 0 h 3133078"/>
              <a:gd name="connsiteX2" fmla="*/ 2493163 w 2493163"/>
              <a:gd name="connsiteY2" fmla="*/ 163751 h 3133078"/>
              <a:gd name="connsiteX3" fmla="*/ 2493163 w 2493163"/>
              <a:gd name="connsiteY3" fmla="*/ 2969327 h 3133078"/>
              <a:gd name="connsiteX4" fmla="*/ 2329412 w 2493163"/>
              <a:gd name="connsiteY4" fmla="*/ 3133078 h 3133078"/>
              <a:gd name="connsiteX5" fmla="*/ 163751 w 2493163"/>
              <a:gd name="connsiteY5" fmla="*/ 3133078 h 3133078"/>
              <a:gd name="connsiteX6" fmla="*/ 0 w 2493163"/>
              <a:gd name="connsiteY6" fmla="*/ 2969327 h 3133078"/>
              <a:gd name="connsiteX7" fmla="*/ 0 w 2493163"/>
              <a:gd name="connsiteY7" fmla="*/ 163751 h 3133078"/>
              <a:gd name="connsiteX8" fmla="*/ 163751 w 2493163"/>
              <a:gd name="connsiteY8" fmla="*/ 0 h 3133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93163" h="3133078">
                <a:moveTo>
                  <a:pt x="163751" y="0"/>
                </a:moveTo>
                <a:lnTo>
                  <a:pt x="2329412" y="0"/>
                </a:lnTo>
                <a:cubicBezTo>
                  <a:pt x="2419849" y="0"/>
                  <a:pt x="2493163" y="73314"/>
                  <a:pt x="2493163" y="163751"/>
                </a:cubicBezTo>
                <a:lnTo>
                  <a:pt x="2493163" y="2969327"/>
                </a:lnTo>
                <a:cubicBezTo>
                  <a:pt x="2493163" y="3059764"/>
                  <a:pt x="2419849" y="3133078"/>
                  <a:pt x="2329412" y="3133078"/>
                </a:cubicBezTo>
                <a:lnTo>
                  <a:pt x="163751" y="3133078"/>
                </a:lnTo>
                <a:cubicBezTo>
                  <a:pt x="73314" y="3133078"/>
                  <a:pt x="0" y="3059764"/>
                  <a:pt x="0" y="2969327"/>
                </a:cubicBezTo>
                <a:lnTo>
                  <a:pt x="0" y="163751"/>
                </a:lnTo>
                <a:cubicBezTo>
                  <a:pt x="0" y="73314"/>
                  <a:pt x="73314" y="0"/>
                  <a:pt x="16375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09197C2-4F86-535A-366D-9C84050E892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1898462"/>
            <a:ext cx="3123409" cy="1978417"/>
          </a:xfrm>
          <a:custGeom>
            <a:avLst/>
            <a:gdLst>
              <a:gd name="connsiteX0" fmla="*/ 129942 w 3123409"/>
              <a:gd name="connsiteY0" fmla="*/ 0 h 1978417"/>
              <a:gd name="connsiteX1" fmla="*/ 2993467 w 3123409"/>
              <a:gd name="connsiteY1" fmla="*/ 0 h 1978417"/>
              <a:gd name="connsiteX2" fmla="*/ 3123409 w 3123409"/>
              <a:gd name="connsiteY2" fmla="*/ 129942 h 1978417"/>
              <a:gd name="connsiteX3" fmla="*/ 3123409 w 3123409"/>
              <a:gd name="connsiteY3" fmla="*/ 1848475 h 1978417"/>
              <a:gd name="connsiteX4" fmla="*/ 2993467 w 3123409"/>
              <a:gd name="connsiteY4" fmla="*/ 1978417 h 1978417"/>
              <a:gd name="connsiteX5" fmla="*/ 129942 w 3123409"/>
              <a:gd name="connsiteY5" fmla="*/ 1978417 h 1978417"/>
              <a:gd name="connsiteX6" fmla="*/ 0 w 3123409"/>
              <a:gd name="connsiteY6" fmla="*/ 1848475 h 1978417"/>
              <a:gd name="connsiteX7" fmla="*/ 0 w 3123409"/>
              <a:gd name="connsiteY7" fmla="*/ 129942 h 1978417"/>
              <a:gd name="connsiteX8" fmla="*/ 129942 w 3123409"/>
              <a:gd name="connsiteY8" fmla="*/ 0 h 1978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23409" h="1978417">
                <a:moveTo>
                  <a:pt x="129942" y="0"/>
                </a:moveTo>
                <a:lnTo>
                  <a:pt x="2993467" y="0"/>
                </a:lnTo>
                <a:cubicBezTo>
                  <a:pt x="3065233" y="0"/>
                  <a:pt x="3123409" y="58177"/>
                  <a:pt x="3123409" y="129942"/>
                </a:cubicBezTo>
                <a:lnTo>
                  <a:pt x="3123409" y="1848475"/>
                </a:lnTo>
                <a:cubicBezTo>
                  <a:pt x="3123409" y="1920240"/>
                  <a:pt x="3065233" y="1978417"/>
                  <a:pt x="2993467" y="1978417"/>
                </a:cubicBezTo>
                <a:lnTo>
                  <a:pt x="129942" y="1978417"/>
                </a:lnTo>
                <a:cubicBezTo>
                  <a:pt x="58177" y="1978417"/>
                  <a:pt x="0" y="1920240"/>
                  <a:pt x="0" y="1848475"/>
                </a:cubicBezTo>
                <a:lnTo>
                  <a:pt x="0" y="129942"/>
                </a:lnTo>
                <a:cubicBezTo>
                  <a:pt x="0" y="58177"/>
                  <a:pt x="58177" y="0"/>
                  <a:pt x="12994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99F158EB-4F70-74BD-529E-B106522521B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5999" y="4192003"/>
            <a:ext cx="3123409" cy="1758895"/>
          </a:xfrm>
          <a:custGeom>
            <a:avLst/>
            <a:gdLst>
              <a:gd name="connsiteX0" fmla="*/ 115524 w 3123409"/>
              <a:gd name="connsiteY0" fmla="*/ 0 h 1758895"/>
              <a:gd name="connsiteX1" fmla="*/ 3007885 w 3123409"/>
              <a:gd name="connsiteY1" fmla="*/ 0 h 1758895"/>
              <a:gd name="connsiteX2" fmla="*/ 3123409 w 3123409"/>
              <a:gd name="connsiteY2" fmla="*/ 115524 h 1758895"/>
              <a:gd name="connsiteX3" fmla="*/ 3123409 w 3123409"/>
              <a:gd name="connsiteY3" fmla="*/ 1643371 h 1758895"/>
              <a:gd name="connsiteX4" fmla="*/ 3007885 w 3123409"/>
              <a:gd name="connsiteY4" fmla="*/ 1758895 h 1758895"/>
              <a:gd name="connsiteX5" fmla="*/ 115524 w 3123409"/>
              <a:gd name="connsiteY5" fmla="*/ 1758895 h 1758895"/>
              <a:gd name="connsiteX6" fmla="*/ 0 w 3123409"/>
              <a:gd name="connsiteY6" fmla="*/ 1643371 h 1758895"/>
              <a:gd name="connsiteX7" fmla="*/ 0 w 3123409"/>
              <a:gd name="connsiteY7" fmla="*/ 115524 h 1758895"/>
              <a:gd name="connsiteX8" fmla="*/ 115524 w 3123409"/>
              <a:gd name="connsiteY8" fmla="*/ 0 h 1758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23409" h="1758895">
                <a:moveTo>
                  <a:pt x="115524" y="0"/>
                </a:moveTo>
                <a:lnTo>
                  <a:pt x="3007885" y="0"/>
                </a:lnTo>
                <a:cubicBezTo>
                  <a:pt x="3071687" y="0"/>
                  <a:pt x="3123409" y="51722"/>
                  <a:pt x="3123409" y="115524"/>
                </a:cubicBezTo>
                <a:lnTo>
                  <a:pt x="3123409" y="1643371"/>
                </a:lnTo>
                <a:cubicBezTo>
                  <a:pt x="3123409" y="1707173"/>
                  <a:pt x="3071687" y="1758895"/>
                  <a:pt x="3007885" y="1758895"/>
                </a:cubicBezTo>
                <a:lnTo>
                  <a:pt x="115524" y="1758895"/>
                </a:lnTo>
                <a:cubicBezTo>
                  <a:pt x="51722" y="1758895"/>
                  <a:pt x="0" y="1707173"/>
                  <a:pt x="0" y="1643371"/>
                </a:cubicBezTo>
                <a:lnTo>
                  <a:pt x="0" y="115524"/>
                </a:lnTo>
                <a:cubicBezTo>
                  <a:pt x="0" y="51722"/>
                  <a:pt x="51722" y="0"/>
                  <a:pt x="11552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B62E0330-0FF7-CE2C-010A-0EA00DC5956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34529" y="1898462"/>
            <a:ext cx="2249488" cy="4064174"/>
          </a:xfrm>
          <a:custGeom>
            <a:avLst/>
            <a:gdLst>
              <a:gd name="connsiteX0" fmla="*/ 147746 w 2249488"/>
              <a:gd name="connsiteY0" fmla="*/ 0 h 4064174"/>
              <a:gd name="connsiteX1" fmla="*/ 2101742 w 2249488"/>
              <a:gd name="connsiteY1" fmla="*/ 0 h 4064174"/>
              <a:gd name="connsiteX2" fmla="*/ 2249488 w 2249488"/>
              <a:gd name="connsiteY2" fmla="*/ 147746 h 4064174"/>
              <a:gd name="connsiteX3" fmla="*/ 2249488 w 2249488"/>
              <a:gd name="connsiteY3" fmla="*/ 3916428 h 4064174"/>
              <a:gd name="connsiteX4" fmla="*/ 2101742 w 2249488"/>
              <a:gd name="connsiteY4" fmla="*/ 4064174 h 4064174"/>
              <a:gd name="connsiteX5" fmla="*/ 147746 w 2249488"/>
              <a:gd name="connsiteY5" fmla="*/ 4064174 h 4064174"/>
              <a:gd name="connsiteX6" fmla="*/ 0 w 2249488"/>
              <a:gd name="connsiteY6" fmla="*/ 3916428 h 4064174"/>
              <a:gd name="connsiteX7" fmla="*/ 0 w 2249488"/>
              <a:gd name="connsiteY7" fmla="*/ 147746 h 4064174"/>
              <a:gd name="connsiteX8" fmla="*/ 147746 w 2249488"/>
              <a:gd name="connsiteY8" fmla="*/ 0 h 4064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49488" h="4064174">
                <a:moveTo>
                  <a:pt x="147746" y="0"/>
                </a:moveTo>
                <a:lnTo>
                  <a:pt x="2101742" y="0"/>
                </a:lnTo>
                <a:cubicBezTo>
                  <a:pt x="2183340" y="0"/>
                  <a:pt x="2249488" y="66148"/>
                  <a:pt x="2249488" y="147746"/>
                </a:cubicBezTo>
                <a:lnTo>
                  <a:pt x="2249488" y="3916428"/>
                </a:lnTo>
                <a:cubicBezTo>
                  <a:pt x="2249488" y="3998026"/>
                  <a:pt x="2183340" y="4064174"/>
                  <a:pt x="2101742" y="4064174"/>
                </a:cubicBezTo>
                <a:lnTo>
                  <a:pt x="147746" y="4064174"/>
                </a:lnTo>
                <a:cubicBezTo>
                  <a:pt x="66148" y="4064174"/>
                  <a:pt x="0" y="3998026"/>
                  <a:pt x="0" y="3916428"/>
                </a:cubicBezTo>
                <a:lnTo>
                  <a:pt x="0" y="147746"/>
                </a:lnTo>
                <a:cubicBezTo>
                  <a:pt x="0" y="66148"/>
                  <a:pt x="66148" y="0"/>
                  <a:pt x="14774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6586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7FE994B-D38C-B439-8EDF-FA4BCB435A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645407" y="2894397"/>
            <a:ext cx="1115604" cy="1031640"/>
          </a:xfrm>
          <a:custGeom>
            <a:avLst/>
            <a:gdLst>
              <a:gd name="connsiteX0" fmla="*/ 572712 w 1115604"/>
              <a:gd name="connsiteY0" fmla="*/ 0 h 1031640"/>
              <a:gd name="connsiteX1" fmla="*/ 1115603 w 1115604"/>
              <a:gd name="connsiteY1" fmla="*/ 357923 h 1031640"/>
              <a:gd name="connsiteX2" fmla="*/ 1115604 w 1115604"/>
              <a:gd name="connsiteY2" fmla="*/ 932281 h 1031640"/>
              <a:gd name="connsiteX3" fmla="*/ 1016245 w 1115604"/>
              <a:gd name="connsiteY3" fmla="*/ 1031640 h 1031640"/>
              <a:gd name="connsiteX4" fmla="*/ 247173 w 1115604"/>
              <a:gd name="connsiteY4" fmla="*/ 1031639 h 1031640"/>
              <a:gd name="connsiteX5" fmla="*/ 0 w 1115604"/>
              <a:gd name="connsiteY5" fmla="*/ 868682 h 103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15604" h="1031640">
                <a:moveTo>
                  <a:pt x="572712" y="0"/>
                </a:moveTo>
                <a:lnTo>
                  <a:pt x="1115603" y="357923"/>
                </a:lnTo>
                <a:lnTo>
                  <a:pt x="1115604" y="932281"/>
                </a:lnTo>
                <a:cubicBezTo>
                  <a:pt x="1115604" y="987154"/>
                  <a:pt x="1071119" y="1031639"/>
                  <a:pt x="1016245" y="1031640"/>
                </a:cubicBezTo>
                <a:lnTo>
                  <a:pt x="247173" y="1031639"/>
                </a:lnTo>
                <a:lnTo>
                  <a:pt x="0" y="86868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AC7276B-01BD-A30B-C837-EE90DF4B0C0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670503" y="2894397"/>
            <a:ext cx="1115604" cy="1031640"/>
          </a:xfrm>
          <a:custGeom>
            <a:avLst/>
            <a:gdLst>
              <a:gd name="connsiteX0" fmla="*/ 572712 w 1115604"/>
              <a:gd name="connsiteY0" fmla="*/ 0 h 1031640"/>
              <a:gd name="connsiteX1" fmla="*/ 1115603 w 1115604"/>
              <a:gd name="connsiteY1" fmla="*/ 357923 h 1031640"/>
              <a:gd name="connsiteX2" fmla="*/ 1115604 w 1115604"/>
              <a:gd name="connsiteY2" fmla="*/ 932281 h 1031640"/>
              <a:gd name="connsiteX3" fmla="*/ 1016245 w 1115604"/>
              <a:gd name="connsiteY3" fmla="*/ 1031640 h 1031640"/>
              <a:gd name="connsiteX4" fmla="*/ 247173 w 1115604"/>
              <a:gd name="connsiteY4" fmla="*/ 1031639 h 1031640"/>
              <a:gd name="connsiteX5" fmla="*/ 0 w 1115604"/>
              <a:gd name="connsiteY5" fmla="*/ 868682 h 103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15604" h="1031640">
                <a:moveTo>
                  <a:pt x="572712" y="0"/>
                </a:moveTo>
                <a:lnTo>
                  <a:pt x="1115603" y="357923"/>
                </a:lnTo>
                <a:lnTo>
                  <a:pt x="1115604" y="932281"/>
                </a:lnTo>
                <a:cubicBezTo>
                  <a:pt x="1115604" y="987154"/>
                  <a:pt x="1071119" y="1031639"/>
                  <a:pt x="1016245" y="1031640"/>
                </a:cubicBezTo>
                <a:lnTo>
                  <a:pt x="247173" y="1031639"/>
                </a:lnTo>
                <a:lnTo>
                  <a:pt x="0" y="86868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085D22D7-99E2-24A2-8EE7-3A1F9F97FED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645407" y="4953829"/>
            <a:ext cx="1115604" cy="1031640"/>
          </a:xfrm>
          <a:custGeom>
            <a:avLst/>
            <a:gdLst>
              <a:gd name="connsiteX0" fmla="*/ 572712 w 1115604"/>
              <a:gd name="connsiteY0" fmla="*/ 0 h 1031640"/>
              <a:gd name="connsiteX1" fmla="*/ 1115603 w 1115604"/>
              <a:gd name="connsiteY1" fmla="*/ 357923 h 1031640"/>
              <a:gd name="connsiteX2" fmla="*/ 1115604 w 1115604"/>
              <a:gd name="connsiteY2" fmla="*/ 932281 h 1031640"/>
              <a:gd name="connsiteX3" fmla="*/ 1016245 w 1115604"/>
              <a:gd name="connsiteY3" fmla="*/ 1031640 h 1031640"/>
              <a:gd name="connsiteX4" fmla="*/ 247173 w 1115604"/>
              <a:gd name="connsiteY4" fmla="*/ 1031639 h 1031640"/>
              <a:gd name="connsiteX5" fmla="*/ 0 w 1115604"/>
              <a:gd name="connsiteY5" fmla="*/ 868682 h 103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15604" h="1031640">
                <a:moveTo>
                  <a:pt x="572712" y="0"/>
                </a:moveTo>
                <a:lnTo>
                  <a:pt x="1115603" y="357923"/>
                </a:lnTo>
                <a:lnTo>
                  <a:pt x="1115604" y="932281"/>
                </a:lnTo>
                <a:cubicBezTo>
                  <a:pt x="1115604" y="987155"/>
                  <a:pt x="1071119" y="1031639"/>
                  <a:pt x="1016245" y="1031640"/>
                </a:cubicBezTo>
                <a:lnTo>
                  <a:pt x="247173" y="1031639"/>
                </a:lnTo>
                <a:lnTo>
                  <a:pt x="0" y="86868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677771F6-5F84-D6DB-ED8A-ED669E7133C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670503" y="4953829"/>
            <a:ext cx="1115604" cy="1031640"/>
          </a:xfrm>
          <a:custGeom>
            <a:avLst/>
            <a:gdLst>
              <a:gd name="connsiteX0" fmla="*/ 572712 w 1115604"/>
              <a:gd name="connsiteY0" fmla="*/ 0 h 1031640"/>
              <a:gd name="connsiteX1" fmla="*/ 1115603 w 1115604"/>
              <a:gd name="connsiteY1" fmla="*/ 357923 h 1031640"/>
              <a:gd name="connsiteX2" fmla="*/ 1115604 w 1115604"/>
              <a:gd name="connsiteY2" fmla="*/ 932281 h 1031640"/>
              <a:gd name="connsiteX3" fmla="*/ 1016245 w 1115604"/>
              <a:gd name="connsiteY3" fmla="*/ 1031640 h 1031640"/>
              <a:gd name="connsiteX4" fmla="*/ 247173 w 1115604"/>
              <a:gd name="connsiteY4" fmla="*/ 1031639 h 1031640"/>
              <a:gd name="connsiteX5" fmla="*/ 0 w 1115604"/>
              <a:gd name="connsiteY5" fmla="*/ 868682 h 103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15604" h="1031640">
                <a:moveTo>
                  <a:pt x="572712" y="0"/>
                </a:moveTo>
                <a:lnTo>
                  <a:pt x="1115603" y="357923"/>
                </a:lnTo>
                <a:lnTo>
                  <a:pt x="1115604" y="932281"/>
                </a:lnTo>
                <a:cubicBezTo>
                  <a:pt x="1115604" y="987155"/>
                  <a:pt x="1071119" y="1031639"/>
                  <a:pt x="1016245" y="1031640"/>
                </a:cubicBezTo>
                <a:lnTo>
                  <a:pt x="247173" y="1031639"/>
                </a:lnTo>
                <a:lnTo>
                  <a:pt x="0" y="86868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2668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4DABB-5579-7086-1272-26E609EA3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BC3CB-94E9-8B90-2F55-6453BAFC1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3ACAA9-756F-D97B-32EF-6EF6A554E0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0F6DE6-1644-0B66-948B-4A6C5B329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E457B-8ACB-4F61-9CA3-BFA1D6F932C5}" type="datetimeFigureOut">
              <a:rPr lang="en-IN" smtClean="0"/>
              <a:t>06-09-2025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78CF0-D540-60D0-43A9-FB4FB7844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7987B-BCE5-E147-13F6-CEBCD95AD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FEE8-03A6-43F7-8184-79995F490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7573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67BA0-C763-E897-32DA-138A44B17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A528F6-B9BB-9DD4-9A84-7AC178A5C5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D50530-3C67-7732-01F1-5E98EFC3A2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659D25-C3BD-7C7F-F0BA-2933AD53A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E457B-8ACB-4F61-9CA3-BFA1D6F932C5}" type="datetimeFigureOut">
              <a:rPr lang="en-IN" smtClean="0"/>
              <a:t>06-09-2025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8C721D-B5BD-48D1-AF73-1F72A826C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CBD1CD-F7C0-F7B7-7129-CDC7BB897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FEE8-03A6-43F7-8184-79995F490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6210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7E889-884C-6481-218A-AF5A35780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F6AD79-A9EC-E3F8-58AF-E641012F9E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E3F8F-7DBC-852A-183D-5AF46A838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E457B-8ACB-4F61-9CA3-BFA1D6F932C5}" type="datetimeFigureOut">
              <a:rPr lang="en-IN" smtClean="0"/>
              <a:t>06-09-2025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C293D-E565-DE13-1AC0-7E20169E0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0241B-4616-15BB-C44D-C2630B1FF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FEE8-03A6-43F7-8184-79995F490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0198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F4A897-7DC2-16F4-FEBE-A1C70C3710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42379A-CFAD-9FD8-0B3A-0FEFD0CCD9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EAC50-628E-1D40-2987-202F01014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E457B-8ACB-4F61-9CA3-BFA1D6F932C5}" type="datetimeFigureOut">
              <a:rPr lang="en-IN" smtClean="0"/>
              <a:t>06-09-2025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B6279-0716-B1AD-C027-724F217EF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21D09-C0CB-455A-56F8-BF25B81B8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FEE8-03A6-43F7-8184-79995F490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5547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A1C108-C7E0-B63D-59A7-EC089C48F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74FC41-096D-B80A-CE2B-5195BF153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1D83A-700F-0E5C-8C94-994325997A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E457B-8ACB-4F61-9CA3-BFA1D6F932C5}" type="datetimeFigureOut">
              <a:rPr lang="en-IN" smtClean="0"/>
              <a:t>06-09-2025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FF432-6422-D4FE-B9B1-70128AA752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A9677-93D6-2D5C-D2E9-FE2C926E25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6DFEE8-03A6-43F7-8184-79995F490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67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61" r:id="rId3"/>
    <p:sldLayoutId id="2147483660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66" r:id="rId11"/>
    <p:sldLayoutId id="2147483664" r:id="rId12"/>
    <p:sldLayoutId id="2147483663" r:id="rId13"/>
    <p:sldLayoutId id="2147483662" r:id="rId14"/>
    <p:sldLayoutId id="2147483656" r:id="rId15"/>
    <p:sldLayoutId id="2147483657" r:id="rId16"/>
    <p:sldLayoutId id="2147483658" r:id="rId17"/>
    <p:sldLayoutId id="2147483659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slide" Target="slide3.xml"/><Relationship Id="rId7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6" Type="http://schemas.openxmlformats.org/officeDocument/2006/relationships/slide" Target="slide6.xml"/><Relationship Id="rId5" Type="http://schemas.openxmlformats.org/officeDocument/2006/relationships/slide" Target="slide4.xml"/><Relationship Id="rId4" Type="http://schemas.openxmlformats.org/officeDocument/2006/relationships/slide" Target="slide2.xml"/><Relationship Id="rId9" Type="http://schemas.openxmlformats.org/officeDocument/2006/relationships/slide" Target="slide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slide" Target="slide2.xml"/><Relationship Id="rId7" Type="http://schemas.openxmlformats.org/officeDocument/2006/relationships/image" Target="../media/image6.svg"/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slide" Target="slide6.xml"/><Relationship Id="rId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13" Type="http://schemas.openxmlformats.org/officeDocument/2006/relationships/slide" Target="slide7.xml"/><Relationship Id="rId3" Type="http://schemas.openxmlformats.org/officeDocument/2006/relationships/diagramLayout" Target="../diagrams/layout1.xml"/><Relationship Id="rId7" Type="http://schemas.openxmlformats.org/officeDocument/2006/relationships/slide" Target="slide3.xml"/><Relationship Id="rId12" Type="http://schemas.openxmlformats.org/officeDocument/2006/relationships/image" Target="../media/image6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11" Type="http://schemas.openxmlformats.org/officeDocument/2006/relationships/image" Target="../media/image5.png"/><Relationship Id="rId5" Type="http://schemas.openxmlformats.org/officeDocument/2006/relationships/diagramColors" Target="../diagrams/colors1.xml"/><Relationship Id="rId10" Type="http://schemas.openxmlformats.org/officeDocument/2006/relationships/slide" Target="slide6.xml"/><Relationship Id="rId4" Type="http://schemas.openxmlformats.org/officeDocument/2006/relationships/diagramQuickStyle" Target="../diagrams/quickStyle1.xml"/><Relationship Id="rId9" Type="http://schemas.openxmlformats.org/officeDocument/2006/relationships/slide" Target="slide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jpg"/><Relationship Id="rId7" Type="http://schemas.openxmlformats.org/officeDocument/2006/relationships/slide" Target="slide6.xm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Relationship Id="rId6" Type="http://schemas.openxmlformats.org/officeDocument/2006/relationships/slide" Target="slide4.xml"/><Relationship Id="rId5" Type="http://schemas.openxmlformats.org/officeDocument/2006/relationships/slide" Target="slide2.xml"/><Relationship Id="rId10" Type="http://schemas.openxmlformats.org/officeDocument/2006/relationships/slide" Target="slide7.xml"/><Relationship Id="rId4" Type="http://schemas.openxmlformats.org/officeDocument/2006/relationships/slide" Target="slide3.xml"/><Relationship Id="rId9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slide" Target="slide2.xml"/><Relationship Id="rId7" Type="http://schemas.openxmlformats.org/officeDocument/2006/relationships/image" Target="../media/image6.svg"/><Relationship Id="rId2" Type="http://schemas.openxmlformats.org/officeDocument/2006/relationships/slide" Target="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.png"/><Relationship Id="rId5" Type="http://schemas.openxmlformats.org/officeDocument/2006/relationships/slide" Target="slide6.xml"/><Relationship Id="rId4" Type="http://schemas.openxmlformats.org/officeDocument/2006/relationships/slide" Target="slide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slide" Target="slide2.xml"/><Relationship Id="rId7" Type="http://schemas.openxmlformats.org/officeDocument/2006/relationships/image" Target="../media/image6.svg"/><Relationship Id="rId2" Type="http://schemas.openxmlformats.org/officeDocument/2006/relationships/slide" Target="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.png"/><Relationship Id="rId11" Type="http://schemas.openxmlformats.org/officeDocument/2006/relationships/image" Target="../media/image11.jpg"/><Relationship Id="rId5" Type="http://schemas.openxmlformats.org/officeDocument/2006/relationships/slide" Target="slide6.xml"/><Relationship Id="rId10" Type="http://schemas.openxmlformats.org/officeDocument/2006/relationships/image" Target="../media/image10.jpeg"/><Relationship Id="rId4" Type="http://schemas.openxmlformats.org/officeDocument/2006/relationships/slide" Target="slide4.xml"/><Relationship Id="rId9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6.png"/><Relationship Id="rId11" Type="http://schemas.openxmlformats.org/officeDocument/2006/relationships/image" Target="../media/image21.jpg"/><Relationship Id="rId5" Type="http://schemas.openxmlformats.org/officeDocument/2006/relationships/image" Target="../media/image15.svg"/><Relationship Id="rId10" Type="http://schemas.openxmlformats.org/officeDocument/2006/relationships/image" Target="../media/image20.sv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32DF89D0-F660-08A6-6DB1-3EDA86823BA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83556" y="851863"/>
            <a:ext cx="1524000" cy="151751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7162120-C336-DB7C-C8D0-E12DCCE9DA6B}"/>
              </a:ext>
            </a:extLst>
          </p:cNvPr>
          <p:cNvSpPr txBox="1"/>
          <p:nvPr/>
        </p:nvSpPr>
        <p:spPr>
          <a:xfrm>
            <a:off x="6482111" y="851863"/>
            <a:ext cx="297389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rgbClr val="1ED760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Spotify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6CBF17-B44D-BB52-7867-B17C8DCE672C}"/>
              </a:ext>
            </a:extLst>
          </p:cNvPr>
          <p:cNvSpPr txBox="1"/>
          <p:nvPr/>
        </p:nvSpPr>
        <p:spPr>
          <a:xfrm>
            <a:off x="4821313" y="2025481"/>
            <a:ext cx="7082515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                    Music App</a:t>
            </a:r>
          </a:p>
          <a:p>
            <a:endParaRPr lang="en-IN" sz="3200" dirty="0">
              <a:solidFill>
                <a:schemeClr val="bg1"/>
              </a:solidFill>
              <a:latin typeface="Poppins Medium" panose="00000600000000000000" pitchFamily="50" charset="0"/>
              <a:cs typeface="Poppins Medium" panose="00000600000000000000" pitchFamily="50" charset="0"/>
            </a:endParaRPr>
          </a:p>
          <a:p>
            <a:r>
              <a:rPr lang="en-IN" sz="3600" dirty="0">
                <a:solidFill>
                  <a:schemeClr val="bg1"/>
                </a:solidFill>
                <a:latin typeface="Segoe Print" panose="02000600000000000000" pitchFamily="2" charset="0"/>
                <a:cs typeface="Poppins Medium" panose="00000600000000000000" pitchFamily="50" charset="0"/>
              </a:rPr>
              <a:t> </a:t>
            </a:r>
            <a:r>
              <a:rPr lang="en-IN" sz="3600" dirty="0" err="1">
                <a:solidFill>
                  <a:schemeClr val="bg1"/>
                </a:solidFill>
                <a:latin typeface="Segoe Print" panose="02000600000000000000" pitchFamily="2" charset="0"/>
                <a:cs typeface="Poppins Medium" panose="00000600000000000000" pitchFamily="50" charset="0"/>
              </a:rPr>
              <a:t>Âm</a:t>
            </a:r>
            <a:r>
              <a:rPr lang="en-IN" sz="3600" dirty="0">
                <a:solidFill>
                  <a:schemeClr val="bg1"/>
                </a:solidFill>
                <a:latin typeface="Segoe Print" panose="02000600000000000000" pitchFamily="2" charset="0"/>
                <a:cs typeface="Poppins Medium" panose="00000600000000000000" pitchFamily="50" charset="0"/>
              </a:rPr>
              <a:t> </a:t>
            </a:r>
            <a:r>
              <a:rPr lang="en-IN" sz="3600" dirty="0" err="1">
                <a:solidFill>
                  <a:schemeClr val="bg1"/>
                </a:solidFill>
                <a:latin typeface="Segoe Print" panose="02000600000000000000" pitchFamily="2" charset="0"/>
                <a:cs typeface="Poppins Medium" panose="00000600000000000000" pitchFamily="50" charset="0"/>
              </a:rPr>
              <a:t>Nhạc</a:t>
            </a:r>
            <a:r>
              <a:rPr lang="en-IN" sz="3600" dirty="0">
                <a:solidFill>
                  <a:schemeClr val="bg1"/>
                </a:solidFill>
                <a:latin typeface="Segoe Print" panose="02000600000000000000" pitchFamily="2" charset="0"/>
                <a:cs typeface="Poppins Medium" panose="00000600000000000000" pitchFamily="50" charset="0"/>
              </a:rPr>
              <a:t> Theo Phong </a:t>
            </a:r>
          </a:p>
          <a:p>
            <a:r>
              <a:rPr lang="en-IN" sz="3600" dirty="0">
                <a:solidFill>
                  <a:schemeClr val="bg1"/>
                </a:solidFill>
                <a:latin typeface="Segoe Print" panose="02000600000000000000" pitchFamily="2" charset="0"/>
                <a:cs typeface="Poppins Medium" panose="00000600000000000000" pitchFamily="50" charset="0"/>
              </a:rPr>
              <a:t>        </a:t>
            </a:r>
            <a:r>
              <a:rPr lang="en-IN" sz="3600" dirty="0" err="1">
                <a:solidFill>
                  <a:schemeClr val="bg1"/>
                </a:solidFill>
                <a:latin typeface="Segoe Print" panose="02000600000000000000" pitchFamily="2" charset="0"/>
                <a:cs typeface="Poppins Medium" panose="00000600000000000000" pitchFamily="50" charset="0"/>
              </a:rPr>
              <a:t>Cách</a:t>
            </a:r>
            <a:r>
              <a:rPr lang="en-IN" sz="3600" dirty="0">
                <a:solidFill>
                  <a:schemeClr val="bg1"/>
                </a:solidFill>
                <a:latin typeface="Segoe Print" panose="02000600000000000000" pitchFamily="2" charset="0"/>
                <a:cs typeface="Poppins Medium" panose="00000600000000000000" pitchFamily="50" charset="0"/>
              </a:rPr>
              <a:t> </a:t>
            </a:r>
            <a:r>
              <a:rPr lang="en-IN" sz="3600" dirty="0" err="1">
                <a:solidFill>
                  <a:schemeClr val="bg1"/>
                </a:solidFill>
                <a:latin typeface="Segoe Print" panose="02000600000000000000" pitchFamily="2" charset="0"/>
                <a:cs typeface="Poppins Medium" panose="00000600000000000000" pitchFamily="50" charset="0"/>
              </a:rPr>
              <a:t>Của</a:t>
            </a:r>
            <a:r>
              <a:rPr lang="en-IN" sz="3600" dirty="0">
                <a:solidFill>
                  <a:schemeClr val="bg1"/>
                </a:solidFill>
                <a:latin typeface="Segoe Print" panose="02000600000000000000" pitchFamily="2" charset="0"/>
                <a:cs typeface="Poppins Medium" panose="00000600000000000000" pitchFamily="50" charset="0"/>
              </a:rPr>
              <a:t> </a:t>
            </a:r>
            <a:r>
              <a:rPr lang="en-IN" sz="3600" dirty="0" err="1">
                <a:solidFill>
                  <a:schemeClr val="bg1"/>
                </a:solidFill>
                <a:latin typeface="Segoe Print" panose="02000600000000000000" pitchFamily="2" charset="0"/>
                <a:cs typeface="Poppins Medium" panose="00000600000000000000" pitchFamily="50" charset="0"/>
              </a:rPr>
              <a:t>Riêng</a:t>
            </a:r>
            <a:r>
              <a:rPr lang="en-IN" sz="3600" dirty="0">
                <a:solidFill>
                  <a:schemeClr val="bg1"/>
                </a:solidFill>
                <a:latin typeface="Segoe Print" panose="02000600000000000000" pitchFamily="2" charset="0"/>
                <a:cs typeface="Poppins Medium" panose="00000600000000000000" pitchFamily="50" charset="0"/>
              </a:rPr>
              <a:t> </a:t>
            </a:r>
            <a:r>
              <a:rPr lang="en-IN" sz="3600" dirty="0" err="1">
                <a:solidFill>
                  <a:schemeClr val="bg1"/>
                </a:solidFill>
                <a:latin typeface="Segoe Print" panose="02000600000000000000" pitchFamily="2" charset="0"/>
                <a:cs typeface="Poppins Medium" panose="00000600000000000000" pitchFamily="50" charset="0"/>
              </a:rPr>
              <a:t>Bạn</a:t>
            </a:r>
            <a:endParaRPr lang="en-IN" sz="3600" dirty="0">
              <a:solidFill>
                <a:schemeClr val="bg1"/>
              </a:solidFill>
              <a:latin typeface="Segoe Print" panose="02000600000000000000" pitchFamily="2" charset="0"/>
              <a:cs typeface="Poppins Medium" panose="00000600000000000000" pitchFamily="50" charset="0"/>
            </a:endParaRPr>
          </a:p>
          <a:p>
            <a:endParaRPr lang="en-IN" sz="3200" dirty="0">
              <a:solidFill>
                <a:schemeClr val="bg1"/>
              </a:solidFill>
              <a:latin typeface="Poppins Medium" panose="00000600000000000000" pitchFamily="50" charset="0"/>
              <a:cs typeface="Poppins Medium" panose="00000600000000000000" pitchFamily="50" charset="0"/>
            </a:endParaRPr>
          </a:p>
          <a:p>
            <a:endParaRPr lang="en-IN" sz="3200" dirty="0">
              <a:solidFill>
                <a:schemeClr val="bg1"/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  <a:p>
            <a:r>
              <a:rPr lang="en-IN" sz="3600" dirty="0">
                <a:solidFill>
                  <a:schemeClr val="bg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Demo By: Chung Nguyen Khoi</a:t>
            </a:r>
          </a:p>
        </p:txBody>
      </p:sp>
      <p:pic>
        <p:nvPicPr>
          <p:cNvPr id="5" name="Picture Placeholder 4" descr="A person in a red shirt&#10;&#10;Description automatically generated with medium confidence">
            <a:extLst>
              <a:ext uri="{FF2B5EF4-FFF2-40B4-BE49-F238E27FC236}">
                <a16:creationId xmlns:a16="http://schemas.microsoft.com/office/drawing/2014/main" id="{4541E43D-50E1-95C0-F275-9CD065940C5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" b="18"/>
          <a:stretch>
            <a:fillRect/>
          </a:stretch>
        </p:blipFill>
        <p:spPr>
          <a:xfrm>
            <a:off x="288172" y="595278"/>
            <a:ext cx="4495800" cy="6870700"/>
          </a:xfrm>
        </p:spPr>
      </p:pic>
    </p:spTree>
    <p:extLst>
      <p:ext uri="{BB962C8B-B14F-4D97-AF65-F5344CB8AC3E}">
        <p14:creationId xmlns:p14="http://schemas.microsoft.com/office/powerpoint/2010/main" val="700905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505050"/>
            </a:gs>
            <a:gs pos="40000">
              <a:srgbClr val="2C2C2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2C0FB83-06E2-1081-1880-BBD48E7C14D0}"/>
              </a:ext>
            </a:extLst>
          </p:cNvPr>
          <p:cNvSpPr/>
          <p:nvPr/>
        </p:nvSpPr>
        <p:spPr>
          <a:xfrm>
            <a:off x="3273896" y="889695"/>
            <a:ext cx="1406053" cy="1406053"/>
          </a:xfrm>
          <a:prstGeom prst="roundRect">
            <a:avLst>
              <a:gd name="adj" fmla="val 4975"/>
            </a:avLst>
          </a:prstGeom>
          <a:solidFill>
            <a:srgbClr val="282828"/>
          </a:solidFill>
          <a:ln>
            <a:noFill/>
          </a:ln>
          <a:effectLst>
            <a:outerShdw blurRad="127000" dist="381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25ACCD-BEFE-4057-D0DA-23300AB281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300867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5268A36-91BD-F774-706B-5A541EC6E5D2}"/>
              </a:ext>
            </a:extLst>
          </p:cNvPr>
          <p:cNvGrpSpPr/>
          <p:nvPr/>
        </p:nvGrpSpPr>
        <p:grpSpPr>
          <a:xfrm>
            <a:off x="9104466" y="294121"/>
            <a:ext cx="1011084" cy="311801"/>
            <a:chOff x="9104466" y="294121"/>
            <a:chExt cx="1011084" cy="311801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ADD5BFBE-6641-D138-826B-10AF96D14A21}"/>
                </a:ext>
              </a:extLst>
            </p:cNvPr>
            <p:cNvSpPr/>
            <p:nvPr/>
          </p:nvSpPr>
          <p:spPr>
            <a:xfrm>
              <a:off x="9104466" y="294121"/>
              <a:ext cx="1011084" cy="297947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41CB0576-DF8B-34D7-6035-B4F1FE7BA261}"/>
                </a:ext>
              </a:extLst>
            </p:cNvPr>
            <p:cNvSpPr txBox="1"/>
            <p:nvPr/>
          </p:nvSpPr>
          <p:spPr>
            <a:xfrm>
              <a:off x="9179442" y="328923"/>
              <a:ext cx="8611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>
                  <a:solidFill>
                    <a:schemeClr val="bg1"/>
                  </a:solidFill>
                  <a:latin typeface="Poppins Medium" panose="00000600000000000000" pitchFamily="50" charset="0"/>
                  <a:cs typeface="Poppins Medium" panose="00000600000000000000" pitchFamily="50" charset="0"/>
                </a:rPr>
                <a:t>Upgrade</a:t>
              </a:r>
            </a:p>
          </p:txBody>
        </p:sp>
      </p:grp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82381173-9D11-EA28-C232-8562E09E7A8A}"/>
              </a:ext>
            </a:extLst>
          </p:cNvPr>
          <p:cNvSpPr/>
          <p:nvPr/>
        </p:nvSpPr>
        <p:spPr>
          <a:xfrm>
            <a:off x="10428440" y="294121"/>
            <a:ext cx="1363509" cy="297947"/>
          </a:xfrm>
          <a:prstGeom prst="roundRect">
            <a:avLst>
              <a:gd name="adj" fmla="val 50000"/>
            </a:avLst>
          </a:prstGeom>
          <a:solidFill>
            <a:srgbClr val="0A080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9C2A340-4710-5833-FBEA-EC919DD51A6E}"/>
              </a:ext>
            </a:extLst>
          </p:cNvPr>
          <p:cNvSpPr txBox="1"/>
          <p:nvPr/>
        </p:nvSpPr>
        <p:spPr>
          <a:xfrm>
            <a:off x="10659597" y="328923"/>
            <a:ext cx="9877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Ronney JR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7859F75F-3F6A-F6DE-C7C4-920FB32200D1}"/>
              </a:ext>
            </a:extLst>
          </p:cNvPr>
          <p:cNvSpPr/>
          <p:nvPr/>
        </p:nvSpPr>
        <p:spPr>
          <a:xfrm>
            <a:off x="10465928" y="322008"/>
            <a:ext cx="238127" cy="238127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Graphic 78">
            <a:extLst>
              <a:ext uri="{FF2B5EF4-FFF2-40B4-BE49-F238E27FC236}">
                <a16:creationId xmlns:a16="http://schemas.microsoft.com/office/drawing/2014/main" id="{2770181D-94BB-87F9-9F1C-C577F5415446}"/>
              </a:ext>
            </a:extLst>
          </p:cNvPr>
          <p:cNvSpPr/>
          <p:nvPr/>
        </p:nvSpPr>
        <p:spPr>
          <a:xfrm>
            <a:off x="10526959" y="377048"/>
            <a:ext cx="116064" cy="128047"/>
          </a:xfrm>
          <a:custGeom>
            <a:avLst/>
            <a:gdLst>
              <a:gd name="connsiteX0" fmla="*/ 115527 w 116064"/>
              <a:gd name="connsiteY0" fmla="*/ 108391 h 128047"/>
              <a:gd name="connsiteX1" fmla="*/ 94646 w 116064"/>
              <a:gd name="connsiteY1" fmla="*/ 71344 h 128047"/>
              <a:gd name="connsiteX2" fmla="*/ 79582 w 116064"/>
              <a:gd name="connsiteY2" fmla="*/ 62465 h 128047"/>
              <a:gd name="connsiteX3" fmla="*/ 84052 w 116064"/>
              <a:gd name="connsiteY3" fmla="*/ 11702 h 128047"/>
              <a:gd name="connsiteX4" fmla="*/ 35187 w 116064"/>
              <a:gd name="connsiteY4" fmla="*/ 8640 h 128047"/>
              <a:gd name="connsiteX5" fmla="*/ 23308 w 116064"/>
              <a:gd name="connsiteY5" fmla="*/ 32889 h 128047"/>
              <a:gd name="connsiteX6" fmla="*/ 36534 w 116064"/>
              <a:gd name="connsiteY6" fmla="*/ 62404 h 128047"/>
              <a:gd name="connsiteX7" fmla="*/ 35432 w 116064"/>
              <a:gd name="connsiteY7" fmla="*/ 62894 h 128047"/>
              <a:gd name="connsiteX8" fmla="*/ 4448 w 116064"/>
              <a:gd name="connsiteY8" fmla="*/ 94123 h 128047"/>
              <a:gd name="connsiteX9" fmla="*/ 100 w 116064"/>
              <a:gd name="connsiteY9" fmla="*/ 122842 h 128047"/>
              <a:gd name="connsiteX10" fmla="*/ 1631 w 116064"/>
              <a:gd name="connsiteY10" fmla="*/ 126210 h 128047"/>
              <a:gd name="connsiteX11" fmla="*/ 6407 w 116064"/>
              <a:gd name="connsiteY11" fmla="*/ 128047 h 128047"/>
              <a:gd name="connsiteX12" fmla="*/ 109648 w 116064"/>
              <a:gd name="connsiteY12" fmla="*/ 128047 h 128047"/>
              <a:gd name="connsiteX13" fmla="*/ 110995 w 116064"/>
              <a:gd name="connsiteY13" fmla="*/ 127986 h 128047"/>
              <a:gd name="connsiteX14" fmla="*/ 116016 w 116064"/>
              <a:gd name="connsiteY14" fmla="*/ 122475 h 128047"/>
              <a:gd name="connsiteX15" fmla="*/ 115465 w 116064"/>
              <a:gd name="connsiteY15" fmla="*/ 108330 h 128047"/>
              <a:gd name="connsiteX16" fmla="*/ 34881 w 116064"/>
              <a:gd name="connsiteY16" fmla="*/ 35094 h 128047"/>
              <a:gd name="connsiteX17" fmla="*/ 57721 w 116064"/>
              <a:gd name="connsiteY17" fmla="*/ 11702 h 128047"/>
              <a:gd name="connsiteX18" fmla="*/ 81235 w 116064"/>
              <a:gd name="connsiteY18" fmla="*/ 34971 h 128047"/>
              <a:gd name="connsiteX19" fmla="*/ 57966 w 116064"/>
              <a:gd name="connsiteY19" fmla="*/ 58240 h 128047"/>
              <a:gd name="connsiteX20" fmla="*/ 34881 w 116064"/>
              <a:gd name="connsiteY20" fmla="*/ 35094 h 128047"/>
              <a:gd name="connsiteX21" fmla="*/ 103280 w 116064"/>
              <a:gd name="connsiteY21" fmla="*/ 116413 h 128047"/>
              <a:gd name="connsiteX22" fmla="*/ 57966 w 116064"/>
              <a:gd name="connsiteY22" fmla="*/ 116413 h 128047"/>
              <a:gd name="connsiteX23" fmla="*/ 13082 w 116064"/>
              <a:gd name="connsiteY23" fmla="*/ 116413 h 128047"/>
              <a:gd name="connsiteX24" fmla="*/ 11612 w 116064"/>
              <a:gd name="connsiteY24" fmla="*/ 114943 h 128047"/>
              <a:gd name="connsiteX25" fmla="*/ 41494 w 116064"/>
              <a:gd name="connsiteY25" fmla="*/ 72936 h 128047"/>
              <a:gd name="connsiteX26" fmla="*/ 103219 w 116064"/>
              <a:gd name="connsiteY26" fmla="*/ 105697 h 128047"/>
              <a:gd name="connsiteX27" fmla="*/ 104443 w 116064"/>
              <a:gd name="connsiteY27" fmla="*/ 115127 h 128047"/>
              <a:gd name="connsiteX28" fmla="*/ 103219 w 116064"/>
              <a:gd name="connsiteY28" fmla="*/ 116351 h 128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16064" h="128047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bg1"/>
          </a:solidFill>
          <a:ln w="6016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1" name="Isosceles Triangle 80">
            <a:extLst>
              <a:ext uri="{FF2B5EF4-FFF2-40B4-BE49-F238E27FC236}">
                <a16:creationId xmlns:a16="http://schemas.microsoft.com/office/drawing/2014/main" id="{59106057-6687-7436-2443-36CF82D5A997}"/>
              </a:ext>
            </a:extLst>
          </p:cNvPr>
          <p:cNvSpPr/>
          <p:nvPr/>
        </p:nvSpPr>
        <p:spPr>
          <a:xfrm rot="3600000">
            <a:off x="11583174" y="388252"/>
            <a:ext cx="86542" cy="7460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9F2868-1113-D157-CFA3-323D793A70F6}"/>
              </a:ext>
            </a:extLst>
          </p:cNvPr>
          <p:cNvSpPr/>
          <p:nvPr/>
        </p:nvSpPr>
        <p:spPr>
          <a:xfrm>
            <a:off x="3008671" y="2398388"/>
            <a:ext cx="9183329" cy="4380127"/>
          </a:xfrm>
          <a:prstGeom prst="rect">
            <a:avLst/>
          </a:prstGeom>
          <a:gradFill>
            <a:gsLst>
              <a:gs pos="0">
                <a:srgbClr val="202020"/>
              </a:gs>
              <a:gs pos="73000">
                <a:srgbClr val="12121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32C2ADA-8B7B-4990-FB78-B27C9A79E87E}"/>
              </a:ext>
            </a:extLst>
          </p:cNvPr>
          <p:cNvSpPr txBox="1"/>
          <p:nvPr/>
        </p:nvSpPr>
        <p:spPr>
          <a:xfrm>
            <a:off x="4854314" y="1216081"/>
            <a:ext cx="289534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>
                <a:solidFill>
                  <a:srgbClr val="1ED760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About Me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BABBA1-52B1-52B0-7FCF-B752C026021A}"/>
              </a:ext>
            </a:extLst>
          </p:cNvPr>
          <p:cNvSpPr txBox="1"/>
          <p:nvPr/>
        </p:nvSpPr>
        <p:spPr>
          <a:xfrm>
            <a:off x="4855028" y="1008892"/>
            <a:ext cx="11304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Introduction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61B81A57-B5F8-CBF3-F647-EA407686C375}"/>
              </a:ext>
            </a:extLst>
          </p:cNvPr>
          <p:cNvSpPr/>
          <p:nvPr/>
        </p:nvSpPr>
        <p:spPr>
          <a:xfrm>
            <a:off x="5943313" y="3711987"/>
            <a:ext cx="8096" cy="857"/>
          </a:xfrm>
          <a:custGeom>
            <a:avLst/>
            <a:gdLst>
              <a:gd name="connsiteX0" fmla="*/ 0 w 8096"/>
              <a:gd name="connsiteY0" fmla="*/ 857 h 857"/>
              <a:gd name="connsiteX1" fmla="*/ 8096 w 8096"/>
              <a:gd name="connsiteY1" fmla="*/ 857 h 857"/>
              <a:gd name="connsiteX2" fmla="*/ 0 w 8096"/>
              <a:gd name="connsiteY2" fmla="*/ 857 h 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096" h="857">
                <a:moveTo>
                  <a:pt x="0" y="857"/>
                </a:moveTo>
                <a:lnTo>
                  <a:pt x="8096" y="857"/>
                </a:lnTo>
                <a:cubicBezTo>
                  <a:pt x="5429" y="-286"/>
                  <a:pt x="2667" y="-286"/>
                  <a:pt x="0" y="857"/>
                </a:cubicBezTo>
                <a:close/>
              </a:path>
            </a:pathLst>
          </a:custGeom>
          <a:solidFill>
            <a:srgbClr val="2B2B2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B631EEF1-030B-D12A-CF6E-E6652F6E6B24}"/>
              </a:ext>
            </a:extLst>
          </p:cNvPr>
          <p:cNvSpPr/>
          <p:nvPr/>
        </p:nvSpPr>
        <p:spPr>
          <a:xfrm>
            <a:off x="5943313" y="3711265"/>
            <a:ext cx="8096" cy="1578"/>
          </a:xfrm>
          <a:custGeom>
            <a:avLst/>
            <a:gdLst>
              <a:gd name="connsiteX0" fmla="*/ 0 w 8096"/>
              <a:gd name="connsiteY0" fmla="*/ 1579 h 1578"/>
              <a:gd name="connsiteX1" fmla="*/ 8096 w 8096"/>
              <a:gd name="connsiteY1" fmla="*/ 1579 h 1578"/>
              <a:gd name="connsiteX2" fmla="*/ 0 w 8096"/>
              <a:gd name="connsiteY2" fmla="*/ 1579 h 1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096" h="1578">
                <a:moveTo>
                  <a:pt x="0" y="1579"/>
                </a:moveTo>
                <a:cubicBezTo>
                  <a:pt x="2667" y="436"/>
                  <a:pt x="5429" y="436"/>
                  <a:pt x="8096" y="1579"/>
                </a:cubicBezTo>
                <a:cubicBezTo>
                  <a:pt x="5429" y="-231"/>
                  <a:pt x="2667" y="-802"/>
                  <a:pt x="0" y="1579"/>
                </a:cubicBezTo>
                <a:close/>
              </a:path>
            </a:pathLst>
          </a:custGeom>
          <a:solidFill>
            <a:srgbClr val="2B2B2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0012A1E-28AA-E521-B656-ED2BA4A3E087}"/>
              </a:ext>
            </a:extLst>
          </p:cNvPr>
          <p:cNvSpPr/>
          <p:nvPr/>
        </p:nvSpPr>
        <p:spPr>
          <a:xfrm>
            <a:off x="5956839" y="3711987"/>
            <a:ext cx="6762" cy="857"/>
          </a:xfrm>
          <a:custGeom>
            <a:avLst/>
            <a:gdLst>
              <a:gd name="connsiteX0" fmla="*/ 0 w 6762"/>
              <a:gd name="connsiteY0" fmla="*/ 857 h 857"/>
              <a:gd name="connsiteX1" fmla="*/ 6763 w 6762"/>
              <a:gd name="connsiteY1" fmla="*/ 857 h 857"/>
              <a:gd name="connsiteX2" fmla="*/ 0 w 6762"/>
              <a:gd name="connsiteY2" fmla="*/ 857 h 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62" h="857">
                <a:moveTo>
                  <a:pt x="0" y="857"/>
                </a:moveTo>
                <a:lnTo>
                  <a:pt x="6763" y="857"/>
                </a:lnTo>
                <a:cubicBezTo>
                  <a:pt x="4477" y="-286"/>
                  <a:pt x="2286" y="-286"/>
                  <a:pt x="0" y="857"/>
                </a:cubicBezTo>
                <a:close/>
              </a:path>
            </a:pathLst>
          </a:custGeom>
          <a:solidFill>
            <a:srgbClr val="2B2B2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E0E7EAC4-16BE-9F14-7F8A-D62D087EB35B}"/>
              </a:ext>
            </a:extLst>
          </p:cNvPr>
          <p:cNvSpPr/>
          <p:nvPr/>
        </p:nvSpPr>
        <p:spPr>
          <a:xfrm>
            <a:off x="5956839" y="3711340"/>
            <a:ext cx="6762" cy="1503"/>
          </a:xfrm>
          <a:custGeom>
            <a:avLst/>
            <a:gdLst>
              <a:gd name="connsiteX0" fmla="*/ 0 w 6762"/>
              <a:gd name="connsiteY0" fmla="*/ 1504 h 1503"/>
              <a:gd name="connsiteX1" fmla="*/ 6763 w 6762"/>
              <a:gd name="connsiteY1" fmla="*/ 1504 h 1503"/>
              <a:gd name="connsiteX2" fmla="*/ 0 w 6762"/>
              <a:gd name="connsiteY2" fmla="*/ 1504 h 1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62" h="1503">
                <a:moveTo>
                  <a:pt x="0" y="1504"/>
                </a:moveTo>
                <a:cubicBezTo>
                  <a:pt x="2286" y="361"/>
                  <a:pt x="4477" y="361"/>
                  <a:pt x="6763" y="1504"/>
                </a:cubicBezTo>
                <a:cubicBezTo>
                  <a:pt x="4477" y="-687"/>
                  <a:pt x="2286" y="-306"/>
                  <a:pt x="0" y="1504"/>
                </a:cubicBezTo>
                <a:close/>
              </a:path>
            </a:pathLst>
          </a:custGeom>
          <a:solidFill>
            <a:srgbClr val="2B2B2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B6EF03-8F3E-3607-3A1C-1F678C9186EF}"/>
              </a:ext>
            </a:extLst>
          </p:cNvPr>
          <p:cNvSpPr txBox="1"/>
          <p:nvPr/>
        </p:nvSpPr>
        <p:spPr>
          <a:xfrm>
            <a:off x="3103247" y="2617789"/>
            <a:ext cx="8575264" cy="3276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 err="1">
                <a:solidFill>
                  <a:srgbClr val="B4B5B2"/>
                </a:solidFill>
              </a:rPr>
              <a:t>Tên</a:t>
            </a:r>
            <a:r>
              <a:rPr lang="en-IN" sz="2000" dirty="0">
                <a:solidFill>
                  <a:srgbClr val="B4B5B2"/>
                </a:solidFill>
              </a:rPr>
              <a:t>: Chung Nguyên </a:t>
            </a:r>
            <a:r>
              <a:rPr lang="en-IN" sz="2000" dirty="0" err="1">
                <a:solidFill>
                  <a:srgbClr val="B4B5B2"/>
                </a:solidFill>
              </a:rPr>
              <a:t>Khôi</a:t>
            </a:r>
            <a:endParaRPr lang="en-IN" sz="2000" dirty="0">
              <a:solidFill>
                <a:srgbClr val="B4B5B2"/>
              </a:solidFill>
            </a:endParaRPr>
          </a:p>
          <a:p>
            <a:pPr>
              <a:lnSpc>
                <a:spcPct val="150000"/>
              </a:lnSpc>
            </a:pPr>
            <a:endParaRPr lang="en-IN" sz="2000" dirty="0">
              <a:solidFill>
                <a:srgbClr val="B4B5B2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2000" dirty="0" err="1">
                <a:solidFill>
                  <a:srgbClr val="B4B5B2"/>
                </a:solidFill>
              </a:rPr>
              <a:t>Tuổi</a:t>
            </a:r>
            <a:r>
              <a:rPr lang="en-IN" sz="2000" dirty="0">
                <a:solidFill>
                  <a:srgbClr val="B4B5B2"/>
                </a:solidFill>
              </a:rPr>
              <a:t>: 12</a:t>
            </a:r>
          </a:p>
          <a:p>
            <a:pPr>
              <a:lnSpc>
                <a:spcPct val="150000"/>
              </a:lnSpc>
            </a:pPr>
            <a:endParaRPr lang="en-IN" sz="2000" dirty="0">
              <a:solidFill>
                <a:srgbClr val="B4B5B2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2000" dirty="0">
                <a:solidFill>
                  <a:srgbClr val="B4B5B2"/>
                </a:solidFill>
              </a:rPr>
              <a:t>Trường: THCS Lý Thánh </a:t>
            </a:r>
            <a:r>
              <a:rPr lang="en-IN" sz="2000" dirty="0" err="1">
                <a:solidFill>
                  <a:srgbClr val="B4B5B2"/>
                </a:solidFill>
              </a:rPr>
              <a:t>Tông</a:t>
            </a:r>
            <a:r>
              <a:rPr lang="en-IN" sz="2000" dirty="0">
                <a:solidFill>
                  <a:srgbClr val="B4B5B2"/>
                </a:solidFill>
              </a:rPr>
              <a:t>, Trường Công </a:t>
            </a:r>
            <a:r>
              <a:rPr lang="en-IN" sz="2000" dirty="0" err="1">
                <a:solidFill>
                  <a:srgbClr val="B4B5B2"/>
                </a:solidFill>
              </a:rPr>
              <a:t>Nghệ</a:t>
            </a:r>
            <a:r>
              <a:rPr lang="en-IN" sz="2000" dirty="0">
                <a:solidFill>
                  <a:srgbClr val="B4B5B2"/>
                </a:solidFill>
              </a:rPr>
              <a:t> </a:t>
            </a:r>
            <a:r>
              <a:rPr lang="en-IN" sz="2000" dirty="0" err="1">
                <a:solidFill>
                  <a:srgbClr val="B4B5B2"/>
                </a:solidFill>
              </a:rPr>
              <a:t>Mindx</a:t>
            </a:r>
            <a:endParaRPr lang="en-IN" sz="2000" dirty="0">
              <a:solidFill>
                <a:srgbClr val="B4B5B2"/>
              </a:solidFill>
            </a:endParaRPr>
          </a:p>
          <a:p>
            <a:pPr>
              <a:lnSpc>
                <a:spcPct val="150000"/>
              </a:lnSpc>
            </a:pPr>
            <a:endParaRPr lang="en-IN" sz="2000" dirty="0">
              <a:solidFill>
                <a:srgbClr val="B4B5B2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2000" dirty="0" err="1">
                <a:solidFill>
                  <a:srgbClr val="B4B5B2"/>
                </a:solidFill>
              </a:rPr>
              <a:t>Sở</a:t>
            </a:r>
            <a:r>
              <a:rPr lang="en-IN" sz="2000" dirty="0">
                <a:solidFill>
                  <a:srgbClr val="B4B5B2"/>
                </a:solidFill>
              </a:rPr>
              <a:t> Thích: </a:t>
            </a:r>
            <a:r>
              <a:rPr lang="en-IN" sz="2000" dirty="0" err="1">
                <a:solidFill>
                  <a:srgbClr val="B4B5B2"/>
                </a:solidFill>
              </a:rPr>
              <a:t>Làm</a:t>
            </a:r>
            <a:r>
              <a:rPr lang="en-IN" sz="2000" dirty="0">
                <a:solidFill>
                  <a:srgbClr val="B4B5B2"/>
                </a:solidFill>
              </a:rPr>
              <a:t> Game, </a:t>
            </a:r>
            <a:r>
              <a:rPr lang="en-IN" sz="2000" dirty="0" err="1">
                <a:solidFill>
                  <a:srgbClr val="B4B5B2"/>
                </a:solidFill>
              </a:rPr>
              <a:t>Chơi</a:t>
            </a:r>
            <a:r>
              <a:rPr lang="en-IN" sz="2000" dirty="0">
                <a:solidFill>
                  <a:srgbClr val="B4B5B2"/>
                </a:solidFill>
              </a:rPr>
              <a:t> </a:t>
            </a:r>
            <a:r>
              <a:rPr lang="en-IN" sz="2000" dirty="0" err="1">
                <a:solidFill>
                  <a:srgbClr val="B4B5B2"/>
                </a:solidFill>
              </a:rPr>
              <a:t>Bóng</a:t>
            </a:r>
            <a:r>
              <a:rPr lang="en-IN" sz="2000" dirty="0">
                <a:solidFill>
                  <a:srgbClr val="B4B5B2"/>
                </a:solidFill>
              </a:rPr>
              <a:t> </a:t>
            </a:r>
            <a:r>
              <a:rPr lang="en-IN" sz="2000" dirty="0" err="1">
                <a:solidFill>
                  <a:srgbClr val="B4B5B2"/>
                </a:solidFill>
              </a:rPr>
              <a:t>Đá</a:t>
            </a:r>
            <a:r>
              <a:rPr lang="en-IN" sz="2000" dirty="0">
                <a:solidFill>
                  <a:srgbClr val="B4B5B2"/>
                </a:solidFill>
              </a:rPr>
              <a:t>, Học </a:t>
            </a:r>
            <a:r>
              <a:rPr lang="en-IN" sz="2000" dirty="0" err="1">
                <a:solidFill>
                  <a:srgbClr val="B4B5B2"/>
                </a:solidFill>
              </a:rPr>
              <a:t>Toán</a:t>
            </a:r>
            <a:r>
              <a:rPr lang="en-IN" sz="2000" dirty="0">
                <a:solidFill>
                  <a:srgbClr val="B4B5B2"/>
                </a:solidFill>
              </a:rPr>
              <a:t>, </a:t>
            </a:r>
            <a:r>
              <a:rPr lang="en-IN" sz="2000" dirty="0" err="1">
                <a:solidFill>
                  <a:srgbClr val="B4B5B2"/>
                </a:solidFill>
              </a:rPr>
              <a:t>Chơi</a:t>
            </a:r>
            <a:r>
              <a:rPr lang="en-IN" sz="2000" dirty="0">
                <a:solidFill>
                  <a:srgbClr val="B4B5B2"/>
                </a:solidFill>
              </a:rPr>
              <a:t> Game,….</a:t>
            </a:r>
          </a:p>
        </p:txBody>
      </p:sp>
      <p:pic>
        <p:nvPicPr>
          <p:cNvPr id="16" name="Picture Placeholder 15" descr="A picture containing microphone&#10;&#10;Description automatically generated">
            <a:extLst>
              <a:ext uri="{FF2B5EF4-FFF2-40B4-BE49-F238E27FC236}">
                <a16:creationId xmlns:a16="http://schemas.microsoft.com/office/drawing/2014/main" id="{F0428254-93DC-0B61-79E4-EADDDF1872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>
            <a:fillRect/>
          </a:stretch>
        </p:blipFill>
        <p:spPr>
          <a:xfrm>
            <a:off x="3273896" y="889693"/>
            <a:ext cx="1406053" cy="1406053"/>
          </a:xfr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62C84D17-BBEB-3E1C-AE16-5AF0B8D675B5}"/>
              </a:ext>
            </a:extLst>
          </p:cNvPr>
          <p:cNvGrpSpPr/>
          <p:nvPr/>
        </p:nvGrpSpPr>
        <p:grpSpPr>
          <a:xfrm>
            <a:off x="3258053" y="292100"/>
            <a:ext cx="297947" cy="297947"/>
            <a:chOff x="8892506" y="664914"/>
            <a:chExt cx="209401" cy="209401"/>
          </a:xfrm>
        </p:grpSpPr>
        <p:sp>
          <p:nvSpPr>
            <p:cNvPr id="19" name="Oval 18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D1615F22-3E41-C662-BABC-D173AA9D4662}"/>
                </a:ext>
              </a:extLst>
            </p:cNvPr>
            <p:cNvSpPr/>
            <p:nvPr/>
          </p:nvSpPr>
          <p:spPr>
            <a:xfrm>
              <a:off x="8892506" y="664914"/>
              <a:ext cx="209401" cy="209401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Graphic 63" descr="Caret Left with solid fill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85EAA670-9709-3643-429F-38A8CF406997}"/>
                </a:ext>
              </a:extLst>
            </p:cNvPr>
            <p:cNvSpPr/>
            <p:nvPr/>
          </p:nvSpPr>
          <p:spPr>
            <a:xfrm>
              <a:off x="8960350" y="717942"/>
              <a:ext cx="59427" cy="103344"/>
            </a:xfrm>
            <a:custGeom>
              <a:avLst/>
              <a:gdLst>
                <a:gd name="connsiteX0" fmla="*/ 269081 w 309505"/>
                <a:gd name="connsiteY0" fmla="*/ 538229 h 538229"/>
                <a:gd name="connsiteX1" fmla="*/ 0 w 309505"/>
                <a:gd name="connsiteY1" fmla="*/ 269091 h 538229"/>
                <a:gd name="connsiteX2" fmla="*/ 269081 w 309505"/>
                <a:gd name="connsiteY2" fmla="*/ 0 h 538229"/>
                <a:gd name="connsiteX3" fmla="*/ 309496 w 309505"/>
                <a:gd name="connsiteY3" fmla="*/ 40405 h 538229"/>
                <a:gd name="connsiteX4" fmla="*/ 80810 w 309505"/>
                <a:gd name="connsiteY4" fmla="*/ 269091 h 538229"/>
                <a:gd name="connsiteX5" fmla="*/ 309505 w 309505"/>
                <a:gd name="connsiteY5" fmla="*/ 497824 h 538229"/>
                <a:gd name="connsiteX6" fmla="*/ 269081 w 309505"/>
                <a:gd name="connsiteY6" fmla="*/ 538229 h 53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9505" h="538229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CBB2942-9CD4-498A-7B56-660BF9D8C434}"/>
              </a:ext>
            </a:extLst>
          </p:cNvPr>
          <p:cNvGrpSpPr/>
          <p:nvPr/>
        </p:nvGrpSpPr>
        <p:grpSpPr>
          <a:xfrm flipH="1">
            <a:off x="3665943" y="292100"/>
            <a:ext cx="297947" cy="297947"/>
            <a:chOff x="8892506" y="664914"/>
            <a:chExt cx="209401" cy="209401"/>
          </a:xfrm>
        </p:grpSpPr>
        <p:sp>
          <p:nvSpPr>
            <p:cNvPr id="22" name="Oval 2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8C22072-6BF1-7471-196B-2CA2A17BDDCF}"/>
                </a:ext>
              </a:extLst>
            </p:cNvPr>
            <p:cNvSpPr/>
            <p:nvPr/>
          </p:nvSpPr>
          <p:spPr>
            <a:xfrm>
              <a:off x="8892506" y="664914"/>
              <a:ext cx="209401" cy="209401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Graphic 63" descr="Caret Left with solid fill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09359809-3B66-918D-1448-3627446086A3}"/>
                </a:ext>
              </a:extLst>
            </p:cNvPr>
            <p:cNvSpPr/>
            <p:nvPr/>
          </p:nvSpPr>
          <p:spPr>
            <a:xfrm>
              <a:off x="8960350" y="717942"/>
              <a:ext cx="59427" cy="103344"/>
            </a:xfrm>
            <a:custGeom>
              <a:avLst/>
              <a:gdLst>
                <a:gd name="connsiteX0" fmla="*/ 269081 w 309505"/>
                <a:gd name="connsiteY0" fmla="*/ 538229 h 538229"/>
                <a:gd name="connsiteX1" fmla="*/ 0 w 309505"/>
                <a:gd name="connsiteY1" fmla="*/ 269091 h 538229"/>
                <a:gd name="connsiteX2" fmla="*/ 269081 w 309505"/>
                <a:gd name="connsiteY2" fmla="*/ 0 h 538229"/>
                <a:gd name="connsiteX3" fmla="*/ 309496 w 309505"/>
                <a:gd name="connsiteY3" fmla="*/ 40405 h 538229"/>
                <a:gd name="connsiteX4" fmla="*/ 80810 w 309505"/>
                <a:gd name="connsiteY4" fmla="*/ 269091 h 538229"/>
                <a:gd name="connsiteX5" fmla="*/ 309505 w 309505"/>
                <a:gd name="connsiteY5" fmla="*/ 497824 h 538229"/>
                <a:gd name="connsiteX6" fmla="*/ 269081 w 309505"/>
                <a:gd name="connsiteY6" fmla="*/ 538229 h 53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9505" h="538229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C67CF00A-1F47-B73B-DF9C-5F723055FA43}"/>
              </a:ext>
            </a:extLst>
          </p:cNvPr>
          <p:cNvGrpSpPr/>
          <p:nvPr/>
        </p:nvGrpSpPr>
        <p:grpSpPr>
          <a:xfrm>
            <a:off x="400078" y="221673"/>
            <a:ext cx="361410" cy="70427"/>
            <a:chOff x="249382" y="221673"/>
            <a:chExt cx="234616" cy="45719"/>
          </a:xfrm>
        </p:grpSpPr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1E93E4D5-4B48-7D76-9B05-29170FEA0090}"/>
                </a:ext>
              </a:extLst>
            </p:cNvPr>
            <p:cNvSpPr/>
            <p:nvPr/>
          </p:nvSpPr>
          <p:spPr>
            <a:xfrm>
              <a:off x="249382" y="22167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BC70993C-7004-A491-63E1-939049841A1A}"/>
                </a:ext>
              </a:extLst>
            </p:cNvPr>
            <p:cNvSpPr/>
            <p:nvPr/>
          </p:nvSpPr>
          <p:spPr>
            <a:xfrm>
              <a:off x="344632" y="22167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D420D257-2891-7097-29B8-A733AE2F61DD}"/>
                </a:ext>
              </a:extLst>
            </p:cNvPr>
            <p:cNvSpPr/>
            <p:nvPr/>
          </p:nvSpPr>
          <p:spPr>
            <a:xfrm>
              <a:off x="438279" y="22167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36" name="TextBox 135">
            <a:hlinkClick r:id="rId3" action="ppaction://hlinksldjump"/>
            <a:extLst>
              <a:ext uri="{FF2B5EF4-FFF2-40B4-BE49-F238E27FC236}">
                <a16:creationId xmlns:a16="http://schemas.microsoft.com/office/drawing/2014/main" id="{DAE17397-2FA6-41BC-2EFA-D9B631E810F8}"/>
              </a:ext>
            </a:extLst>
          </p:cNvPr>
          <p:cNvSpPr txBox="1"/>
          <p:nvPr/>
        </p:nvSpPr>
        <p:spPr>
          <a:xfrm>
            <a:off x="400078" y="1302714"/>
            <a:ext cx="14686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IN" sz="1200" dirty="0">
                <a:solidFill>
                  <a:srgbClr val="1ED760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About App</a:t>
            </a:r>
          </a:p>
        </p:txBody>
      </p:sp>
      <p:sp>
        <p:nvSpPr>
          <p:cNvPr id="137" name="Graphic 14">
            <a:hlinkClick r:id="rId3" action="ppaction://hlinksldjump"/>
            <a:extLst>
              <a:ext uri="{FF2B5EF4-FFF2-40B4-BE49-F238E27FC236}">
                <a16:creationId xmlns:a16="http://schemas.microsoft.com/office/drawing/2014/main" id="{FDBE9E19-7212-4B8E-87CD-AADDE923B4AB}"/>
              </a:ext>
            </a:extLst>
          </p:cNvPr>
          <p:cNvSpPr/>
          <p:nvPr/>
        </p:nvSpPr>
        <p:spPr>
          <a:xfrm>
            <a:off x="400079" y="1334031"/>
            <a:ext cx="205404" cy="204111"/>
          </a:xfrm>
          <a:custGeom>
            <a:avLst/>
            <a:gdLst>
              <a:gd name="connsiteX0" fmla="*/ 535467 w 535484"/>
              <a:gd name="connsiteY0" fmla="*/ 325659 h 532115"/>
              <a:gd name="connsiteX1" fmla="*/ 535467 w 535484"/>
              <a:gd name="connsiteY1" fmla="*/ 468764 h 532115"/>
              <a:gd name="connsiteX2" fmla="*/ 472362 w 535484"/>
              <a:gd name="connsiteY2" fmla="*/ 532084 h 532115"/>
              <a:gd name="connsiteX3" fmla="*/ 379443 w 535484"/>
              <a:gd name="connsiteY3" fmla="*/ 532084 h 532115"/>
              <a:gd name="connsiteX4" fmla="*/ 337191 w 535484"/>
              <a:gd name="connsiteY4" fmla="*/ 489882 h 532115"/>
              <a:gd name="connsiteX5" fmla="*/ 337191 w 535484"/>
              <a:gd name="connsiteY5" fmla="*/ 386429 h 532115"/>
              <a:gd name="connsiteX6" fmla="*/ 314400 w 535484"/>
              <a:gd name="connsiteY6" fmla="*/ 363555 h 532115"/>
              <a:gd name="connsiteX7" fmla="*/ 220852 w 535484"/>
              <a:gd name="connsiteY7" fmla="*/ 363555 h 532115"/>
              <a:gd name="connsiteX8" fmla="*/ 198393 w 535484"/>
              <a:gd name="connsiteY8" fmla="*/ 386114 h 532115"/>
              <a:gd name="connsiteX9" fmla="*/ 198393 w 535484"/>
              <a:gd name="connsiteY9" fmla="*/ 489567 h 532115"/>
              <a:gd name="connsiteX10" fmla="*/ 155825 w 535484"/>
              <a:gd name="connsiteY10" fmla="*/ 532084 h 532115"/>
              <a:gd name="connsiteX11" fmla="*/ 62277 w 535484"/>
              <a:gd name="connsiteY11" fmla="*/ 532084 h 532115"/>
              <a:gd name="connsiteX12" fmla="*/ 83 w 535484"/>
              <a:gd name="connsiteY12" fmla="*/ 469691 h 532115"/>
              <a:gd name="connsiteX13" fmla="*/ 0 w 535484"/>
              <a:gd name="connsiteY13" fmla="*/ 179772 h 532115"/>
              <a:gd name="connsiteX14" fmla="*/ 22277 w 535484"/>
              <a:gd name="connsiteY14" fmla="*/ 140584 h 532115"/>
              <a:gd name="connsiteX15" fmla="*/ 245448 w 535484"/>
              <a:gd name="connsiteY15" fmla="*/ 6737 h 532115"/>
              <a:gd name="connsiteX16" fmla="*/ 289854 w 535484"/>
              <a:gd name="connsiteY16" fmla="*/ 6605 h 532115"/>
              <a:gd name="connsiteX17" fmla="*/ 514548 w 535484"/>
              <a:gd name="connsiteY17" fmla="*/ 141412 h 532115"/>
              <a:gd name="connsiteX18" fmla="*/ 535484 w 535484"/>
              <a:gd name="connsiteY18" fmla="*/ 178844 h 532115"/>
              <a:gd name="connsiteX19" fmla="*/ 535451 w 535484"/>
              <a:gd name="connsiteY19" fmla="*/ 325676 h 53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35484" h="532115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 w="1651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38" name="TextBox 137">
            <a:hlinkClick r:id="rId4" action="ppaction://hlinksldjump"/>
            <a:extLst>
              <a:ext uri="{FF2B5EF4-FFF2-40B4-BE49-F238E27FC236}">
                <a16:creationId xmlns:a16="http://schemas.microsoft.com/office/drawing/2014/main" id="{2DB02EA2-F9CD-5E53-A549-15168DB138F2}"/>
              </a:ext>
            </a:extLst>
          </p:cNvPr>
          <p:cNvSpPr txBox="1"/>
          <p:nvPr/>
        </p:nvSpPr>
        <p:spPr>
          <a:xfrm>
            <a:off x="869323" y="889404"/>
            <a:ext cx="8114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About Me</a:t>
            </a:r>
          </a:p>
        </p:txBody>
      </p:sp>
      <p:sp>
        <p:nvSpPr>
          <p:cNvPr id="139" name="Graphic 19">
            <a:hlinkClick r:id="rId4" action="ppaction://hlinksldjump"/>
            <a:extLst>
              <a:ext uri="{FF2B5EF4-FFF2-40B4-BE49-F238E27FC236}">
                <a16:creationId xmlns:a16="http://schemas.microsoft.com/office/drawing/2014/main" id="{1D653484-E0C6-661E-F024-4B051C344169}"/>
              </a:ext>
            </a:extLst>
          </p:cNvPr>
          <p:cNvSpPr/>
          <p:nvPr/>
        </p:nvSpPr>
        <p:spPr>
          <a:xfrm>
            <a:off x="406140" y="892951"/>
            <a:ext cx="197120" cy="204111"/>
          </a:xfrm>
          <a:custGeom>
            <a:avLst/>
            <a:gdLst>
              <a:gd name="connsiteX0" fmla="*/ 3715304 w 3788950"/>
              <a:gd name="connsiteY0" fmla="*/ 3556921 h 3923333"/>
              <a:gd name="connsiteX1" fmla="*/ 2822431 w 3788950"/>
              <a:gd name="connsiteY1" fmla="*/ 2629852 h 3923333"/>
              <a:gd name="connsiteX2" fmla="*/ 2820430 w 3788950"/>
              <a:gd name="connsiteY2" fmla="*/ 2571845 h 3923333"/>
              <a:gd name="connsiteX3" fmla="*/ 3065128 w 3788950"/>
              <a:gd name="connsiteY3" fmla="*/ 2146459 h 3923333"/>
              <a:gd name="connsiteX4" fmla="*/ 3148186 w 3788950"/>
              <a:gd name="connsiteY4" fmla="*/ 1330071 h 3923333"/>
              <a:gd name="connsiteX5" fmla="*/ 2612214 w 3788950"/>
              <a:gd name="connsiteY5" fmla="*/ 381476 h 3923333"/>
              <a:gd name="connsiteX6" fmla="*/ 1888600 w 3788950"/>
              <a:gd name="connsiteY6" fmla="*/ 29432 h 3923333"/>
              <a:gd name="connsiteX7" fmla="*/ 1718483 w 3788950"/>
              <a:gd name="connsiteY7" fmla="*/ 0 h 3923333"/>
              <a:gd name="connsiteX8" fmla="*/ 1695528 w 3788950"/>
              <a:gd name="connsiteY8" fmla="*/ 0 h 3923333"/>
              <a:gd name="connsiteX9" fmla="*/ 1672573 w 3788950"/>
              <a:gd name="connsiteY9" fmla="*/ 3905 h 3923333"/>
              <a:gd name="connsiteX10" fmla="*/ 1649617 w 3788950"/>
              <a:gd name="connsiteY10" fmla="*/ 0 h 3923333"/>
              <a:gd name="connsiteX11" fmla="*/ 1511695 w 3788950"/>
              <a:gd name="connsiteY11" fmla="*/ 0 h 3923333"/>
              <a:gd name="connsiteX12" fmla="*/ 1495312 w 3788950"/>
              <a:gd name="connsiteY12" fmla="*/ 3905 h 3923333"/>
              <a:gd name="connsiteX13" fmla="*/ 1482073 w 3788950"/>
              <a:gd name="connsiteY13" fmla="*/ 3905 h 3923333"/>
              <a:gd name="connsiteX14" fmla="*/ 1465690 w 3788950"/>
              <a:gd name="connsiteY14" fmla="*/ 0 h 3923333"/>
              <a:gd name="connsiteX15" fmla="*/ 1442734 w 3788950"/>
              <a:gd name="connsiteY15" fmla="*/ 0 h 3923333"/>
              <a:gd name="connsiteX16" fmla="*/ 1374726 w 3788950"/>
              <a:gd name="connsiteY16" fmla="*/ 14288 h 3923333"/>
              <a:gd name="connsiteX17" fmla="*/ 686926 w 3788950"/>
              <a:gd name="connsiteY17" fmla="*/ 281369 h 3923333"/>
              <a:gd name="connsiteX18" fmla="*/ 143429 w 3788950"/>
              <a:gd name="connsiteY18" fmla="*/ 930402 h 3923333"/>
              <a:gd name="connsiteX19" fmla="*/ 20366 w 3788950"/>
              <a:gd name="connsiteY19" fmla="*/ 1830229 h 3923333"/>
              <a:gd name="connsiteX20" fmla="*/ 534145 w 3788950"/>
              <a:gd name="connsiteY20" fmla="*/ 2766251 h 3923333"/>
              <a:gd name="connsiteX21" fmla="*/ 1337102 w 3788950"/>
              <a:gd name="connsiteY21" fmla="*/ 3148298 h 3923333"/>
              <a:gd name="connsiteX22" fmla="*/ 2460385 w 3788950"/>
              <a:gd name="connsiteY22" fmla="*/ 2901791 h 3923333"/>
              <a:gd name="connsiteX23" fmla="*/ 2519059 w 3788950"/>
              <a:gd name="connsiteY23" fmla="*/ 2908364 h 3923333"/>
              <a:gd name="connsiteX24" fmla="*/ 3416219 w 3788950"/>
              <a:gd name="connsiteY24" fmla="*/ 3842004 h 3923333"/>
              <a:gd name="connsiteX25" fmla="*/ 3449461 w 3788950"/>
              <a:gd name="connsiteY25" fmla="*/ 3873722 h 3923333"/>
              <a:gd name="connsiteX26" fmla="*/ 3761786 w 3788950"/>
              <a:gd name="connsiteY26" fmla="*/ 3818192 h 3923333"/>
              <a:gd name="connsiteX27" fmla="*/ 3715400 w 3788950"/>
              <a:gd name="connsiteY27" fmla="*/ 3557016 h 3923333"/>
              <a:gd name="connsiteX28" fmla="*/ 1586086 w 3788950"/>
              <a:gd name="connsiteY28" fmla="*/ 2754535 h 3923333"/>
              <a:gd name="connsiteX29" fmla="*/ 414701 w 3788950"/>
              <a:gd name="connsiteY29" fmla="*/ 1584389 h 3923333"/>
              <a:gd name="connsiteX30" fmla="*/ 1585609 w 3788950"/>
              <a:gd name="connsiteY30" fmla="*/ 413480 h 3923333"/>
              <a:gd name="connsiteX31" fmla="*/ 2754803 w 3788950"/>
              <a:gd name="connsiteY31" fmla="*/ 1585817 h 3923333"/>
              <a:gd name="connsiteX32" fmla="*/ 1586086 w 3788950"/>
              <a:gd name="connsiteY32" fmla="*/ 2754440 h 3923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788950" h="3923333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140" name="TextBox 139">
            <a:hlinkClick r:id="rId5" action="ppaction://hlinksldjump"/>
            <a:extLst>
              <a:ext uri="{FF2B5EF4-FFF2-40B4-BE49-F238E27FC236}">
                <a16:creationId xmlns:a16="http://schemas.microsoft.com/office/drawing/2014/main" id="{94C153BD-BA85-7BDB-15C1-A99C8050303D}"/>
              </a:ext>
            </a:extLst>
          </p:cNvPr>
          <p:cNvSpPr txBox="1"/>
          <p:nvPr/>
        </p:nvSpPr>
        <p:spPr>
          <a:xfrm>
            <a:off x="869323" y="1751789"/>
            <a:ext cx="16658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Kế Hoạch Phát Triển</a:t>
            </a:r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6DC7C1DF-67A4-65EC-73C7-65DEB75087DB}"/>
              </a:ext>
            </a:extLst>
          </p:cNvPr>
          <p:cNvGrpSpPr/>
          <p:nvPr/>
        </p:nvGrpSpPr>
        <p:grpSpPr>
          <a:xfrm>
            <a:off x="431322" y="1774245"/>
            <a:ext cx="177294" cy="204783"/>
            <a:chOff x="431322" y="1764517"/>
            <a:chExt cx="177294" cy="204783"/>
          </a:xfrm>
        </p:grpSpPr>
        <p:sp>
          <p:nvSpPr>
            <p:cNvPr id="142" name="Freeform: Shape 141">
              <a:hlinkClick r:id="rId5" action="ppaction://hlinksldjump"/>
              <a:extLst>
                <a:ext uri="{FF2B5EF4-FFF2-40B4-BE49-F238E27FC236}">
                  <a16:creationId xmlns:a16="http://schemas.microsoft.com/office/drawing/2014/main" id="{7D800001-4126-F298-6FD4-CFC276F28E58}"/>
                </a:ext>
              </a:extLst>
            </p:cNvPr>
            <p:cNvSpPr/>
            <p:nvPr/>
          </p:nvSpPr>
          <p:spPr>
            <a:xfrm>
              <a:off x="431322" y="1765205"/>
              <a:ext cx="15953" cy="203670"/>
            </a:xfrm>
            <a:custGeom>
              <a:avLst/>
              <a:gdLst>
                <a:gd name="connsiteX0" fmla="*/ 42232 w 84464"/>
                <a:gd name="connsiteY0" fmla="*/ 0 h 1078327"/>
                <a:gd name="connsiteX1" fmla="*/ 84464 w 84464"/>
                <a:gd name="connsiteY1" fmla="*/ 42232 h 1078327"/>
                <a:gd name="connsiteX2" fmla="*/ 84464 w 84464"/>
                <a:gd name="connsiteY2" fmla="*/ 1036095 h 1078327"/>
                <a:gd name="connsiteX3" fmla="*/ 42232 w 84464"/>
                <a:gd name="connsiteY3" fmla="*/ 1078327 h 1078327"/>
                <a:gd name="connsiteX4" fmla="*/ 42232 w 84464"/>
                <a:gd name="connsiteY4" fmla="*/ 1078327 h 1078327"/>
                <a:gd name="connsiteX5" fmla="*/ 0 w 84464"/>
                <a:gd name="connsiteY5" fmla="*/ 1036095 h 1078327"/>
                <a:gd name="connsiteX6" fmla="*/ 0 w 84464"/>
                <a:gd name="connsiteY6" fmla="*/ 42232 h 1078327"/>
                <a:gd name="connsiteX7" fmla="*/ 42232 w 84464"/>
                <a:gd name="connsiteY7" fmla="*/ 0 h 107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464" h="1078327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 w="560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3" name="Freeform: Shape 142">
              <a:hlinkClick r:id="rId5" action="ppaction://hlinksldjump"/>
              <a:extLst>
                <a:ext uri="{FF2B5EF4-FFF2-40B4-BE49-F238E27FC236}">
                  <a16:creationId xmlns:a16="http://schemas.microsoft.com/office/drawing/2014/main" id="{4761BA6D-F4F8-4B27-41CB-5AABF013E416}"/>
                </a:ext>
              </a:extLst>
            </p:cNvPr>
            <p:cNvSpPr/>
            <p:nvPr/>
          </p:nvSpPr>
          <p:spPr>
            <a:xfrm>
              <a:off x="469291" y="1765205"/>
              <a:ext cx="15953" cy="203670"/>
            </a:xfrm>
            <a:custGeom>
              <a:avLst/>
              <a:gdLst>
                <a:gd name="connsiteX0" fmla="*/ 42232 w 84464"/>
                <a:gd name="connsiteY0" fmla="*/ 0 h 1078327"/>
                <a:gd name="connsiteX1" fmla="*/ 84464 w 84464"/>
                <a:gd name="connsiteY1" fmla="*/ 42232 h 1078327"/>
                <a:gd name="connsiteX2" fmla="*/ 84464 w 84464"/>
                <a:gd name="connsiteY2" fmla="*/ 1036095 h 1078327"/>
                <a:gd name="connsiteX3" fmla="*/ 42232 w 84464"/>
                <a:gd name="connsiteY3" fmla="*/ 1078327 h 1078327"/>
                <a:gd name="connsiteX4" fmla="*/ 42232 w 84464"/>
                <a:gd name="connsiteY4" fmla="*/ 1078327 h 1078327"/>
                <a:gd name="connsiteX5" fmla="*/ 0 w 84464"/>
                <a:gd name="connsiteY5" fmla="*/ 1036095 h 1078327"/>
                <a:gd name="connsiteX6" fmla="*/ 0 w 84464"/>
                <a:gd name="connsiteY6" fmla="*/ 42232 h 1078327"/>
                <a:gd name="connsiteX7" fmla="*/ 42232 w 84464"/>
                <a:gd name="connsiteY7" fmla="*/ 0 h 107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464" h="1078327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 w="560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4" name="Freeform: Shape 143">
              <a:hlinkClick r:id="rId5" action="ppaction://hlinksldjump"/>
              <a:extLst>
                <a:ext uri="{FF2B5EF4-FFF2-40B4-BE49-F238E27FC236}">
                  <a16:creationId xmlns:a16="http://schemas.microsoft.com/office/drawing/2014/main" id="{FD2FBE20-3D06-6548-5172-2DD86EAD1409}"/>
                </a:ext>
              </a:extLst>
            </p:cNvPr>
            <p:cNvSpPr/>
            <p:nvPr/>
          </p:nvSpPr>
          <p:spPr>
            <a:xfrm>
              <a:off x="509599" y="1764517"/>
              <a:ext cx="99017" cy="204783"/>
            </a:xfrm>
            <a:custGeom>
              <a:avLst/>
              <a:gdLst>
                <a:gd name="connsiteX0" fmla="*/ 482010 w 524241"/>
                <a:gd name="connsiteY0" fmla="*/ 1083659 h 1084222"/>
                <a:gd name="connsiteX1" fmla="*/ 42232 w 524241"/>
                <a:gd name="connsiteY1" fmla="*/ 1083659 h 1084222"/>
                <a:gd name="connsiteX2" fmla="*/ 0 w 524241"/>
                <a:gd name="connsiteY2" fmla="*/ 1041427 h 1084222"/>
                <a:gd name="connsiteX3" fmla="*/ 0 w 524241"/>
                <a:gd name="connsiteY3" fmla="*/ 41933 h 1084222"/>
                <a:gd name="connsiteX4" fmla="*/ 19708 w 524241"/>
                <a:gd name="connsiteY4" fmla="*/ 6458 h 1084222"/>
                <a:gd name="connsiteX5" fmla="*/ 60251 w 524241"/>
                <a:gd name="connsiteY5" fmla="*/ 4206 h 1084222"/>
                <a:gd name="connsiteX6" fmla="*/ 500029 w 524241"/>
                <a:gd name="connsiteY6" fmla="*/ 213114 h 1084222"/>
                <a:gd name="connsiteX7" fmla="*/ 524242 w 524241"/>
                <a:gd name="connsiteY7" fmla="*/ 251405 h 1084222"/>
                <a:gd name="connsiteX8" fmla="*/ 524242 w 524241"/>
                <a:gd name="connsiteY8" fmla="*/ 1041990 h 1084222"/>
                <a:gd name="connsiteX9" fmla="*/ 482010 w 524241"/>
                <a:gd name="connsiteY9" fmla="*/ 1084222 h 1084222"/>
                <a:gd name="connsiteX10" fmla="*/ 84464 w 524241"/>
                <a:gd name="connsiteY10" fmla="*/ 999195 h 1084222"/>
                <a:gd name="connsiteX11" fmla="*/ 439777 w 524241"/>
                <a:gd name="connsiteY11" fmla="*/ 999195 h 1084222"/>
                <a:gd name="connsiteX12" fmla="*/ 439777 w 524241"/>
                <a:gd name="connsiteY12" fmla="*/ 277307 h 1084222"/>
                <a:gd name="connsiteX13" fmla="*/ 84464 w 524241"/>
                <a:gd name="connsiteY13" fmla="*/ 108941 h 1084222"/>
                <a:gd name="connsiteX14" fmla="*/ 84464 w 524241"/>
                <a:gd name="connsiteY14" fmla="*/ 999195 h 108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24241" h="1084222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 w="560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sp>
        <p:nvSpPr>
          <p:cNvPr id="145" name="TextBox 144">
            <a:hlinkClick r:id="rId6" action="ppaction://hlinksldjump"/>
            <a:extLst>
              <a:ext uri="{FF2B5EF4-FFF2-40B4-BE49-F238E27FC236}">
                <a16:creationId xmlns:a16="http://schemas.microsoft.com/office/drawing/2014/main" id="{9738C77B-585E-72C0-8489-BA55D2F41509}"/>
              </a:ext>
            </a:extLst>
          </p:cNvPr>
          <p:cNvSpPr txBox="1"/>
          <p:nvPr/>
        </p:nvSpPr>
        <p:spPr>
          <a:xfrm>
            <a:off x="869323" y="2239786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Demo</a:t>
            </a:r>
          </a:p>
        </p:txBody>
      </p: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8BC38FC9-B928-0416-4725-42DCC570BB82}"/>
              </a:ext>
            </a:extLst>
          </p:cNvPr>
          <p:cNvGrpSpPr/>
          <p:nvPr/>
        </p:nvGrpSpPr>
        <p:grpSpPr>
          <a:xfrm>
            <a:off x="431322" y="2253685"/>
            <a:ext cx="203670" cy="203670"/>
            <a:chOff x="431322" y="2214773"/>
            <a:chExt cx="203670" cy="203670"/>
          </a:xfrm>
        </p:grpSpPr>
        <p:sp>
          <p:nvSpPr>
            <p:cNvPr id="147" name="Rectangle: Rounded Corners 146">
              <a:hlinkClick r:id="rId6" action="ppaction://hlinksldjump"/>
              <a:extLst>
                <a:ext uri="{FF2B5EF4-FFF2-40B4-BE49-F238E27FC236}">
                  <a16:creationId xmlns:a16="http://schemas.microsoft.com/office/drawing/2014/main" id="{AB85E2F8-DA51-288A-5530-27F301EE816E}"/>
                </a:ext>
              </a:extLst>
            </p:cNvPr>
            <p:cNvSpPr/>
            <p:nvPr/>
          </p:nvSpPr>
          <p:spPr>
            <a:xfrm>
              <a:off x="431322" y="2214773"/>
              <a:ext cx="203670" cy="203670"/>
            </a:xfrm>
            <a:prstGeom prst="roundRect">
              <a:avLst>
                <a:gd name="adj" fmla="val 12600"/>
              </a:avLst>
            </a:prstGeom>
            <a:solidFill>
              <a:srgbClr val="C1C1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48" name="Graphic 147" descr="Add with solid fill">
              <a:hlinkClick r:id="rId6" action="ppaction://hlinksldjump"/>
              <a:extLst>
                <a:ext uri="{FF2B5EF4-FFF2-40B4-BE49-F238E27FC236}">
                  <a16:creationId xmlns:a16="http://schemas.microsoft.com/office/drawing/2014/main" id="{FD99CB6F-4122-970E-EDB4-9D9A225A575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72263" y="2255714"/>
              <a:ext cx="121788" cy="121788"/>
            </a:xfrm>
            <a:prstGeom prst="rect">
              <a:avLst/>
            </a:prstGeom>
          </p:spPr>
        </p:pic>
      </p:grpSp>
      <p:sp>
        <p:nvSpPr>
          <p:cNvPr id="149" name="TextBox 148">
            <a:hlinkClick r:id="rId6" action="ppaction://hlinksldjump"/>
            <a:extLst>
              <a:ext uri="{FF2B5EF4-FFF2-40B4-BE49-F238E27FC236}">
                <a16:creationId xmlns:a16="http://schemas.microsoft.com/office/drawing/2014/main" id="{CE708D24-B7C9-1FBF-36C1-E60C291A289A}"/>
              </a:ext>
            </a:extLst>
          </p:cNvPr>
          <p:cNvSpPr txBox="1"/>
          <p:nvPr/>
        </p:nvSpPr>
        <p:spPr>
          <a:xfrm>
            <a:off x="876017" y="2751252"/>
            <a:ext cx="12955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Ưu Nhược Điểm</a:t>
            </a:r>
          </a:p>
        </p:txBody>
      </p:sp>
      <p:sp>
        <p:nvSpPr>
          <p:cNvPr id="150" name="Freeform: Shape 149">
            <a:hlinkClick r:id="rId6" action="ppaction://hlinksldjump"/>
            <a:extLst>
              <a:ext uri="{FF2B5EF4-FFF2-40B4-BE49-F238E27FC236}">
                <a16:creationId xmlns:a16="http://schemas.microsoft.com/office/drawing/2014/main" id="{6C02FB0F-4A64-70D3-B61C-C4F0DEA5A549}"/>
              </a:ext>
            </a:extLst>
          </p:cNvPr>
          <p:cNvSpPr/>
          <p:nvPr/>
        </p:nvSpPr>
        <p:spPr>
          <a:xfrm>
            <a:off x="446053" y="2760578"/>
            <a:ext cx="154752" cy="204786"/>
          </a:xfrm>
          <a:custGeom>
            <a:avLst/>
            <a:gdLst>
              <a:gd name="connsiteX0" fmla="*/ 467584 w 469298"/>
              <a:gd name="connsiteY0" fmla="*/ 62389 h 621030"/>
              <a:gd name="connsiteX1" fmla="*/ 394242 w 469298"/>
              <a:gd name="connsiteY1" fmla="*/ 0 h 621030"/>
              <a:gd name="connsiteX2" fmla="*/ 75059 w 469298"/>
              <a:gd name="connsiteY2" fmla="*/ 191 h 621030"/>
              <a:gd name="connsiteX3" fmla="*/ 51913 w 469298"/>
              <a:gd name="connsiteY3" fmla="*/ 3715 h 621030"/>
              <a:gd name="connsiteX4" fmla="*/ 1240 w 469298"/>
              <a:gd name="connsiteY4" fmla="*/ 65342 h 621030"/>
              <a:gd name="connsiteX5" fmla="*/ 192 w 469298"/>
              <a:gd name="connsiteY5" fmla="*/ 96203 h 621030"/>
              <a:gd name="connsiteX6" fmla="*/ 192 w 469298"/>
              <a:gd name="connsiteY6" fmla="*/ 590455 h 621030"/>
              <a:gd name="connsiteX7" fmla="*/ 22671 w 469298"/>
              <a:gd name="connsiteY7" fmla="*/ 621030 h 621030"/>
              <a:gd name="connsiteX8" fmla="*/ 32387 w 469298"/>
              <a:gd name="connsiteY8" fmla="*/ 621030 h 621030"/>
              <a:gd name="connsiteX9" fmla="*/ 46674 w 469298"/>
              <a:gd name="connsiteY9" fmla="*/ 615315 h 621030"/>
              <a:gd name="connsiteX10" fmla="*/ 61819 w 469298"/>
              <a:gd name="connsiteY10" fmla="*/ 604171 h 621030"/>
              <a:gd name="connsiteX11" fmla="*/ 227364 w 469298"/>
              <a:gd name="connsiteY11" fmla="*/ 479965 h 621030"/>
              <a:gd name="connsiteX12" fmla="*/ 242223 w 469298"/>
              <a:gd name="connsiteY12" fmla="*/ 479774 h 621030"/>
              <a:gd name="connsiteX13" fmla="*/ 420912 w 469298"/>
              <a:gd name="connsiteY13" fmla="*/ 613791 h 621030"/>
              <a:gd name="connsiteX14" fmla="*/ 435866 w 469298"/>
              <a:gd name="connsiteY14" fmla="*/ 621030 h 621030"/>
              <a:gd name="connsiteX15" fmla="*/ 445581 w 469298"/>
              <a:gd name="connsiteY15" fmla="*/ 621030 h 621030"/>
              <a:gd name="connsiteX16" fmla="*/ 469299 w 469298"/>
              <a:gd name="connsiteY16" fmla="*/ 592265 h 621030"/>
              <a:gd name="connsiteX17" fmla="*/ 469299 w 469298"/>
              <a:gd name="connsiteY17" fmla="*/ 588645 h 621030"/>
              <a:gd name="connsiteX18" fmla="*/ 469299 w 469298"/>
              <a:gd name="connsiteY18" fmla="*/ 79915 h 621030"/>
              <a:gd name="connsiteX19" fmla="*/ 467679 w 469298"/>
              <a:gd name="connsiteY19" fmla="*/ 62484 h 621030"/>
              <a:gd name="connsiteX20" fmla="*/ 415292 w 469298"/>
              <a:gd name="connsiteY20" fmla="*/ 543211 h 621030"/>
              <a:gd name="connsiteX21" fmla="*/ 319470 w 469298"/>
              <a:gd name="connsiteY21" fmla="*/ 471297 h 621030"/>
              <a:gd name="connsiteX22" fmla="*/ 253176 w 469298"/>
              <a:gd name="connsiteY22" fmla="*/ 421577 h 621030"/>
              <a:gd name="connsiteX23" fmla="*/ 216315 w 469298"/>
              <a:gd name="connsiteY23" fmla="*/ 421577 h 621030"/>
              <a:gd name="connsiteX24" fmla="*/ 59438 w 469298"/>
              <a:gd name="connsiteY24" fmla="*/ 539211 h 621030"/>
              <a:gd name="connsiteX25" fmla="*/ 55152 w 469298"/>
              <a:gd name="connsiteY25" fmla="*/ 542354 h 621030"/>
              <a:gd name="connsiteX26" fmla="*/ 54009 w 469298"/>
              <a:gd name="connsiteY26" fmla="*/ 537877 h 621030"/>
              <a:gd name="connsiteX27" fmla="*/ 54009 w 469298"/>
              <a:gd name="connsiteY27" fmla="*/ 79915 h 621030"/>
              <a:gd name="connsiteX28" fmla="*/ 81536 w 469298"/>
              <a:gd name="connsiteY28" fmla="*/ 52388 h 621030"/>
              <a:gd name="connsiteX29" fmla="*/ 388050 w 469298"/>
              <a:gd name="connsiteY29" fmla="*/ 52388 h 621030"/>
              <a:gd name="connsiteX30" fmla="*/ 415578 w 469298"/>
              <a:gd name="connsiteY30" fmla="*/ 79915 h 621030"/>
              <a:gd name="connsiteX31" fmla="*/ 415578 w 469298"/>
              <a:gd name="connsiteY31" fmla="*/ 537877 h 621030"/>
              <a:gd name="connsiteX32" fmla="*/ 415387 w 469298"/>
              <a:gd name="connsiteY32" fmla="*/ 543020 h 621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469298" h="621030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51" name="TextBox 150">
            <a:hlinkClick r:id="rId9" action="ppaction://hlinksldjump"/>
            <a:extLst>
              <a:ext uri="{FF2B5EF4-FFF2-40B4-BE49-F238E27FC236}">
                <a16:creationId xmlns:a16="http://schemas.microsoft.com/office/drawing/2014/main" id="{DCAD322C-AA91-DA22-AC82-A051A973D54D}"/>
              </a:ext>
            </a:extLst>
          </p:cNvPr>
          <p:cNvSpPr txBox="1"/>
          <p:nvPr/>
        </p:nvSpPr>
        <p:spPr>
          <a:xfrm>
            <a:off x="869323" y="3309423"/>
            <a:ext cx="17092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Phát Triển Tương Lai</a:t>
            </a:r>
          </a:p>
        </p:txBody>
      </p:sp>
      <p:sp>
        <p:nvSpPr>
          <p:cNvPr id="152" name="Freeform: Shape 151">
            <a:hlinkClick r:id="rId9" action="ppaction://hlinksldjump"/>
            <a:extLst>
              <a:ext uri="{FF2B5EF4-FFF2-40B4-BE49-F238E27FC236}">
                <a16:creationId xmlns:a16="http://schemas.microsoft.com/office/drawing/2014/main" id="{2F335851-FF22-0211-18E1-3059F45B2B4E}"/>
              </a:ext>
            </a:extLst>
          </p:cNvPr>
          <p:cNvSpPr/>
          <p:nvPr/>
        </p:nvSpPr>
        <p:spPr>
          <a:xfrm>
            <a:off x="439826" y="3323112"/>
            <a:ext cx="177405" cy="205826"/>
          </a:xfrm>
          <a:custGeom>
            <a:avLst/>
            <a:gdLst>
              <a:gd name="connsiteX0" fmla="*/ 250564 w 254310"/>
              <a:gd name="connsiteY0" fmla="*/ 139515 h 299233"/>
              <a:gd name="connsiteX1" fmla="*/ 215595 w 254310"/>
              <a:gd name="connsiteY1" fmla="*/ 93041 h 299233"/>
              <a:gd name="connsiteX2" fmla="*/ 215466 w 254310"/>
              <a:gd name="connsiteY2" fmla="*/ 86609 h 299233"/>
              <a:gd name="connsiteX3" fmla="*/ 250434 w 254310"/>
              <a:gd name="connsiteY3" fmla="*/ 40135 h 299233"/>
              <a:gd name="connsiteX4" fmla="*/ 254190 w 254310"/>
              <a:gd name="connsiteY4" fmla="*/ 31631 h 299233"/>
              <a:gd name="connsiteX5" fmla="*/ 238001 w 254310"/>
              <a:gd name="connsiteY5" fmla="*/ 14924 h 299233"/>
              <a:gd name="connsiteX6" fmla="*/ 63353 w 254310"/>
              <a:gd name="connsiteY6" fmla="*/ 14967 h 299233"/>
              <a:gd name="connsiteX7" fmla="*/ 59360 w 254310"/>
              <a:gd name="connsiteY7" fmla="*/ 11923 h 299233"/>
              <a:gd name="connsiteX8" fmla="*/ 45999 w 254310"/>
              <a:gd name="connsiteY8" fmla="*/ 30 h 299233"/>
              <a:gd name="connsiteX9" fmla="*/ 30716 w 254310"/>
              <a:gd name="connsiteY9" fmla="*/ 9916 h 299233"/>
              <a:gd name="connsiteX10" fmla="*/ 29788 w 254310"/>
              <a:gd name="connsiteY10" fmla="*/ 17169 h 299233"/>
              <a:gd name="connsiteX11" fmla="*/ 29788 w 254310"/>
              <a:gd name="connsiteY11" fmla="*/ 140615 h 299233"/>
              <a:gd name="connsiteX12" fmla="*/ 29788 w 254310"/>
              <a:gd name="connsiteY12" fmla="*/ 156049 h 299233"/>
              <a:gd name="connsiteX13" fmla="*/ 29853 w 254310"/>
              <a:gd name="connsiteY13" fmla="*/ 265811 h 299233"/>
              <a:gd name="connsiteX14" fmla="*/ 26205 w 254310"/>
              <a:gd name="connsiteY14" fmla="*/ 269437 h 299233"/>
              <a:gd name="connsiteX15" fmla="*/ 14290 w 254310"/>
              <a:gd name="connsiteY15" fmla="*/ 269437 h 299233"/>
              <a:gd name="connsiteX16" fmla="*/ 0 w 254310"/>
              <a:gd name="connsiteY16" fmla="*/ 284180 h 299233"/>
              <a:gd name="connsiteX17" fmla="*/ 14052 w 254310"/>
              <a:gd name="connsiteY17" fmla="*/ 299095 h 299233"/>
              <a:gd name="connsiteX18" fmla="*/ 75420 w 254310"/>
              <a:gd name="connsiteY18" fmla="*/ 299095 h 299233"/>
              <a:gd name="connsiteX19" fmla="*/ 89752 w 254310"/>
              <a:gd name="connsiteY19" fmla="*/ 284331 h 299233"/>
              <a:gd name="connsiteX20" fmla="*/ 75182 w 254310"/>
              <a:gd name="connsiteY20" fmla="*/ 269415 h 299233"/>
              <a:gd name="connsiteX21" fmla="*/ 63267 w 254310"/>
              <a:gd name="connsiteY21" fmla="*/ 269437 h 299233"/>
              <a:gd name="connsiteX22" fmla="*/ 59706 w 254310"/>
              <a:gd name="connsiteY22" fmla="*/ 265746 h 299233"/>
              <a:gd name="connsiteX23" fmla="*/ 59706 w 254310"/>
              <a:gd name="connsiteY23" fmla="*/ 168245 h 299233"/>
              <a:gd name="connsiteX24" fmla="*/ 63440 w 254310"/>
              <a:gd name="connsiteY24" fmla="*/ 164381 h 299233"/>
              <a:gd name="connsiteX25" fmla="*/ 235994 w 254310"/>
              <a:gd name="connsiteY25" fmla="*/ 164467 h 299233"/>
              <a:gd name="connsiteX26" fmla="*/ 240548 w 254310"/>
              <a:gd name="connsiteY26" fmla="*/ 164381 h 299233"/>
              <a:gd name="connsiteX27" fmla="*/ 250823 w 254310"/>
              <a:gd name="connsiteY27" fmla="*/ 159092 h 299233"/>
              <a:gd name="connsiteX28" fmla="*/ 250542 w 254310"/>
              <a:gd name="connsiteY28" fmla="*/ 139471 h 299233"/>
              <a:gd name="connsiteX29" fmla="*/ 228374 w 254310"/>
              <a:gd name="connsiteY29" fmla="*/ 147091 h 299233"/>
              <a:gd name="connsiteX30" fmla="*/ 69311 w 254310"/>
              <a:gd name="connsiteY30" fmla="*/ 147091 h 299233"/>
              <a:gd name="connsiteX31" fmla="*/ 59749 w 254310"/>
              <a:gd name="connsiteY31" fmla="*/ 138349 h 299233"/>
              <a:gd name="connsiteX32" fmla="*/ 59749 w 254310"/>
              <a:gd name="connsiteY32" fmla="*/ 40999 h 299233"/>
              <a:gd name="connsiteX33" fmla="*/ 69311 w 254310"/>
              <a:gd name="connsiteY33" fmla="*/ 32257 h 299233"/>
              <a:gd name="connsiteX34" fmla="*/ 228374 w 254310"/>
              <a:gd name="connsiteY34" fmla="*/ 32257 h 299233"/>
              <a:gd name="connsiteX35" fmla="*/ 230166 w 254310"/>
              <a:gd name="connsiteY35" fmla="*/ 32321 h 299233"/>
              <a:gd name="connsiteX36" fmla="*/ 205191 w 254310"/>
              <a:gd name="connsiteY36" fmla="*/ 62757 h 299233"/>
              <a:gd name="connsiteX37" fmla="*/ 187901 w 254310"/>
              <a:gd name="connsiteY37" fmla="*/ 83824 h 299233"/>
              <a:gd name="connsiteX38" fmla="*/ 187901 w 254310"/>
              <a:gd name="connsiteY38" fmla="*/ 95524 h 299233"/>
              <a:gd name="connsiteX39" fmla="*/ 228763 w 254310"/>
              <a:gd name="connsiteY39" fmla="*/ 145343 h 299233"/>
              <a:gd name="connsiteX40" fmla="*/ 229842 w 254310"/>
              <a:gd name="connsiteY40" fmla="*/ 146702 h 299233"/>
              <a:gd name="connsiteX41" fmla="*/ 228309 w 254310"/>
              <a:gd name="connsiteY41" fmla="*/ 147069 h 299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54310" h="299233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 w="2099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568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31A32"/>
            </a:gs>
            <a:gs pos="73000">
              <a:srgbClr val="12121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025ACCD-BEFE-4057-D0DA-23300AB281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300867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24F5E4E-9FDC-BD92-DDA4-122C91ADE39F}"/>
              </a:ext>
            </a:extLst>
          </p:cNvPr>
          <p:cNvGrpSpPr/>
          <p:nvPr/>
        </p:nvGrpSpPr>
        <p:grpSpPr>
          <a:xfrm>
            <a:off x="400078" y="221673"/>
            <a:ext cx="361410" cy="70427"/>
            <a:chOff x="249382" y="221673"/>
            <a:chExt cx="234616" cy="4571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85C9BE8-F382-7DF0-2A23-EF042FD71119}"/>
                </a:ext>
              </a:extLst>
            </p:cNvPr>
            <p:cNvSpPr/>
            <p:nvPr/>
          </p:nvSpPr>
          <p:spPr>
            <a:xfrm>
              <a:off x="249382" y="22167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F54E8A3-668A-3F3A-D1EA-9A82C2E2130E}"/>
                </a:ext>
              </a:extLst>
            </p:cNvPr>
            <p:cNvSpPr/>
            <p:nvPr/>
          </p:nvSpPr>
          <p:spPr>
            <a:xfrm>
              <a:off x="344632" y="22167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3408F0E-7024-852D-650D-D6ED0C99B1A2}"/>
                </a:ext>
              </a:extLst>
            </p:cNvPr>
            <p:cNvSpPr/>
            <p:nvPr/>
          </p:nvSpPr>
          <p:spPr>
            <a:xfrm>
              <a:off x="438279" y="22167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D8E5ACC-26DE-243B-180E-E19057A9EB34}"/>
              </a:ext>
            </a:extLst>
          </p:cNvPr>
          <p:cNvGrpSpPr/>
          <p:nvPr/>
        </p:nvGrpSpPr>
        <p:grpSpPr>
          <a:xfrm>
            <a:off x="3258053" y="292100"/>
            <a:ext cx="297947" cy="297947"/>
            <a:chOff x="8892506" y="664914"/>
            <a:chExt cx="209401" cy="209401"/>
          </a:xfrm>
        </p:grpSpPr>
        <p:sp>
          <p:nvSpPr>
            <p:cNvPr id="62" name="Oval 61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80EBFF13-875A-B852-A718-B8CEA4E2E071}"/>
                </a:ext>
              </a:extLst>
            </p:cNvPr>
            <p:cNvSpPr/>
            <p:nvPr/>
          </p:nvSpPr>
          <p:spPr>
            <a:xfrm>
              <a:off x="8892506" y="664914"/>
              <a:ext cx="209401" cy="209401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5" name="Graphic 63" descr="Caret Left with solid fill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CDDB0EE0-9A9B-05EC-09CB-85DDD46723E8}"/>
                </a:ext>
              </a:extLst>
            </p:cNvPr>
            <p:cNvSpPr/>
            <p:nvPr/>
          </p:nvSpPr>
          <p:spPr>
            <a:xfrm>
              <a:off x="8960350" y="717942"/>
              <a:ext cx="59427" cy="103344"/>
            </a:xfrm>
            <a:custGeom>
              <a:avLst/>
              <a:gdLst>
                <a:gd name="connsiteX0" fmla="*/ 269081 w 309505"/>
                <a:gd name="connsiteY0" fmla="*/ 538229 h 538229"/>
                <a:gd name="connsiteX1" fmla="*/ 0 w 309505"/>
                <a:gd name="connsiteY1" fmla="*/ 269091 h 538229"/>
                <a:gd name="connsiteX2" fmla="*/ 269081 w 309505"/>
                <a:gd name="connsiteY2" fmla="*/ 0 h 538229"/>
                <a:gd name="connsiteX3" fmla="*/ 309496 w 309505"/>
                <a:gd name="connsiteY3" fmla="*/ 40405 h 538229"/>
                <a:gd name="connsiteX4" fmla="*/ 80810 w 309505"/>
                <a:gd name="connsiteY4" fmla="*/ 269091 h 538229"/>
                <a:gd name="connsiteX5" fmla="*/ 309505 w 309505"/>
                <a:gd name="connsiteY5" fmla="*/ 497824 h 538229"/>
                <a:gd name="connsiteX6" fmla="*/ 269081 w 309505"/>
                <a:gd name="connsiteY6" fmla="*/ 538229 h 53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9505" h="538229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E1D2690-EA4E-562F-8571-7A8695694CC3}"/>
              </a:ext>
            </a:extLst>
          </p:cNvPr>
          <p:cNvGrpSpPr/>
          <p:nvPr/>
        </p:nvGrpSpPr>
        <p:grpSpPr>
          <a:xfrm flipH="1">
            <a:off x="3665943" y="292100"/>
            <a:ext cx="297947" cy="297947"/>
            <a:chOff x="8892506" y="664914"/>
            <a:chExt cx="209401" cy="209401"/>
          </a:xfrm>
        </p:grpSpPr>
        <p:sp>
          <p:nvSpPr>
            <p:cNvPr id="69" name="Oval 6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EF2D5675-C11D-BD91-9CB3-90C4F1728675}"/>
                </a:ext>
              </a:extLst>
            </p:cNvPr>
            <p:cNvSpPr/>
            <p:nvPr/>
          </p:nvSpPr>
          <p:spPr>
            <a:xfrm>
              <a:off x="8892506" y="664914"/>
              <a:ext cx="209401" cy="209401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0" name="Graphic 63" descr="Caret Left with solid fill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CD144AEC-A397-5B36-7EA8-6D96609E4671}"/>
                </a:ext>
              </a:extLst>
            </p:cNvPr>
            <p:cNvSpPr/>
            <p:nvPr/>
          </p:nvSpPr>
          <p:spPr>
            <a:xfrm>
              <a:off x="8960350" y="717942"/>
              <a:ext cx="59427" cy="103344"/>
            </a:xfrm>
            <a:custGeom>
              <a:avLst/>
              <a:gdLst>
                <a:gd name="connsiteX0" fmla="*/ 269081 w 309505"/>
                <a:gd name="connsiteY0" fmla="*/ 538229 h 538229"/>
                <a:gd name="connsiteX1" fmla="*/ 0 w 309505"/>
                <a:gd name="connsiteY1" fmla="*/ 269091 h 538229"/>
                <a:gd name="connsiteX2" fmla="*/ 269081 w 309505"/>
                <a:gd name="connsiteY2" fmla="*/ 0 h 538229"/>
                <a:gd name="connsiteX3" fmla="*/ 309496 w 309505"/>
                <a:gd name="connsiteY3" fmla="*/ 40405 h 538229"/>
                <a:gd name="connsiteX4" fmla="*/ 80810 w 309505"/>
                <a:gd name="connsiteY4" fmla="*/ 269091 h 538229"/>
                <a:gd name="connsiteX5" fmla="*/ 309505 w 309505"/>
                <a:gd name="connsiteY5" fmla="*/ 497824 h 538229"/>
                <a:gd name="connsiteX6" fmla="*/ 269081 w 309505"/>
                <a:gd name="connsiteY6" fmla="*/ 538229 h 53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9505" h="538229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5268A36-91BD-F774-706B-5A541EC6E5D2}"/>
              </a:ext>
            </a:extLst>
          </p:cNvPr>
          <p:cNvGrpSpPr/>
          <p:nvPr/>
        </p:nvGrpSpPr>
        <p:grpSpPr>
          <a:xfrm>
            <a:off x="9104466" y="294121"/>
            <a:ext cx="1011084" cy="311801"/>
            <a:chOff x="9104466" y="294121"/>
            <a:chExt cx="1011084" cy="311801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ADD5BFBE-6641-D138-826B-10AF96D14A21}"/>
                </a:ext>
              </a:extLst>
            </p:cNvPr>
            <p:cNvSpPr/>
            <p:nvPr/>
          </p:nvSpPr>
          <p:spPr>
            <a:xfrm>
              <a:off x="9104466" y="294121"/>
              <a:ext cx="1011084" cy="297947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41CB0576-DF8B-34D7-6035-B4F1FE7BA261}"/>
                </a:ext>
              </a:extLst>
            </p:cNvPr>
            <p:cNvSpPr txBox="1"/>
            <p:nvPr/>
          </p:nvSpPr>
          <p:spPr>
            <a:xfrm>
              <a:off x="9179442" y="328923"/>
              <a:ext cx="8611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>
                  <a:solidFill>
                    <a:schemeClr val="bg1"/>
                  </a:solidFill>
                  <a:latin typeface="Poppins Medium" panose="00000600000000000000" pitchFamily="50" charset="0"/>
                  <a:cs typeface="Poppins Medium" panose="00000600000000000000" pitchFamily="50" charset="0"/>
                </a:rPr>
                <a:t>Upgrade</a:t>
              </a:r>
            </a:p>
          </p:txBody>
        </p:sp>
      </p:grp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82381173-9D11-EA28-C232-8562E09E7A8A}"/>
              </a:ext>
            </a:extLst>
          </p:cNvPr>
          <p:cNvSpPr/>
          <p:nvPr/>
        </p:nvSpPr>
        <p:spPr>
          <a:xfrm>
            <a:off x="10428440" y="294121"/>
            <a:ext cx="1363509" cy="297947"/>
          </a:xfrm>
          <a:prstGeom prst="roundRect">
            <a:avLst>
              <a:gd name="adj" fmla="val 50000"/>
            </a:avLst>
          </a:prstGeom>
          <a:solidFill>
            <a:srgbClr val="0A080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9C2A340-4710-5833-FBEA-EC919DD51A6E}"/>
              </a:ext>
            </a:extLst>
          </p:cNvPr>
          <p:cNvSpPr txBox="1"/>
          <p:nvPr/>
        </p:nvSpPr>
        <p:spPr>
          <a:xfrm>
            <a:off x="10659597" y="328923"/>
            <a:ext cx="9877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Ronney JR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7859F75F-3F6A-F6DE-C7C4-920FB32200D1}"/>
              </a:ext>
            </a:extLst>
          </p:cNvPr>
          <p:cNvSpPr/>
          <p:nvPr/>
        </p:nvSpPr>
        <p:spPr>
          <a:xfrm>
            <a:off x="10465928" y="322008"/>
            <a:ext cx="238127" cy="238127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Graphic 78">
            <a:extLst>
              <a:ext uri="{FF2B5EF4-FFF2-40B4-BE49-F238E27FC236}">
                <a16:creationId xmlns:a16="http://schemas.microsoft.com/office/drawing/2014/main" id="{2770181D-94BB-87F9-9F1C-C577F5415446}"/>
              </a:ext>
            </a:extLst>
          </p:cNvPr>
          <p:cNvSpPr/>
          <p:nvPr/>
        </p:nvSpPr>
        <p:spPr>
          <a:xfrm>
            <a:off x="10526959" y="377048"/>
            <a:ext cx="116064" cy="128047"/>
          </a:xfrm>
          <a:custGeom>
            <a:avLst/>
            <a:gdLst>
              <a:gd name="connsiteX0" fmla="*/ 115527 w 116064"/>
              <a:gd name="connsiteY0" fmla="*/ 108391 h 128047"/>
              <a:gd name="connsiteX1" fmla="*/ 94646 w 116064"/>
              <a:gd name="connsiteY1" fmla="*/ 71344 h 128047"/>
              <a:gd name="connsiteX2" fmla="*/ 79582 w 116064"/>
              <a:gd name="connsiteY2" fmla="*/ 62465 h 128047"/>
              <a:gd name="connsiteX3" fmla="*/ 84052 w 116064"/>
              <a:gd name="connsiteY3" fmla="*/ 11702 h 128047"/>
              <a:gd name="connsiteX4" fmla="*/ 35187 w 116064"/>
              <a:gd name="connsiteY4" fmla="*/ 8640 h 128047"/>
              <a:gd name="connsiteX5" fmla="*/ 23308 w 116064"/>
              <a:gd name="connsiteY5" fmla="*/ 32889 h 128047"/>
              <a:gd name="connsiteX6" fmla="*/ 36534 w 116064"/>
              <a:gd name="connsiteY6" fmla="*/ 62404 h 128047"/>
              <a:gd name="connsiteX7" fmla="*/ 35432 w 116064"/>
              <a:gd name="connsiteY7" fmla="*/ 62894 h 128047"/>
              <a:gd name="connsiteX8" fmla="*/ 4448 w 116064"/>
              <a:gd name="connsiteY8" fmla="*/ 94123 h 128047"/>
              <a:gd name="connsiteX9" fmla="*/ 100 w 116064"/>
              <a:gd name="connsiteY9" fmla="*/ 122842 h 128047"/>
              <a:gd name="connsiteX10" fmla="*/ 1631 w 116064"/>
              <a:gd name="connsiteY10" fmla="*/ 126210 h 128047"/>
              <a:gd name="connsiteX11" fmla="*/ 6407 w 116064"/>
              <a:gd name="connsiteY11" fmla="*/ 128047 h 128047"/>
              <a:gd name="connsiteX12" fmla="*/ 109648 w 116064"/>
              <a:gd name="connsiteY12" fmla="*/ 128047 h 128047"/>
              <a:gd name="connsiteX13" fmla="*/ 110995 w 116064"/>
              <a:gd name="connsiteY13" fmla="*/ 127986 h 128047"/>
              <a:gd name="connsiteX14" fmla="*/ 116016 w 116064"/>
              <a:gd name="connsiteY14" fmla="*/ 122475 h 128047"/>
              <a:gd name="connsiteX15" fmla="*/ 115465 w 116064"/>
              <a:gd name="connsiteY15" fmla="*/ 108330 h 128047"/>
              <a:gd name="connsiteX16" fmla="*/ 34881 w 116064"/>
              <a:gd name="connsiteY16" fmla="*/ 35094 h 128047"/>
              <a:gd name="connsiteX17" fmla="*/ 57721 w 116064"/>
              <a:gd name="connsiteY17" fmla="*/ 11702 h 128047"/>
              <a:gd name="connsiteX18" fmla="*/ 81235 w 116064"/>
              <a:gd name="connsiteY18" fmla="*/ 34971 h 128047"/>
              <a:gd name="connsiteX19" fmla="*/ 57966 w 116064"/>
              <a:gd name="connsiteY19" fmla="*/ 58240 h 128047"/>
              <a:gd name="connsiteX20" fmla="*/ 34881 w 116064"/>
              <a:gd name="connsiteY20" fmla="*/ 35094 h 128047"/>
              <a:gd name="connsiteX21" fmla="*/ 103280 w 116064"/>
              <a:gd name="connsiteY21" fmla="*/ 116413 h 128047"/>
              <a:gd name="connsiteX22" fmla="*/ 57966 w 116064"/>
              <a:gd name="connsiteY22" fmla="*/ 116413 h 128047"/>
              <a:gd name="connsiteX23" fmla="*/ 13082 w 116064"/>
              <a:gd name="connsiteY23" fmla="*/ 116413 h 128047"/>
              <a:gd name="connsiteX24" fmla="*/ 11612 w 116064"/>
              <a:gd name="connsiteY24" fmla="*/ 114943 h 128047"/>
              <a:gd name="connsiteX25" fmla="*/ 41494 w 116064"/>
              <a:gd name="connsiteY25" fmla="*/ 72936 h 128047"/>
              <a:gd name="connsiteX26" fmla="*/ 103219 w 116064"/>
              <a:gd name="connsiteY26" fmla="*/ 105697 h 128047"/>
              <a:gd name="connsiteX27" fmla="*/ 104443 w 116064"/>
              <a:gd name="connsiteY27" fmla="*/ 115127 h 128047"/>
              <a:gd name="connsiteX28" fmla="*/ 103219 w 116064"/>
              <a:gd name="connsiteY28" fmla="*/ 116351 h 128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16064" h="128047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bg1"/>
          </a:solidFill>
          <a:ln w="6016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1" name="Isosceles Triangle 80">
            <a:extLst>
              <a:ext uri="{FF2B5EF4-FFF2-40B4-BE49-F238E27FC236}">
                <a16:creationId xmlns:a16="http://schemas.microsoft.com/office/drawing/2014/main" id="{59106057-6687-7436-2443-36CF82D5A997}"/>
              </a:ext>
            </a:extLst>
          </p:cNvPr>
          <p:cNvSpPr/>
          <p:nvPr/>
        </p:nvSpPr>
        <p:spPr>
          <a:xfrm rot="3600000">
            <a:off x="11583174" y="388252"/>
            <a:ext cx="86542" cy="7460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hlinkClick r:id="rId2" action="ppaction://hlinksldjump"/>
            <a:extLst>
              <a:ext uri="{FF2B5EF4-FFF2-40B4-BE49-F238E27FC236}">
                <a16:creationId xmlns:a16="http://schemas.microsoft.com/office/drawing/2014/main" id="{4F3E08FA-4C08-7258-FA22-03C53F09604C}"/>
              </a:ext>
            </a:extLst>
          </p:cNvPr>
          <p:cNvSpPr txBox="1"/>
          <p:nvPr/>
        </p:nvSpPr>
        <p:spPr>
          <a:xfrm>
            <a:off x="400078" y="1302714"/>
            <a:ext cx="14686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IN" sz="1200" dirty="0">
                <a:solidFill>
                  <a:srgbClr val="1ED760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About App</a:t>
            </a:r>
          </a:p>
        </p:txBody>
      </p:sp>
      <p:sp>
        <p:nvSpPr>
          <p:cNvPr id="16" name="Graphic 14">
            <a:hlinkClick r:id="rId2" action="ppaction://hlinksldjump"/>
            <a:extLst>
              <a:ext uri="{FF2B5EF4-FFF2-40B4-BE49-F238E27FC236}">
                <a16:creationId xmlns:a16="http://schemas.microsoft.com/office/drawing/2014/main" id="{2913EB48-94F5-98C7-C275-915A1AD4D3EA}"/>
              </a:ext>
            </a:extLst>
          </p:cNvPr>
          <p:cNvSpPr/>
          <p:nvPr/>
        </p:nvSpPr>
        <p:spPr>
          <a:xfrm>
            <a:off x="400079" y="1334031"/>
            <a:ext cx="205404" cy="204111"/>
          </a:xfrm>
          <a:custGeom>
            <a:avLst/>
            <a:gdLst>
              <a:gd name="connsiteX0" fmla="*/ 535467 w 535484"/>
              <a:gd name="connsiteY0" fmla="*/ 325659 h 532115"/>
              <a:gd name="connsiteX1" fmla="*/ 535467 w 535484"/>
              <a:gd name="connsiteY1" fmla="*/ 468764 h 532115"/>
              <a:gd name="connsiteX2" fmla="*/ 472362 w 535484"/>
              <a:gd name="connsiteY2" fmla="*/ 532084 h 532115"/>
              <a:gd name="connsiteX3" fmla="*/ 379443 w 535484"/>
              <a:gd name="connsiteY3" fmla="*/ 532084 h 532115"/>
              <a:gd name="connsiteX4" fmla="*/ 337191 w 535484"/>
              <a:gd name="connsiteY4" fmla="*/ 489882 h 532115"/>
              <a:gd name="connsiteX5" fmla="*/ 337191 w 535484"/>
              <a:gd name="connsiteY5" fmla="*/ 386429 h 532115"/>
              <a:gd name="connsiteX6" fmla="*/ 314400 w 535484"/>
              <a:gd name="connsiteY6" fmla="*/ 363555 h 532115"/>
              <a:gd name="connsiteX7" fmla="*/ 220852 w 535484"/>
              <a:gd name="connsiteY7" fmla="*/ 363555 h 532115"/>
              <a:gd name="connsiteX8" fmla="*/ 198393 w 535484"/>
              <a:gd name="connsiteY8" fmla="*/ 386114 h 532115"/>
              <a:gd name="connsiteX9" fmla="*/ 198393 w 535484"/>
              <a:gd name="connsiteY9" fmla="*/ 489567 h 532115"/>
              <a:gd name="connsiteX10" fmla="*/ 155825 w 535484"/>
              <a:gd name="connsiteY10" fmla="*/ 532084 h 532115"/>
              <a:gd name="connsiteX11" fmla="*/ 62277 w 535484"/>
              <a:gd name="connsiteY11" fmla="*/ 532084 h 532115"/>
              <a:gd name="connsiteX12" fmla="*/ 83 w 535484"/>
              <a:gd name="connsiteY12" fmla="*/ 469691 h 532115"/>
              <a:gd name="connsiteX13" fmla="*/ 0 w 535484"/>
              <a:gd name="connsiteY13" fmla="*/ 179772 h 532115"/>
              <a:gd name="connsiteX14" fmla="*/ 22277 w 535484"/>
              <a:gd name="connsiteY14" fmla="*/ 140584 h 532115"/>
              <a:gd name="connsiteX15" fmla="*/ 245448 w 535484"/>
              <a:gd name="connsiteY15" fmla="*/ 6737 h 532115"/>
              <a:gd name="connsiteX16" fmla="*/ 289854 w 535484"/>
              <a:gd name="connsiteY16" fmla="*/ 6605 h 532115"/>
              <a:gd name="connsiteX17" fmla="*/ 514548 w 535484"/>
              <a:gd name="connsiteY17" fmla="*/ 141412 h 532115"/>
              <a:gd name="connsiteX18" fmla="*/ 535484 w 535484"/>
              <a:gd name="connsiteY18" fmla="*/ 178844 h 532115"/>
              <a:gd name="connsiteX19" fmla="*/ 535451 w 535484"/>
              <a:gd name="connsiteY19" fmla="*/ 325676 h 53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35484" h="532115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 w="1651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7" name="TextBox 16">
            <a:hlinkClick r:id="rId3" action="ppaction://hlinksldjump"/>
            <a:extLst>
              <a:ext uri="{FF2B5EF4-FFF2-40B4-BE49-F238E27FC236}">
                <a16:creationId xmlns:a16="http://schemas.microsoft.com/office/drawing/2014/main" id="{29D393BC-86FC-4CA8-8830-E874EA43EE28}"/>
              </a:ext>
            </a:extLst>
          </p:cNvPr>
          <p:cNvSpPr txBox="1"/>
          <p:nvPr/>
        </p:nvSpPr>
        <p:spPr>
          <a:xfrm>
            <a:off x="869323" y="889404"/>
            <a:ext cx="8114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About Me</a:t>
            </a:r>
          </a:p>
        </p:txBody>
      </p:sp>
      <p:sp>
        <p:nvSpPr>
          <p:cNvPr id="21" name="Graphic 19">
            <a:hlinkClick r:id="rId3" action="ppaction://hlinksldjump"/>
            <a:extLst>
              <a:ext uri="{FF2B5EF4-FFF2-40B4-BE49-F238E27FC236}">
                <a16:creationId xmlns:a16="http://schemas.microsoft.com/office/drawing/2014/main" id="{88AF1956-F7FB-2ADE-A3E7-1F7329C9752A}"/>
              </a:ext>
            </a:extLst>
          </p:cNvPr>
          <p:cNvSpPr/>
          <p:nvPr/>
        </p:nvSpPr>
        <p:spPr>
          <a:xfrm>
            <a:off x="406140" y="892951"/>
            <a:ext cx="197120" cy="204111"/>
          </a:xfrm>
          <a:custGeom>
            <a:avLst/>
            <a:gdLst>
              <a:gd name="connsiteX0" fmla="*/ 3715304 w 3788950"/>
              <a:gd name="connsiteY0" fmla="*/ 3556921 h 3923333"/>
              <a:gd name="connsiteX1" fmla="*/ 2822431 w 3788950"/>
              <a:gd name="connsiteY1" fmla="*/ 2629852 h 3923333"/>
              <a:gd name="connsiteX2" fmla="*/ 2820430 w 3788950"/>
              <a:gd name="connsiteY2" fmla="*/ 2571845 h 3923333"/>
              <a:gd name="connsiteX3" fmla="*/ 3065128 w 3788950"/>
              <a:gd name="connsiteY3" fmla="*/ 2146459 h 3923333"/>
              <a:gd name="connsiteX4" fmla="*/ 3148186 w 3788950"/>
              <a:gd name="connsiteY4" fmla="*/ 1330071 h 3923333"/>
              <a:gd name="connsiteX5" fmla="*/ 2612214 w 3788950"/>
              <a:gd name="connsiteY5" fmla="*/ 381476 h 3923333"/>
              <a:gd name="connsiteX6" fmla="*/ 1888600 w 3788950"/>
              <a:gd name="connsiteY6" fmla="*/ 29432 h 3923333"/>
              <a:gd name="connsiteX7" fmla="*/ 1718483 w 3788950"/>
              <a:gd name="connsiteY7" fmla="*/ 0 h 3923333"/>
              <a:gd name="connsiteX8" fmla="*/ 1695528 w 3788950"/>
              <a:gd name="connsiteY8" fmla="*/ 0 h 3923333"/>
              <a:gd name="connsiteX9" fmla="*/ 1672573 w 3788950"/>
              <a:gd name="connsiteY9" fmla="*/ 3905 h 3923333"/>
              <a:gd name="connsiteX10" fmla="*/ 1649617 w 3788950"/>
              <a:gd name="connsiteY10" fmla="*/ 0 h 3923333"/>
              <a:gd name="connsiteX11" fmla="*/ 1511695 w 3788950"/>
              <a:gd name="connsiteY11" fmla="*/ 0 h 3923333"/>
              <a:gd name="connsiteX12" fmla="*/ 1495312 w 3788950"/>
              <a:gd name="connsiteY12" fmla="*/ 3905 h 3923333"/>
              <a:gd name="connsiteX13" fmla="*/ 1482073 w 3788950"/>
              <a:gd name="connsiteY13" fmla="*/ 3905 h 3923333"/>
              <a:gd name="connsiteX14" fmla="*/ 1465690 w 3788950"/>
              <a:gd name="connsiteY14" fmla="*/ 0 h 3923333"/>
              <a:gd name="connsiteX15" fmla="*/ 1442734 w 3788950"/>
              <a:gd name="connsiteY15" fmla="*/ 0 h 3923333"/>
              <a:gd name="connsiteX16" fmla="*/ 1374726 w 3788950"/>
              <a:gd name="connsiteY16" fmla="*/ 14288 h 3923333"/>
              <a:gd name="connsiteX17" fmla="*/ 686926 w 3788950"/>
              <a:gd name="connsiteY17" fmla="*/ 281369 h 3923333"/>
              <a:gd name="connsiteX18" fmla="*/ 143429 w 3788950"/>
              <a:gd name="connsiteY18" fmla="*/ 930402 h 3923333"/>
              <a:gd name="connsiteX19" fmla="*/ 20366 w 3788950"/>
              <a:gd name="connsiteY19" fmla="*/ 1830229 h 3923333"/>
              <a:gd name="connsiteX20" fmla="*/ 534145 w 3788950"/>
              <a:gd name="connsiteY20" fmla="*/ 2766251 h 3923333"/>
              <a:gd name="connsiteX21" fmla="*/ 1337102 w 3788950"/>
              <a:gd name="connsiteY21" fmla="*/ 3148298 h 3923333"/>
              <a:gd name="connsiteX22" fmla="*/ 2460385 w 3788950"/>
              <a:gd name="connsiteY22" fmla="*/ 2901791 h 3923333"/>
              <a:gd name="connsiteX23" fmla="*/ 2519059 w 3788950"/>
              <a:gd name="connsiteY23" fmla="*/ 2908364 h 3923333"/>
              <a:gd name="connsiteX24" fmla="*/ 3416219 w 3788950"/>
              <a:gd name="connsiteY24" fmla="*/ 3842004 h 3923333"/>
              <a:gd name="connsiteX25" fmla="*/ 3449461 w 3788950"/>
              <a:gd name="connsiteY25" fmla="*/ 3873722 h 3923333"/>
              <a:gd name="connsiteX26" fmla="*/ 3761786 w 3788950"/>
              <a:gd name="connsiteY26" fmla="*/ 3818192 h 3923333"/>
              <a:gd name="connsiteX27" fmla="*/ 3715400 w 3788950"/>
              <a:gd name="connsiteY27" fmla="*/ 3557016 h 3923333"/>
              <a:gd name="connsiteX28" fmla="*/ 1586086 w 3788950"/>
              <a:gd name="connsiteY28" fmla="*/ 2754535 h 3923333"/>
              <a:gd name="connsiteX29" fmla="*/ 414701 w 3788950"/>
              <a:gd name="connsiteY29" fmla="*/ 1584389 h 3923333"/>
              <a:gd name="connsiteX30" fmla="*/ 1585609 w 3788950"/>
              <a:gd name="connsiteY30" fmla="*/ 413480 h 3923333"/>
              <a:gd name="connsiteX31" fmla="*/ 2754803 w 3788950"/>
              <a:gd name="connsiteY31" fmla="*/ 1585817 h 3923333"/>
              <a:gd name="connsiteX32" fmla="*/ 1586086 w 3788950"/>
              <a:gd name="connsiteY32" fmla="*/ 2754440 h 3923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788950" h="3923333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22" name="TextBox 21">
            <a:hlinkClick r:id="rId4" action="ppaction://hlinksldjump"/>
            <a:extLst>
              <a:ext uri="{FF2B5EF4-FFF2-40B4-BE49-F238E27FC236}">
                <a16:creationId xmlns:a16="http://schemas.microsoft.com/office/drawing/2014/main" id="{B8560F59-A67B-8514-2A4E-47A28A1A48B1}"/>
              </a:ext>
            </a:extLst>
          </p:cNvPr>
          <p:cNvSpPr txBox="1"/>
          <p:nvPr/>
        </p:nvSpPr>
        <p:spPr>
          <a:xfrm>
            <a:off x="869323" y="1751789"/>
            <a:ext cx="16658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Kế Hoạch Phát Triển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49BF3CE-B5CC-0826-B505-034FA0112EB0}"/>
              </a:ext>
            </a:extLst>
          </p:cNvPr>
          <p:cNvGrpSpPr/>
          <p:nvPr/>
        </p:nvGrpSpPr>
        <p:grpSpPr>
          <a:xfrm>
            <a:off x="431322" y="1774245"/>
            <a:ext cx="177294" cy="204783"/>
            <a:chOff x="431322" y="1764517"/>
            <a:chExt cx="177294" cy="204783"/>
          </a:xfrm>
        </p:grpSpPr>
        <p:sp>
          <p:nvSpPr>
            <p:cNvPr id="27" name="Freeform: Shape 26">
              <a:hlinkClick r:id="rId4" action="ppaction://hlinksldjump"/>
              <a:extLst>
                <a:ext uri="{FF2B5EF4-FFF2-40B4-BE49-F238E27FC236}">
                  <a16:creationId xmlns:a16="http://schemas.microsoft.com/office/drawing/2014/main" id="{0B437083-C79F-3320-0862-0AE0534D9648}"/>
                </a:ext>
              </a:extLst>
            </p:cNvPr>
            <p:cNvSpPr/>
            <p:nvPr/>
          </p:nvSpPr>
          <p:spPr>
            <a:xfrm>
              <a:off x="431322" y="1765205"/>
              <a:ext cx="15953" cy="203670"/>
            </a:xfrm>
            <a:custGeom>
              <a:avLst/>
              <a:gdLst>
                <a:gd name="connsiteX0" fmla="*/ 42232 w 84464"/>
                <a:gd name="connsiteY0" fmla="*/ 0 h 1078327"/>
                <a:gd name="connsiteX1" fmla="*/ 84464 w 84464"/>
                <a:gd name="connsiteY1" fmla="*/ 42232 h 1078327"/>
                <a:gd name="connsiteX2" fmla="*/ 84464 w 84464"/>
                <a:gd name="connsiteY2" fmla="*/ 1036095 h 1078327"/>
                <a:gd name="connsiteX3" fmla="*/ 42232 w 84464"/>
                <a:gd name="connsiteY3" fmla="*/ 1078327 h 1078327"/>
                <a:gd name="connsiteX4" fmla="*/ 42232 w 84464"/>
                <a:gd name="connsiteY4" fmla="*/ 1078327 h 1078327"/>
                <a:gd name="connsiteX5" fmla="*/ 0 w 84464"/>
                <a:gd name="connsiteY5" fmla="*/ 1036095 h 1078327"/>
                <a:gd name="connsiteX6" fmla="*/ 0 w 84464"/>
                <a:gd name="connsiteY6" fmla="*/ 42232 h 1078327"/>
                <a:gd name="connsiteX7" fmla="*/ 42232 w 84464"/>
                <a:gd name="connsiteY7" fmla="*/ 0 h 107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464" h="1078327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 w="560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" name="Freeform: Shape 27">
              <a:hlinkClick r:id="rId4" action="ppaction://hlinksldjump"/>
              <a:extLst>
                <a:ext uri="{FF2B5EF4-FFF2-40B4-BE49-F238E27FC236}">
                  <a16:creationId xmlns:a16="http://schemas.microsoft.com/office/drawing/2014/main" id="{3A74A947-106C-8861-FA4A-4F68E2601555}"/>
                </a:ext>
              </a:extLst>
            </p:cNvPr>
            <p:cNvSpPr/>
            <p:nvPr/>
          </p:nvSpPr>
          <p:spPr>
            <a:xfrm>
              <a:off x="469291" y="1765205"/>
              <a:ext cx="15953" cy="203670"/>
            </a:xfrm>
            <a:custGeom>
              <a:avLst/>
              <a:gdLst>
                <a:gd name="connsiteX0" fmla="*/ 42232 w 84464"/>
                <a:gd name="connsiteY0" fmla="*/ 0 h 1078327"/>
                <a:gd name="connsiteX1" fmla="*/ 84464 w 84464"/>
                <a:gd name="connsiteY1" fmla="*/ 42232 h 1078327"/>
                <a:gd name="connsiteX2" fmla="*/ 84464 w 84464"/>
                <a:gd name="connsiteY2" fmla="*/ 1036095 h 1078327"/>
                <a:gd name="connsiteX3" fmla="*/ 42232 w 84464"/>
                <a:gd name="connsiteY3" fmla="*/ 1078327 h 1078327"/>
                <a:gd name="connsiteX4" fmla="*/ 42232 w 84464"/>
                <a:gd name="connsiteY4" fmla="*/ 1078327 h 1078327"/>
                <a:gd name="connsiteX5" fmla="*/ 0 w 84464"/>
                <a:gd name="connsiteY5" fmla="*/ 1036095 h 1078327"/>
                <a:gd name="connsiteX6" fmla="*/ 0 w 84464"/>
                <a:gd name="connsiteY6" fmla="*/ 42232 h 1078327"/>
                <a:gd name="connsiteX7" fmla="*/ 42232 w 84464"/>
                <a:gd name="connsiteY7" fmla="*/ 0 h 107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464" h="1078327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 w="560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9" name="Freeform: Shape 28">
              <a:hlinkClick r:id="rId4" action="ppaction://hlinksldjump"/>
              <a:extLst>
                <a:ext uri="{FF2B5EF4-FFF2-40B4-BE49-F238E27FC236}">
                  <a16:creationId xmlns:a16="http://schemas.microsoft.com/office/drawing/2014/main" id="{D2697409-DA9B-84CF-C5C5-4FA11D3D158F}"/>
                </a:ext>
              </a:extLst>
            </p:cNvPr>
            <p:cNvSpPr/>
            <p:nvPr/>
          </p:nvSpPr>
          <p:spPr>
            <a:xfrm>
              <a:off x="509599" y="1764517"/>
              <a:ext cx="99017" cy="204783"/>
            </a:xfrm>
            <a:custGeom>
              <a:avLst/>
              <a:gdLst>
                <a:gd name="connsiteX0" fmla="*/ 482010 w 524241"/>
                <a:gd name="connsiteY0" fmla="*/ 1083659 h 1084222"/>
                <a:gd name="connsiteX1" fmla="*/ 42232 w 524241"/>
                <a:gd name="connsiteY1" fmla="*/ 1083659 h 1084222"/>
                <a:gd name="connsiteX2" fmla="*/ 0 w 524241"/>
                <a:gd name="connsiteY2" fmla="*/ 1041427 h 1084222"/>
                <a:gd name="connsiteX3" fmla="*/ 0 w 524241"/>
                <a:gd name="connsiteY3" fmla="*/ 41933 h 1084222"/>
                <a:gd name="connsiteX4" fmla="*/ 19708 w 524241"/>
                <a:gd name="connsiteY4" fmla="*/ 6458 h 1084222"/>
                <a:gd name="connsiteX5" fmla="*/ 60251 w 524241"/>
                <a:gd name="connsiteY5" fmla="*/ 4206 h 1084222"/>
                <a:gd name="connsiteX6" fmla="*/ 500029 w 524241"/>
                <a:gd name="connsiteY6" fmla="*/ 213114 h 1084222"/>
                <a:gd name="connsiteX7" fmla="*/ 524242 w 524241"/>
                <a:gd name="connsiteY7" fmla="*/ 251405 h 1084222"/>
                <a:gd name="connsiteX8" fmla="*/ 524242 w 524241"/>
                <a:gd name="connsiteY8" fmla="*/ 1041990 h 1084222"/>
                <a:gd name="connsiteX9" fmla="*/ 482010 w 524241"/>
                <a:gd name="connsiteY9" fmla="*/ 1084222 h 1084222"/>
                <a:gd name="connsiteX10" fmla="*/ 84464 w 524241"/>
                <a:gd name="connsiteY10" fmla="*/ 999195 h 1084222"/>
                <a:gd name="connsiteX11" fmla="*/ 439777 w 524241"/>
                <a:gd name="connsiteY11" fmla="*/ 999195 h 1084222"/>
                <a:gd name="connsiteX12" fmla="*/ 439777 w 524241"/>
                <a:gd name="connsiteY12" fmla="*/ 277307 h 1084222"/>
                <a:gd name="connsiteX13" fmla="*/ 84464 w 524241"/>
                <a:gd name="connsiteY13" fmla="*/ 108941 h 1084222"/>
                <a:gd name="connsiteX14" fmla="*/ 84464 w 524241"/>
                <a:gd name="connsiteY14" fmla="*/ 999195 h 108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24241" h="1084222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 w="560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sp>
        <p:nvSpPr>
          <p:cNvPr id="35" name="TextBox 34">
            <a:hlinkClick r:id="rId5" action="ppaction://hlinksldjump"/>
            <a:extLst>
              <a:ext uri="{FF2B5EF4-FFF2-40B4-BE49-F238E27FC236}">
                <a16:creationId xmlns:a16="http://schemas.microsoft.com/office/drawing/2014/main" id="{D7FACB4C-BCA4-434A-8FA8-F4D0A8D4C109}"/>
              </a:ext>
            </a:extLst>
          </p:cNvPr>
          <p:cNvSpPr txBox="1"/>
          <p:nvPr/>
        </p:nvSpPr>
        <p:spPr>
          <a:xfrm>
            <a:off x="869323" y="2239786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Demo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A242ACD-15E5-8F2C-9A52-01A6F8C1149E}"/>
              </a:ext>
            </a:extLst>
          </p:cNvPr>
          <p:cNvGrpSpPr/>
          <p:nvPr/>
        </p:nvGrpSpPr>
        <p:grpSpPr>
          <a:xfrm>
            <a:off x="431322" y="2253685"/>
            <a:ext cx="203670" cy="203670"/>
            <a:chOff x="431322" y="2214773"/>
            <a:chExt cx="203670" cy="203670"/>
          </a:xfrm>
        </p:grpSpPr>
        <p:sp>
          <p:nvSpPr>
            <p:cNvPr id="41" name="Rectangle: Rounded Corners 40">
              <a:hlinkClick r:id="rId5" action="ppaction://hlinksldjump"/>
              <a:extLst>
                <a:ext uri="{FF2B5EF4-FFF2-40B4-BE49-F238E27FC236}">
                  <a16:creationId xmlns:a16="http://schemas.microsoft.com/office/drawing/2014/main" id="{04DE6D2B-6CE6-28FD-8F23-17896ED36EF7}"/>
                </a:ext>
              </a:extLst>
            </p:cNvPr>
            <p:cNvSpPr/>
            <p:nvPr/>
          </p:nvSpPr>
          <p:spPr>
            <a:xfrm>
              <a:off x="431322" y="2214773"/>
              <a:ext cx="203670" cy="203670"/>
            </a:xfrm>
            <a:prstGeom prst="roundRect">
              <a:avLst>
                <a:gd name="adj" fmla="val 12600"/>
              </a:avLst>
            </a:prstGeom>
            <a:solidFill>
              <a:srgbClr val="C1C1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44" name="Graphic 43" descr="Add with solid fill">
              <a:hlinkClick r:id="rId5" action="ppaction://hlinksldjump"/>
              <a:extLst>
                <a:ext uri="{FF2B5EF4-FFF2-40B4-BE49-F238E27FC236}">
                  <a16:creationId xmlns:a16="http://schemas.microsoft.com/office/drawing/2014/main" id="{5B31FC8E-FC26-E411-4E49-286671264F7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72263" y="2255714"/>
              <a:ext cx="121788" cy="121788"/>
            </a:xfrm>
            <a:prstGeom prst="rect">
              <a:avLst/>
            </a:prstGeom>
          </p:spPr>
        </p:pic>
      </p:grpSp>
      <p:sp>
        <p:nvSpPr>
          <p:cNvPr id="9" name="TextBox 8">
            <a:hlinkClick r:id="rId5" action="ppaction://hlinksldjump"/>
            <a:extLst>
              <a:ext uri="{FF2B5EF4-FFF2-40B4-BE49-F238E27FC236}">
                <a16:creationId xmlns:a16="http://schemas.microsoft.com/office/drawing/2014/main" id="{67D53DBD-07C2-B89B-2A5E-6EA3F0CE967B}"/>
              </a:ext>
            </a:extLst>
          </p:cNvPr>
          <p:cNvSpPr txBox="1"/>
          <p:nvPr/>
        </p:nvSpPr>
        <p:spPr>
          <a:xfrm>
            <a:off x="876017" y="2751252"/>
            <a:ext cx="12955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Ưu Nhược Điểm</a:t>
            </a:r>
          </a:p>
        </p:txBody>
      </p:sp>
      <p:sp>
        <p:nvSpPr>
          <p:cNvPr id="50" name="Freeform: Shape 49">
            <a:hlinkClick r:id="rId5" action="ppaction://hlinksldjump"/>
            <a:extLst>
              <a:ext uri="{FF2B5EF4-FFF2-40B4-BE49-F238E27FC236}">
                <a16:creationId xmlns:a16="http://schemas.microsoft.com/office/drawing/2014/main" id="{0E2B6178-FB2D-9772-47AD-87A734026875}"/>
              </a:ext>
            </a:extLst>
          </p:cNvPr>
          <p:cNvSpPr/>
          <p:nvPr/>
        </p:nvSpPr>
        <p:spPr>
          <a:xfrm>
            <a:off x="446053" y="2760578"/>
            <a:ext cx="154752" cy="204786"/>
          </a:xfrm>
          <a:custGeom>
            <a:avLst/>
            <a:gdLst>
              <a:gd name="connsiteX0" fmla="*/ 467584 w 469298"/>
              <a:gd name="connsiteY0" fmla="*/ 62389 h 621030"/>
              <a:gd name="connsiteX1" fmla="*/ 394242 w 469298"/>
              <a:gd name="connsiteY1" fmla="*/ 0 h 621030"/>
              <a:gd name="connsiteX2" fmla="*/ 75059 w 469298"/>
              <a:gd name="connsiteY2" fmla="*/ 191 h 621030"/>
              <a:gd name="connsiteX3" fmla="*/ 51913 w 469298"/>
              <a:gd name="connsiteY3" fmla="*/ 3715 h 621030"/>
              <a:gd name="connsiteX4" fmla="*/ 1240 w 469298"/>
              <a:gd name="connsiteY4" fmla="*/ 65342 h 621030"/>
              <a:gd name="connsiteX5" fmla="*/ 192 w 469298"/>
              <a:gd name="connsiteY5" fmla="*/ 96203 h 621030"/>
              <a:gd name="connsiteX6" fmla="*/ 192 w 469298"/>
              <a:gd name="connsiteY6" fmla="*/ 590455 h 621030"/>
              <a:gd name="connsiteX7" fmla="*/ 22671 w 469298"/>
              <a:gd name="connsiteY7" fmla="*/ 621030 h 621030"/>
              <a:gd name="connsiteX8" fmla="*/ 32387 w 469298"/>
              <a:gd name="connsiteY8" fmla="*/ 621030 h 621030"/>
              <a:gd name="connsiteX9" fmla="*/ 46674 w 469298"/>
              <a:gd name="connsiteY9" fmla="*/ 615315 h 621030"/>
              <a:gd name="connsiteX10" fmla="*/ 61819 w 469298"/>
              <a:gd name="connsiteY10" fmla="*/ 604171 h 621030"/>
              <a:gd name="connsiteX11" fmla="*/ 227364 w 469298"/>
              <a:gd name="connsiteY11" fmla="*/ 479965 h 621030"/>
              <a:gd name="connsiteX12" fmla="*/ 242223 w 469298"/>
              <a:gd name="connsiteY12" fmla="*/ 479774 h 621030"/>
              <a:gd name="connsiteX13" fmla="*/ 420912 w 469298"/>
              <a:gd name="connsiteY13" fmla="*/ 613791 h 621030"/>
              <a:gd name="connsiteX14" fmla="*/ 435866 w 469298"/>
              <a:gd name="connsiteY14" fmla="*/ 621030 h 621030"/>
              <a:gd name="connsiteX15" fmla="*/ 445581 w 469298"/>
              <a:gd name="connsiteY15" fmla="*/ 621030 h 621030"/>
              <a:gd name="connsiteX16" fmla="*/ 469299 w 469298"/>
              <a:gd name="connsiteY16" fmla="*/ 592265 h 621030"/>
              <a:gd name="connsiteX17" fmla="*/ 469299 w 469298"/>
              <a:gd name="connsiteY17" fmla="*/ 588645 h 621030"/>
              <a:gd name="connsiteX18" fmla="*/ 469299 w 469298"/>
              <a:gd name="connsiteY18" fmla="*/ 79915 h 621030"/>
              <a:gd name="connsiteX19" fmla="*/ 467679 w 469298"/>
              <a:gd name="connsiteY19" fmla="*/ 62484 h 621030"/>
              <a:gd name="connsiteX20" fmla="*/ 415292 w 469298"/>
              <a:gd name="connsiteY20" fmla="*/ 543211 h 621030"/>
              <a:gd name="connsiteX21" fmla="*/ 319470 w 469298"/>
              <a:gd name="connsiteY21" fmla="*/ 471297 h 621030"/>
              <a:gd name="connsiteX22" fmla="*/ 253176 w 469298"/>
              <a:gd name="connsiteY22" fmla="*/ 421577 h 621030"/>
              <a:gd name="connsiteX23" fmla="*/ 216315 w 469298"/>
              <a:gd name="connsiteY23" fmla="*/ 421577 h 621030"/>
              <a:gd name="connsiteX24" fmla="*/ 59438 w 469298"/>
              <a:gd name="connsiteY24" fmla="*/ 539211 h 621030"/>
              <a:gd name="connsiteX25" fmla="*/ 55152 w 469298"/>
              <a:gd name="connsiteY25" fmla="*/ 542354 h 621030"/>
              <a:gd name="connsiteX26" fmla="*/ 54009 w 469298"/>
              <a:gd name="connsiteY26" fmla="*/ 537877 h 621030"/>
              <a:gd name="connsiteX27" fmla="*/ 54009 w 469298"/>
              <a:gd name="connsiteY27" fmla="*/ 79915 h 621030"/>
              <a:gd name="connsiteX28" fmla="*/ 81536 w 469298"/>
              <a:gd name="connsiteY28" fmla="*/ 52388 h 621030"/>
              <a:gd name="connsiteX29" fmla="*/ 388050 w 469298"/>
              <a:gd name="connsiteY29" fmla="*/ 52388 h 621030"/>
              <a:gd name="connsiteX30" fmla="*/ 415578 w 469298"/>
              <a:gd name="connsiteY30" fmla="*/ 79915 h 621030"/>
              <a:gd name="connsiteX31" fmla="*/ 415578 w 469298"/>
              <a:gd name="connsiteY31" fmla="*/ 537877 h 621030"/>
              <a:gd name="connsiteX32" fmla="*/ 415387 w 469298"/>
              <a:gd name="connsiteY32" fmla="*/ 543020 h 621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469298" h="621030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9" name="TextBox 18">
            <a:hlinkClick r:id="rId8" action="ppaction://hlinksldjump"/>
            <a:extLst>
              <a:ext uri="{FF2B5EF4-FFF2-40B4-BE49-F238E27FC236}">
                <a16:creationId xmlns:a16="http://schemas.microsoft.com/office/drawing/2014/main" id="{B5F22004-B568-5F9F-D315-B9048F8F933E}"/>
              </a:ext>
            </a:extLst>
          </p:cNvPr>
          <p:cNvSpPr txBox="1"/>
          <p:nvPr/>
        </p:nvSpPr>
        <p:spPr>
          <a:xfrm>
            <a:off x="869323" y="3309423"/>
            <a:ext cx="17092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Phát Triển Tương Lai</a:t>
            </a:r>
          </a:p>
        </p:txBody>
      </p:sp>
      <p:sp>
        <p:nvSpPr>
          <p:cNvPr id="58" name="Freeform: Shape 57">
            <a:hlinkClick r:id="rId8" action="ppaction://hlinksldjump"/>
            <a:extLst>
              <a:ext uri="{FF2B5EF4-FFF2-40B4-BE49-F238E27FC236}">
                <a16:creationId xmlns:a16="http://schemas.microsoft.com/office/drawing/2014/main" id="{84827C04-91A4-59E2-705C-138BA0A13DA9}"/>
              </a:ext>
            </a:extLst>
          </p:cNvPr>
          <p:cNvSpPr/>
          <p:nvPr/>
        </p:nvSpPr>
        <p:spPr>
          <a:xfrm>
            <a:off x="439826" y="3323112"/>
            <a:ext cx="177405" cy="205826"/>
          </a:xfrm>
          <a:custGeom>
            <a:avLst/>
            <a:gdLst>
              <a:gd name="connsiteX0" fmla="*/ 250564 w 254310"/>
              <a:gd name="connsiteY0" fmla="*/ 139515 h 299233"/>
              <a:gd name="connsiteX1" fmla="*/ 215595 w 254310"/>
              <a:gd name="connsiteY1" fmla="*/ 93041 h 299233"/>
              <a:gd name="connsiteX2" fmla="*/ 215466 w 254310"/>
              <a:gd name="connsiteY2" fmla="*/ 86609 h 299233"/>
              <a:gd name="connsiteX3" fmla="*/ 250434 w 254310"/>
              <a:gd name="connsiteY3" fmla="*/ 40135 h 299233"/>
              <a:gd name="connsiteX4" fmla="*/ 254190 w 254310"/>
              <a:gd name="connsiteY4" fmla="*/ 31631 h 299233"/>
              <a:gd name="connsiteX5" fmla="*/ 238001 w 254310"/>
              <a:gd name="connsiteY5" fmla="*/ 14924 h 299233"/>
              <a:gd name="connsiteX6" fmla="*/ 63353 w 254310"/>
              <a:gd name="connsiteY6" fmla="*/ 14967 h 299233"/>
              <a:gd name="connsiteX7" fmla="*/ 59360 w 254310"/>
              <a:gd name="connsiteY7" fmla="*/ 11923 h 299233"/>
              <a:gd name="connsiteX8" fmla="*/ 45999 w 254310"/>
              <a:gd name="connsiteY8" fmla="*/ 30 h 299233"/>
              <a:gd name="connsiteX9" fmla="*/ 30716 w 254310"/>
              <a:gd name="connsiteY9" fmla="*/ 9916 h 299233"/>
              <a:gd name="connsiteX10" fmla="*/ 29788 w 254310"/>
              <a:gd name="connsiteY10" fmla="*/ 17169 h 299233"/>
              <a:gd name="connsiteX11" fmla="*/ 29788 w 254310"/>
              <a:gd name="connsiteY11" fmla="*/ 140615 h 299233"/>
              <a:gd name="connsiteX12" fmla="*/ 29788 w 254310"/>
              <a:gd name="connsiteY12" fmla="*/ 156049 h 299233"/>
              <a:gd name="connsiteX13" fmla="*/ 29853 w 254310"/>
              <a:gd name="connsiteY13" fmla="*/ 265811 h 299233"/>
              <a:gd name="connsiteX14" fmla="*/ 26205 w 254310"/>
              <a:gd name="connsiteY14" fmla="*/ 269437 h 299233"/>
              <a:gd name="connsiteX15" fmla="*/ 14290 w 254310"/>
              <a:gd name="connsiteY15" fmla="*/ 269437 h 299233"/>
              <a:gd name="connsiteX16" fmla="*/ 0 w 254310"/>
              <a:gd name="connsiteY16" fmla="*/ 284180 h 299233"/>
              <a:gd name="connsiteX17" fmla="*/ 14052 w 254310"/>
              <a:gd name="connsiteY17" fmla="*/ 299095 h 299233"/>
              <a:gd name="connsiteX18" fmla="*/ 75420 w 254310"/>
              <a:gd name="connsiteY18" fmla="*/ 299095 h 299233"/>
              <a:gd name="connsiteX19" fmla="*/ 89752 w 254310"/>
              <a:gd name="connsiteY19" fmla="*/ 284331 h 299233"/>
              <a:gd name="connsiteX20" fmla="*/ 75182 w 254310"/>
              <a:gd name="connsiteY20" fmla="*/ 269415 h 299233"/>
              <a:gd name="connsiteX21" fmla="*/ 63267 w 254310"/>
              <a:gd name="connsiteY21" fmla="*/ 269437 h 299233"/>
              <a:gd name="connsiteX22" fmla="*/ 59706 w 254310"/>
              <a:gd name="connsiteY22" fmla="*/ 265746 h 299233"/>
              <a:gd name="connsiteX23" fmla="*/ 59706 w 254310"/>
              <a:gd name="connsiteY23" fmla="*/ 168245 h 299233"/>
              <a:gd name="connsiteX24" fmla="*/ 63440 w 254310"/>
              <a:gd name="connsiteY24" fmla="*/ 164381 h 299233"/>
              <a:gd name="connsiteX25" fmla="*/ 235994 w 254310"/>
              <a:gd name="connsiteY25" fmla="*/ 164467 h 299233"/>
              <a:gd name="connsiteX26" fmla="*/ 240548 w 254310"/>
              <a:gd name="connsiteY26" fmla="*/ 164381 h 299233"/>
              <a:gd name="connsiteX27" fmla="*/ 250823 w 254310"/>
              <a:gd name="connsiteY27" fmla="*/ 159092 h 299233"/>
              <a:gd name="connsiteX28" fmla="*/ 250542 w 254310"/>
              <a:gd name="connsiteY28" fmla="*/ 139471 h 299233"/>
              <a:gd name="connsiteX29" fmla="*/ 228374 w 254310"/>
              <a:gd name="connsiteY29" fmla="*/ 147091 h 299233"/>
              <a:gd name="connsiteX30" fmla="*/ 69311 w 254310"/>
              <a:gd name="connsiteY30" fmla="*/ 147091 h 299233"/>
              <a:gd name="connsiteX31" fmla="*/ 59749 w 254310"/>
              <a:gd name="connsiteY31" fmla="*/ 138349 h 299233"/>
              <a:gd name="connsiteX32" fmla="*/ 59749 w 254310"/>
              <a:gd name="connsiteY32" fmla="*/ 40999 h 299233"/>
              <a:gd name="connsiteX33" fmla="*/ 69311 w 254310"/>
              <a:gd name="connsiteY33" fmla="*/ 32257 h 299233"/>
              <a:gd name="connsiteX34" fmla="*/ 228374 w 254310"/>
              <a:gd name="connsiteY34" fmla="*/ 32257 h 299233"/>
              <a:gd name="connsiteX35" fmla="*/ 230166 w 254310"/>
              <a:gd name="connsiteY35" fmla="*/ 32321 h 299233"/>
              <a:gd name="connsiteX36" fmla="*/ 205191 w 254310"/>
              <a:gd name="connsiteY36" fmla="*/ 62757 h 299233"/>
              <a:gd name="connsiteX37" fmla="*/ 187901 w 254310"/>
              <a:gd name="connsiteY37" fmla="*/ 83824 h 299233"/>
              <a:gd name="connsiteX38" fmla="*/ 187901 w 254310"/>
              <a:gd name="connsiteY38" fmla="*/ 95524 h 299233"/>
              <a:gd name="connsiteX39" fmla="*/ 228763 w 254310"/>
              <a:gd name="connsiteY39" fmla="*/ 145343 h 299233"/>
              <a:gd name="connsiteX40" fmla="*/ 229842 w 254310"/>
              <a:gd name="connsiteY40" fmla="*/ 146702 h 299233"/>
              <a:gd name="connsiteX41" fmla="*/ 228309 w 254310"/>
              <a:gd name="connsiteY41" fmla="*/ 147069 h 299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54310" h="299233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 w="2099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32C2ADA-8B7B-4990-FB78-B27C9A79E87E}"/>
              </a:ext>
            </a:extLst>
          </p:cNvPr>
          <p:cNvSpPr txBox="1"/>
          <p:nvPr/>
        </p:nvSpPr>
        <p:spPr>
          <a:xfrm>
            <a:off x="3216685" y="1006638"/>
            <a:ext cx="320312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>
                <a:solidFill>
                  <a:srgbClr val="1ED760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About App</a:t>
            </a:r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29B0C45B-43BB-5FBD-2EEB-988D2B901594}"/>
              </a:ext>
            </a:extLst>
          </p:cNvPr>
          <p:cNvSpPr/>
          <p:nvPr/>
        </p:nvSpPr>
        <p:spPr>
          <a:xfrm>
            <a:off x="4895682" y="4049726"/>
            <a:ext cx="8096" cy="857"/>
          </a:xfrm>
          <a:custGeom>
            <a:avLst/>
            <a:gdLst>
              <a:gd name="connsiteX0" fmla="*/ 8096 w 8096"/>
              <a:gd name="connsiteY0" fmla="*/ 0 h 857"/>
              <a:gd name="connsiteX1" fmla="*/ 0 w 8096"/>
              <a:gd name="connsiteY1" fmla="*/ 0 h 857"/>
              <a:gd name="connsiteX2" fmla="*/ 8096 w 8096"/>
              <a:gd name="connsiteY2" fmla="*/ 0 h 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096" h="857">
                <a:moveTo>
                  <a:pt x="8096" y="0"/>
                </a:moveTo>
                <a:lnTo>
                  <a:pt x="0" y="0"/>
                </a:lnTo>
                <a:cubicBezTo>
                  <a:pt x="2667" y="1143"/>
                  <a:pt x="5429" y="1143"/>
                  <a:pt x="8096" y="0"/>
                </a:cubicBezTo>
                <a:close/>
              </a:path>
            </a:pathLst>
          </a:custGeom>
          <a:solidFill>
            <a:srgbClr val="19191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74C5E675-701B-8094-F5F5-D71CAAE61688}"/>
              </a:ext>
            </a:extLst>
          </p:cNvPr>
          <p:cNvSpPr/>
          <p:nvPr/>
        </p:nvSpPr>
        <p:spPr>
          <a:xfrm>
            <a:off x="4895682" y="4049726"/>
            <a:ext cx="8096" cy="1572"/>
          </a:xfrm>
          <a:custGeom>
            <a:avLst/>
            <a:gdLst>
              <a:gd name="connsiteX0" fmla="*/ 8096 w 8096"/>
              <a:gd name="connsiteY0" fmla="*/ 0 h 1572"/>
              <a:gd name="connsiteX1" fmla="*/ 0 w 8096"/>
              <a:gd name="connsiteY1" fmla="*/ 0 h 1572"/>
              <a:gd name="connsiteX2" fmla="*/ 8096 w 8096"/>
              <a:gd name="connsiteY2" fmla="*/ 0 h 1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096" h="1572">
                <a:moveTo>
                  <a:pt x="8096" y="0"/>
                </a:moveTo>
                <a:cubicBezTo>
                  <a:pt x="5429" y="1143"/>
                  <a:pt x="2667" y="1143"/>
                  <a:pt x="0" y="0"/>
                </a:cubicBezTo>
                <a:cubicBezTo>
                  <a:pt x="2667" y="2191"/>
                  <a:pt x="5429" y="2000"/>
                  <a:pt x="8096" y="0"/>
                </a:cubicBezTo>
                <a:close/>
              </a:path>
            </a:pathLst>
          </a:custGeom>
          <a:solidFill>
            <a:srgbClr val="19191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41223AA4-B730-3AEB-3564-71CF3E904C71}"/>
              </a:ext>
            </a:extLst>
          </p:cNvPr>
          <p:cNvSpPr txBox="1"/>
          <p:nvPr/>
        </p:nvSpPr>
        <p:spPr>
          <a:xfrm>
            <a:off x="3216685" y="1994504"/>
            <a:ext cx="8575264" cy="1889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solidFill>
                  <a:srgbClr val="B4B5B2"/>
                </a:solidFill>
                <a:latin typeface="Open Sans" panose="020B0606030504020204" pitchFamily="34" charset="0"/>
              </a:rPr>
              <a:t>Đây </a:t>
            </a:r>
            <a:r>
              <a:rPr lang="en-US" sz="2000" dirty="0">
                <a:solidFill>
                  <a:srgbClr val="B4B5B2"/>
                </a:solidFill>
              </a:rPr>
              <a:t>là một ứng dụng nghe nhạc </a:t>
            </a:r>
            <a:r>
              <a:rPr lang="en-US" sz="2000" dirty="0" err="1">
                <a:solidFill>
                  <a:srgbClr val="B4B5B2"/>
                </a:solidFill>
              </a:rPr>
              <a:t>trực</a:t>
            </a:r>
            <a:r>
              <a:rPr lang="en-US" sz="2000" dirty="0">
                <a:solidFill>
                  <a:srgbClr val="B4B5B2"/>
                </a:solidFill>
              </a:rPr>
              <a:t> </a:t>
            </a:r>
            <a:r>
              <a:rPr lang="en-US" sz="2000" dirty="0" err="1">
                <a:solidFill>
                  <a:srgbClr val="B4B5B2"/>
                </a:solidFill>
              </a:rPr>
              <a:t>tuyến</a:t>
            </a:r>
            <a:r>
              <a:rPr lang="en-US" sz="2000" dirty="0">
                <a:solidFill>
                  <a:srgbClr val="B4B5B2"/>
                </a:solidFill>
              </a:rPr>
              <a:t>, </a:t>
            </a:r>
            <a:r>
              <a:rPr lang="vi-VN" sz="2000" dirty="0">
                <a:solidFill>
                  <a:srgbClr val="B4B5B2"/>
                </a:solidFill>
              </a:rPr>
              <a:t>cho phép người dùng truy cập hàng triệu bài hát</a:t>
            </a:r>
            <a:r>
              <a:rPr lang="en-US" sz="2000" dirty="0">
                <a:solidFill>
                  <a:srgbClr val="B4B5B2"/>
                </a:solidFill>
              </a:rPr>
              <a:t> </a:t>
            </a:r>
            <a:r>
              <a:rPr lang="vi-VN" sz="2000" dirty="0">
                <a:solidFill>
                  <a:srgbClr val="B4B5B2"/>
                </a:solidFill>
              </a:rPr>
              <a:t>từ các nghệ sĩ trên khắp thế giới</a:t>
            </a:r>
            <a:r>
              <a:rPr lang="en-US" sz="2000" dirty="0">
                <a:solidFill>
                  <a:srgbClr val="B4B5B2"/>
                </a:solidFill>
              </a:rPr>
              <a:t>. Với </a:t>
            </a:r>
            <a:r>
              <a:rPr lang="vi-VN" sz="2000" dirty="0">
                <a:solidFill>
                  <a:srgbClr val="B4B5B2"/>
                </a:solidFill>
              </a:rPr>
              <a:t>giao diện thân thiện và tính năng cá nhân hóa cao, Spotify cung cấp danh sách phát được đề xuất theo </a:t>
            </a:r>
            <a:r>
              <a:rPr lang="en-US" sz="2000" dirty="0" err="1">
                <a:solidFill>
                  <a:srgbClr val="B4B5B2"/>
                </a:solidFill>
              </a:rPr>
              <a:t>các</a:t>
            </a:r>
            <a:r>
              <a:rPr lang="en-US" sz="2000" dirty="0">
                <a:solidFill>
                  <a:srgbClr val="B4B5B2"/>
                </a:solidFill>
              </a:rPr>
              <a:t> </a:t>
            </a:r>
            <a:r>
              <a:rPr lang="en-US" sz="2000" dirty="0" err="1">
                <a:solidFill>
                  <a:srgbClr val="B4B5B2"/>
                </a:solidFill>
              </a:rPr>
              <a:t>bài</a:t>
            </a:r>
            <a:r>
              <a:rPr lang="en-US" sz="2000" dirty="0">
                <a:solidFill>
                  <a:srgbClr val="B4B5B2"/>
                </a:solidFill>
              </a:rPr>
              <a:t> </a:t>
            </a:r>
            <a:r>
              <a:rPr lang="en-US" sz="2000" dirty="0" err="1">
                <a:solidFill>
                  <a:srgbClr val="B4B5B2"/>
                </a:solidFill>
              </a:rPr>
              <a:t>nhạc</a:t>
            </a:r>
            <a:r>
              <a:rPr lang="en-US" sz="2000" dirty="0">
                <a:solidFill>
                  <a:srgbClr val="B4B5B2"/>
                </a:solidFill>
              </a:rPr>
              <a:t> </a:t>
            </a:r>
            <a:r>
              <a:rPr lang="en-US" sz="2000" dirty="0" err="1">
                <a:solidFill>
                  <a:srgbClr val="B4B5B2"/>
                </a:solidFill>
              </a:rPr>
              <a:t>thịnh</a:t>
            </a:r>
            <a:r>
              <a:rPr lang="en-US" sz="2000" dirty="0">
                <a:solidFill>
                  <a:srgbClr val="B4B5B2"/>
                </a:solidFill>
              </a:rPr>
              <a:t> </a:t>
            </a:r>
            <a:r>
              <a:rPr lang="en-US" sz="2000" dirty="0" err="1">
                <a:solidFill>
                  <a:srgbClr val="B4B5B2"/>
                </a:solidFill>
              </a:rPr>
              <a:t>hành</a:t>
            </a:r>
            <a:r>
              <a:rPr lang="en-US" sz="2000" dirty="0">
                <a:solidFill>
                  <a:srgbClr val="B4B5B2"/>
                </a:solidFill>
              </a:rPr>
              <a:t>.</a:t>
            </a:r>
            <a:endParaRPr lang="en-IN" sz="2000" dirty="0">
              <a:solidFill>
                <a:srgbClr val="B4B5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7024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2C2C2C"/>
            </a:gs>
            <a:gs pos="55000">
              <a:schemeClr val="tx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025ACCD-BEFE-4057-D0DA-23300AB281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300867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5268A36-91BD-F774-706B-5A541EC6E5D2}"/>
              </a:ext>
            </a:extLst>
          </p:cNvPr>
          <p:cNvGrpSpPr/>
          <p:nvPr/>
        </p:nvGrpSpPr>
        <p:grpSpPr>
          <a:xfrm>
            <a:off x="9104466" y="294121"/>
            <a:ext cx="1011084" cy="311801"/>
            <a:chOff x="9104466" y="294121"/>
            <a:chExt cx="1011084" cy="311801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ADD5BFBE-6641-D138-826B-10AF96D14A21}"/>
                </a:ext>
              </a:extLst>
            </p:cNvPr>
            <p:cNvSpPr/>
            <p:nvPr/>
          </p:nvSpPr>
          <p:spPr>
            <a:xfrm>
              <a:off x="9104466" y="294121"/>
              <a:ext cx="1011084" cy="297947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41CB0576-DF8B-34D7-6035-B4F1FE7BA261}"/>
                </a:ext>
              </a:extLst>
            </p:cNvPr>
            <p:cNvSpPr txBox="1"/>
            <p:nvPr/>
          </p:nvSpPr>
          <p:spPr>
            <a:xfrm>
              <a:off x="9179442" y="328923"/>
              <a:ext cx="8611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>
                  <a:solidFill>
                    <a:schemeClr val="bg1"/>
                  </a:solidFill>
                  <a:latin typeface="Poppins Medium" panose="00000600000000000000" pitchFamily="50" charset="0"/>
                  <a:cs typeface="Poppins Medium" panose="00000600000000000000" pitchFamily="50" charset="0"/>
                </a:rPr>
                <a:t>Upgrade</a:t>
              </a:r>
            </a:p>
          </p:txBody>
        </p:sp>
      </p:grp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82381173-9D11-EA28-C232-8562E09E7A8A}"/>
              </a:ext>
            </a:extLst>
          </p:cNvPr>
          <p:cNvSpPr/>
          <p:nvPr/>
        </p:nvSpPr>
        <p:spPr>
          <a:xfrm>
            <a:off x="10428440" y="294121"/>
            <a:ext cx="1363509" cy="297947"/>
          </a:xfrm>
          <a:prstGeom prst="roundRect">
            <a:avLst>
              <a:gd name="adj" fmla="val 50000"/>
            </a:avLst>
          </a:prstGeom>
          <a:solidFill>
            <a:srgbClr val="0A080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9C2A340-4710-5833-FBEA-EC919DD51A6E}"/>
              </a:ext>
            </a:extLst>
          </p:cNvPr>
          <p:cNvSpPr txBox="1"/>
          <p:nvPr/>
        </p:nvSpPr>
        <p:spPr>
          <a:xfrm>
            <a:off x="10659597" y="328923"/>
            <a:ext cx="9877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Ronney JR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7859F75F-3F6A-F6DE-C7C4-920FB32200D1}"/>
              </a:ext>
            </a:extLst>
          </p:cNvPr>
          <p:cNvSpPr/>
          <p:nvPr/>
        </p:nvSpPr>
        <p:spPr>
          <a:xfrm>
            <a:off x="10465928" y="322008"/>
            <a:ext cx="238127" cy="238127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Graphic 78">
            <a:extLst>
              <a:ext uri="{FF2B5EF4-FFF2-40B4-BE49-F238E27FC236}">
                <a16:creationId xmlns:a16="http://schemas.microsoft.com/office/drawing/2014/main" id="{2770181D-94BB-87F9-9F1C-C577F5415446}"/>
              </a:ext>
            </a:extLst>
          </p:cNvPr>
          <p:cNvSpPr/>
          <p:nvPr/>
        </p:nvSpPr>
        <p:spPr>
          <a:xfrm>
            <a:off x="10526959" y="377048"/>
            <a:ext cx="116064" cy="128047"/>
          </a:xfrm>
          <a:custGeom>
            <a:avLst/>
            <a:gdLst>
              <a:gd name="connsiteX0" fmla="*/ 115527 w 116064"/>
              <a:gd name="connsiteY0" fmla="*/ 108391 h 128047"/>
              <a:gd name="connsiteX1" fmla="*/ 94646 w 116064"/>
              <a:gd name="connsiteY1" fmla="*/ 71344 h 128047"/>
              <a:gd name="connsiteX2" fmla="*/ 79582 w 116064"/>
              <a:gd name="connsiteY2" fmla="*/ 62465 h 128047"/>
              <a:gd name="connsiteX3" fmla="*/ 84052 w 116064"/>
              <a:gd name="connsiteY3" fmla="*/ 11702 h 128047"/>
              <a:gd name="connsiteX4" fmla="*/ 35187 w 116064"/>
              <a:gd name="connsiteY4" fmla="*/ 8640 h 128047"/>
              <a:gd name="connsiteX5" fmla="*/ 23308 w 116064"/>
              <a:gd name="connsiteY5" fmla="*/ 32889 h 128047"/>
              <a:gd name="connsiteX6" fmla="*/ 36534 w 116064"/>
              <a:gd name="connsiteY6" fmla="*/ 62404 h 128047"/>
              <a:gd name="connsiteX7" fmla="*/ 35432 w 116064"/>
              <a:gd name="connsiteY7" fmla="*/ 62894 h 128047"/>
              <a:gd name="connsiteX8" fmla="*/ 4448 w 116064"/>
              <a:gd name="connsiteY8" fmla="*/ 94123 h 128047"/>
              <a:gd name="connsiteX9" fmla="*/ 100 w 116064"/>
              <a:gd name="connsiteY9" fmla="*/ 122842 h 128047"/>
              <a:gd name="connsiteX10" fmla="*/ 1631 w 116064"/>
              <a:gd name="connsiteY10" fmla="*/ 126210 h 128047"/>
              <a:gd name="connsiteX11" fmla="*/ 6407 w 116064"/>
              <a:gd name="connsiteY11" fmla="*/ 128047 h 128047"/>
              <a:gd name="connsiteX12" fmla="*/ 109648 w 116064"/>
              <a:gd name="connsiteY12" fmla="*/ 128047 h 128047"/>
              <a:gd name="connsiteX13" fmla="*/ 110995 w 116064"/>
              <a:gd name="connsiteY13" fmla="*/ 127986 h 128047"/>
              <a:gd name="connsiteX14" fmla="*/ 116016 w 116064"/>
              <a:gd name="connsiteY14" fmla="*/ 122475 h 128047"/>
              <a:gd name="connsiteX15" fmla="*/ 115465 w 116064"/>
              <a:gd name="connsiteY15" fmla="*/ 108330 h 128047"/>
              <a:gd name="connsiteX16" fmla="*/ 34881 w 116064"/>
              <a:gd name="connsiteY16" fmla="*/ 35094 h 128047"/>
              <a:gd name="connsiteX17" fmla="*/ 57721 w 116064"/>
              <a:gd name="connsiteY17" fmla="*/ 11702 h 128047"/>
              <a:gd name="connsiteX18" fmla="*/ 81235 w 116064"/>
              <a:gd name="connsiteY18" fmla="*/ 34971 h 128047"/>
              <a:gd name="connsiteX19" fmla="*/ 57966 w 116064"/>
              <a:gd name="connsiteY19" fmla="*/ 58240 h 128047"/>
              <a:gd name="connsiteX20" fmla="*/ 34881 w 116064"/>
              <a:gd name="connsiteY20" fmla="*/ 35094 h 128047"/>
              <a:gd name="connsiteX21" fmla="*/ 103280 w 116064"/>
              <a:gd name="connsiteY21" fmla="*/ 116413 h 128047"/>
              <a:gd name="connsiteX22" fmla="*/ 57966 w 116064"/>
              <a:gd name="connsiteY22" fmla="*/ 116413 h 128047"/>
              <a:gd name="connsiteX23" fmla="*/ 13082 w 116064"/>
              <a:gd name="connsiteY23" fmla="*/ 116413 h 128047"/>
              <a:gd name="connsiteX24" fmla="*/ 11612 w 116064"/>
              <a:gd name="connsiteY24" fmla="*/ 114943 h 128047"/>
              <a:gd name="connsiteX25" fmla="*/ 41494 w 116064"/>
              <a:gd name="connsiteY25" fmla="*/ 72936 h 128047"/>
              <a:gd name="connsiteX26" fmla="*/ 103219 w 116064"/>
              <a:gd name="connsiteY26" fmla="*/ 105697 h 128047"/>
              <a:gd name="connsiteX27" fmla="*/ 104443 w 116064"/>
              <a:gd name="connsiteY27" fmla="*/ 115127 h 128047"/>
              <a:gd name="connsiteX28" fmla="*/ 103219 w 116064"/>
              <a:gd name="connsiteY28" fmla="*/ 116351 h 128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16064" h="128047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bg1"/>
          </a:solidFill>
          <a:ln w="6016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1" name="Isosceles Triangle 80">
            <a:extLst>
              <a:ext uri="{FF2B5EF4-FFF2-40B4-BE49-F238E27FC236}">
                <a16:creationId xmlns:a16="http://schemas.microsoft.com/office/drawing/2014/main" id="{59106057-6687-7436-2443-36CF82D5A997}"/>
              </a:ext>
            </a:extLst>
          </p:cNvPr>
          <p:cNvSpPr/>
          <p:nvPr/>
        </p:nvSpPr>
        <p:spPr>
          <a:xfrm rot="3600000">
            <a:off x="11583174" y="388252"/>
            <a:ext cx="86542" cy="7460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32C2ADA-8B7B-4990-FB78-B27C9A79E87E}"/>
              </a:ext>
            </a:extLst>
          </p:cNvPr>
          <p:cNvSpPr txBox="1"/>
          <p:nvPr/>
        </p:nvSpPr>
        <p:spPr>
          <a:xfrm>
            <a:off x="3258053" y="804420"/>
            <a:ext cx="551625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>
                <a:solidFill>
                  <a:srgbClr val="1ED760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Kế Hoạch Phát Triển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7C78772-CF0D-FAE7-01E1-5AE6826A2D37}"/>
              </a:ext>
            </a:extLst>
          </p:cNvPr>
          <p:cNvGrpSpPr/>
          <p:nvPr/>
        </p:nvGrpSpPr>
        <p:grpSpPr>
          <a:xfrm>
            <a:off x="3258053" y="292100"/>
            <a:ext cx="297947" cy="297947"/>
            <a:chOff x="8892506" y="664914"/>
            <a:chExt cx="209401" cy="209401"/>
          </a:xfrm>
        </p:grpSpPr>
        <p:sp>
          <p:nvSpPr>
            <p:cNvPr id="21" name="Oval 20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B3381598-C206-30AD-42BC-5F9AB29C2FCD}"/>
                </a:ext>
              </a:extLst>
            </p:cNvPr>
            <p:cNvSpPr/>
            <p:nvPr/>
          </p:nvSpPr>
          <p:spPr>
            <a:xfrm>
              <a:off x="8892506" y="664914"/>
              <a:ext cx="209401" cy="209401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Graphic 63" descr="Caret Left with solid fill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F26F555F-9904-2E41-F5B3-B4FCA0928F0B}"/>
                </a:ext>
              </a:extLst>
            </p:cNvPr>
            <p:cNvSpPr/>
            <p:nvPr/>
          </p:nvSpPr>
          <p:spPr>
            <a:xfrm>
              <a:off x="8960350" y="717942"/>
              <a:ext cx="59427" cy="103344"/>
            </a:xfrm>
            <a:custGeom>
              <a:avLst/>
              <a:gdLst>
                <a:gd name="connsiteX0" fmla="*/ 269081 w 309505"/>
                <a:gd name="connsiteY0" fmla="*/ 538229 h 538229"/>
                <a:gd name="connsiteX1" fmla="*/ 0 w 309505"/>
                <a:gd name="connsiteY1" fmla="*/ 269091 h 538229"/>
                <a:gd name="connsiteX2" fmla="*/ 269081 w 309505"/>
                <a:gd name="connsiteY2" fmla="*/ 0 h 538229"/>
                <a:gd name="connsiteX3" fmla="*/ 309496 w 309505"/>
                <a:gd name="connsiteY3" fmla="*/ 40405 h 538229"/>
                <a:gd name="connsiteX4" fmla="*/ 80810 w 309505"/>
                <a:gd name="connsiteY4" fmla="*/ 269091 h 538229"/>
                <a:gd name="connsiteX5" fmla="*/ 309505 w 309505"/>
                <a:gd name="connsiteY5" fmla="*/ 497824 h 538229"/>
                <a:gd name="connsiteX6" fmla="*/ 269081 w 309505"/>
                <a:gd name="connsiteY6" fmla="*/ 538229 h 53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9505" h="538229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A506E3E-B360-F6CC-2884-D76F97DE4294}"/>
              </a:ext>
            </a:extLst>
          </p:cNvPr>
          <p:cNvGrpSpPr/>
          <p:nvPr/>
        </p:nvGrpSpPr>
        <p:grpSpPr>
          <a:xfrm flipH="1">
            <a:off x="3665943" y="292100"/>
            <a:ext cx="297947" cy="297947"/>
            <a:chOff x="8892506" y="664914"/>
            <a:chExt cx="209401" cy="209401"/>
          </a:xfrm>
        </p:grpSpPr>
        <p:sp>
          <p:nvSpPr>
            <p:cNvPr id="28" name="Oval 27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D1C0A7E-463D-967C-2847-7EBD6C3D88AF}"/>
                </a:ext>
              </a:extLst>
            </p:cNvPr>
            <p:cNvSpPr/>
            <p:nvPr/>
          </p:nvSpPr>
          <p:spPr>
            <a:xfrm>
              <a:off x="8892506" y="664914"/>
              <a:ext cx="209401" cy="209401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Graphic 63" descr="Caret Left with solid fill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4F77C75-4D59-9780-69C6-6137BEDF88E2}"/>
                </a:ext>
              </a:extLst>
            </p:cNvPr>
            <p:cNvSpPr/>
            <p:nvPr/>
          </p:nvSpPr>
          <p:spPr>
            <a:xfrm>
              <a:off x="8960350" y="717942"/>
              <a:ext cx="59427" cy="103344"/>
            </a:xfrm>
            <a:custGeom>
              <a:avLst/>
              <a:gdLst>
                <a:gd name="connsiteX0" fmla="*/ 269081 w 309505"/>
                <a:gd name="connsiteY0" fmla="*/ 538229 h 538229"/>
                <a:gd name="connsiteX1" fmla="*/ 0 w 309505"/>
                <a:gd name="connsiteY1" fmla="*/ 269091 h 538229"/>
                <a:gd name="connsiteX2" fmla="*/ 269081 w 309505"/>
                <a:gd name="connsiteY2" fmla="*/ 0 h 538229"/>
                <a:gd name="connsiteX3" fmla="*/ 309496 w 309505"/>
                <a:gd name="connsiteY3" fmla="*/ 40405 h 538229"/>
                <a:gd name="connsiteX4" fmla="*/ 80810 w 309505"/>
                <a:gd name="connsiteY4" fmla="*/ 269091 h 538229"/>
                <a:gd name="connsiteX5" fmla="*/ 309505 w 309505"/>
                <a:gd name="connsiteY5" fmla="*/ 497824 h 538229"/>
                <a:gd name="connsiteX6" fmla="*/ 269081 w 309505"/>
                <a:gd name="connsiteY6" fmla="*/ 538229 h 53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9505" h="538229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aphicFrame>
        <p:nvGraphicFramePr>
          <p:cNvPr id="17" name="Diagram 16"/>
          <p:cNvGraphicFramePr/>
          <p:nvPr>
            <p:extLst>
              <p:ext uri="{D42A27DB-BD31-4B8C-83A1-F6EECF244321}">
                <p14:modId xmlns:p14="http://schemas.microsoft.com/office/powerpoint/2010/main" val="1940420169"/>
              </p:ext>
            </p:extLst>
          </p:nvPr>
        </p:nvGraphicFramePr>
        <p:xfrm>
          <a:off x="3665943" y="1391056"/>
          <a:ext cx="7219308" cy="51943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815A11C7-F573-B15E-626F-1C58A908CC32}"/>
              </a:ext>
            </a:extLst>
          </p:cNvPr>
          <p:cNvGrpSpPr/>
          <p:nvPr/>
        </p:nvGrpSpPr>
        <p:grpSpPr>
          <a:xfrm>
            <a:off x="400078" y="221673"/>
            <a:ext cx="361410" cy="70427"/>
            <a:chOff x="249382" y="221673"/>
            <a:chExt cx="234616" cy="45719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5E1F880-0A54-766E-CED4-D11DE7004C7C}"/>
                </a:ext>
              </a:extLst>
            </p:cNvPr>
            <p:cNvSpPr/>
            <p:nvPr/>
          </p:nvSpPr>
          <p:spPr>
            <a:xfrm>
              <a:off x="249382" y="22167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AFD73A3-64BF-0F4D-C670-EE3D2787C486}"/>
                </a:ext>
              </a:extLst>
            </p:cNvPr>
            <p:cNvSpPr/>
            <p:nvPr/>
          </p:nvSpPr>
          <p:spPr>
            <a:xfrm>
              <a:off x="344632" y="22167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88D00A2-BD83-1888-55CA-5AED7B6A8578}"/>
                </a:ext>
              </a:extLst>
            </p:cNvPr>
            <p:cNvSpPr/>
            <p:nvPr/>
          </p:nvSpPr>
          <p:spPr>
            <a:xfrm>
              <a:off x="438279" y="22167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9" name="TextBox 18">
            <a:hlinkClick r:id="rId7" action="ppaction://hlinksldjump"/>
            <a:extLst>
              <a:ext uri="{FF2B5EF4-FFF2-40B4-BE49-F238E27FC236}">
                <a16:creationId xmlns:a16="http://schemas.microsoft.com/office/drawing/2014/main" id="{8A2E28E3-E8E3-29BB-8B93-C1573B426C65}"/>
              </a:ext>
            </a:extLst>
          </p:cNvPr>
          <p:cNvSpPr txBox="1"/>
          <p:nvPr/>
        </p:nvSpPr>
        <p:spPr>
          <a:xfrm>
            <a:off x="400078" y="1302714"/>
            <a:ext cx="14686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IN" sz="1200" dirty="0">
                <a:solidFill>
                  <a:srgbClr val="1ED760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About App</a:t>
            </a:r>
          </a:p>
        </p:txBody>
      </p:sp>
      <p:sp>
        <p:nvSpPr>
          <p:cNvPr id="23" name="Graphic 14">
            <a:hlinkClick r:id="rId7" action="ppaction://hlinksldjump"/>
            <a:extLst>
              <a:ext uri="{FF2B5EF4-FFF2-40B4-BE49-F238E27FC236}">
                <a16:creationId xmlns:a16="http://schemas.microsoft.com/office/drawing/2014/main" id="{E34AED0E-18F1-2FD9-1653-22EB71157F05}"/>
              </a:ext>
            </a:extLst>
          </p:cNvPr>
          <p:cNvSpPr/>
          <p:nvPr/>
        </p:nvSpPr>
        <p:spPr>
          <a:xfrm>
            <a:off x="400079" y="1334031"/>
            <a:ext cx="205404" cy="204111"/>
          </a:xfrm>
          <a:custGeom>
            <a:avLst/>
            <a:gdLst>
              <a:gd name="connsiteX0" fmla="*/ 535467 w 535484"/>
              <a:gd name="connsiteY0" fmla="*/ 325659 h 532115"/>
              <a:gd name="connsiteX1" fmla="*/ 535467 w 535484"/>
              <a:gd name="connsiteY1" fmla="*/ 468764 h 532115"/>
              <a:gd name="connsiteX2" fmla="*/ 472362 w 535484"/>
              <a:gd name="connsiteY2" fmla="*/ 532084 h 532115"/>
              <a:gd name="connsiteX3" fmla="*/ 379443 w 535484"/>
              <a:gd name="connsiteY3" fmla="*/ 532084 h 532115"/>
              <a:gd name="connsiteX4" fmla="*/ 337191 w 535484"/>
              <a:gd name="connsiteY4" fmla="*/ 489882 h 532115"/>
              <a:gd name="connsiteX5" fmla="*/ 337191 w 535484"/>
              <a:gd name="connsiteY5" fmla="*/ 386429 h 532115"/>
              <a:gd name="connsiteX6" fmla="*/ 314400 w 535484"/>
              <a:gd name="connsiteY6" fmla="*/ 363555 h 532115"/>
              <a:gd name="connsiteX7" fmla="*/ 220852 w 535484"/>
              <a:gd name="connsiteY7" fmla="*/ 363555 h 532115"/>
              <a:gd name="connsiteX8" fmla="*/ 198393 w 535484"/>
              <a:gd name="connsiteY8" fmla="*/ 386114 h 532115"/>
              <a:gd name="connsiteX9" fmla="*/ 198393 w 535484"/>
              <a:gd name="connsiteY9" fmla="*/ 489567 h 532115"/>
              <a:gd name="connsiteX10" fmla="*/ 155825 w 535484"/>
              <a:gd name="connsiteY10" fmla="*/ 532084 h 532115"/>
              <a:gd name="connsiteX11" fmla="*/ 62277 w 535484"/>
              <a:gd name="connsiteY11" fmla="*/ 532084 h 532115"/>
              <a:gd name="connsiteX12" fmla="*/ 83 w 535484"/>
              <a:gd name="connsiteY12" fmla="*/ 469691 h 532115"/>
              <a:gd name="connsiteX13" fmla="*/ 0 w 535484"/>
              <a:gd name="connsiteY13" fmla="*/ 179772 h 532115"/>
              <a:gd name="connsiteX14" fmla="*/ 22277 w 535484"/>
              <a:gd name="connsiteY14" fmla="*/ 140584 h 532115"/>
              <a:gd name="connsiteX15" fmla="*/ 245448 w 535484"/>
              <a:gd name="connsiteY15" fmla="*/ 6737 h 532115"/>
              <a:gd name="connsiteX16" fmla="*/ 289854 w 535484"/>
              <a:gd name="connsiteY16" fmla="*/ 6605 h 532115"/>
              <a:gd name="connsiteX17" fmla="*/ 514548 w 535484"/>
              <a:gd name="connsiteY17" fmla="*/ 141412 h 532115"/>
              <a:gd name="connsiteX18" fmla="*/ 535484 w 535484"/>
              <a:gd name="connsiteY18" fmla="*/ 178844 h 532115"/>
              <a:gd name="connsiteX19" fmla="*/ 535451 w 535484"/>
              <a:gd name="connsiteY19" fmla="*/ 325676 h 53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35484" h="532115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 w="1651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4" name="TextBox 23">
            <a:hlinkClick r:id="rId8" action="ppaction://hlinksldjump"/>
            <a:extLst>
              <a:ext uri="{FF2B5EF4-FFF2-40B4-BE49-F238E27FC236}">
                <a16:creationId xmlns:a16="http://schemas.microsoft.com/office/drawing/2014/main" id="{D653712C-C689-434F-6A85-4BD7BBEFBC70}"/>
              </a:ext>
            </a:extLst>
          </p:cNvPr>
          <p:cNvSpPr txBox="1"/>
          <p:nvPr/>
        </p:nvSpPr>
        <p:spPr>
          <a:xfrm>
            <a:off x="869323" y="889404"/>
            <a:ext cx="8114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About Me</a:t>
            </a:r>
          </a:p>
        </p:txBody>
      </p:sp>
      <p:sp>
        <p:nvSpPr>
          <p:cNvPr id="25" name="Graphic 19">
            <a:hlinkClick r:id="rId8" action="ppaction://hlinksldjump"/>
            <a:extLst>
              <a:ext uri="{FF2B5EF4-FFF2-40B4-BE49-F238E27FC236}">
                <a16:creationId xmlns:a16="http://schemas.microsoft.com/office/drawing/2014/main" id="{F7E57B4C-A4C6-4B43-5487-C8AAE8F59924}"/>
              </a:ext>
            </a:extLst>
          </p:cNvPr>
          <p:cNvSpPr/>
          <p:nvPr/>
        </p:nvSpPr>
        <p:spPr>
          <a:xfrm>
            <a:off x="406140" y="892951"/>
            <a:ext cx="197120" cy="204111"/>
          </a:xfrm>
          <a:custGeom>
            <a:avLst/>
            <a:gdLst>
              <a:gd name="connsiteX0" fmla="*/ 3715304 w 3788950"/>
              <a:gd name="connsiteY0" fmla="*/ 3556921 h 3923333"/>
              <a:gd name="connsiteX1" fmla="*/ 2822431 w 3788950"/>
              <a:gd name="connsiteY1" fmla="*/ 2629852 h 3923333"/>
              <a:gd name="connsiteX2" fmla="*/ 2820430 w 3788950"/>
              <a:gd name="connsiteY2" fmla="*/ 2571845 h 3923333"/>
              <a:gd name="connsiteX3" fmla="*/ 3065128 w 3788950"/>
              <a:gd name="connsiteY3" fmla="*/ 2146459 h 3923333"/>
              <a:gd name="connsiteX4" fmla="*/ 3148186 w 3788950"/>
              <a:gd name="connsiteY4" fmla="*/ 1330071 h 3923333"/>
              <a:gd name="connsiteX5" fmla="*/ 2612214 w 3788950"/>
              <a:gd name="connsiteY5" fmla="*/ 381476 h 3923333"/>
              <a:gd name="connsiteX6" fmla="*/ 1888600 w 3788950"/>
              <a:gd name="connsiteY6" fmla="*/ 29432 h 3923333"/>
              <a:gd name="connsiteX7" fmla="*/ 1718483 w 3788950"/>
              <a:gd name="connsiteY7" fmla="*/ 0 h 3923333"/>
              <a:gd name="connsiteX8" fmla="*/ 1695528 w 3788950"/>
              <a:gd name="connsiteY8" fmla="*/ 0 h 3923333"/>
              <a:gd name="connsiteX9" fmla="*/ 1672573 w 3788950"/>
              <a:gd name="connsiteY9" fmla="*/ 3905 h 3923333"/>
              <a:gd name="connsiteX10" fmla="*/ 1649617 w 3788950"/>
              <a:gd name="connsiteY10" fmla="*/ 0 h 3923333"/>
              <a:gd name="connsiteX11" fmla="*/ 1511695 w 3788950"/>
              <a:gd name="connsiteY11" fmla="*/ 0 h 3923333"/>
              <a:gd name="connsiteX12" fmla="*/ 1495312 w 3788950"/>
              <a:gd name="connsiteY12" fmla="*/ 3905 h 3923333"/>
              <a:gd name="connsiteX13" fmla="*/ 1482073 w 3788950"/>
              <a:gd name="connsiteY13" fmla="*/ 3905 h 3923333"/>
              <a:gd name="connsiteX14" fmla="*/ 1465690 w 3788950"/>
              <a:gd name="connsiteY14" fmla="*/ 0 h 3923333"/>
              <a:gd name="connsiteX15" fmla="*/ 1442734 w 3788950"/>
              <a:gd name="connsiteY15" fmla="*/ 0 h 3923333"/>
              <a:gd name="connsiteX16" fmla="*/ 1374726 w 3788950"/>
              <a:gd name="connsiteY16" fmla="*/ 14288 h 3923333"/>
              <a:gd name="connsiteX17" fmla="*/ 686926 w 3788950"/>
              <a:gd name="connsiteY17" fmla="*/ 281369 h 3923333"/>
              <a:gd name="connsiteX18" fmla="*/ 143429 w 3788950"/>
              <a:gd name="connsiteY18" fmla="*/ 930402 h 3923333"/>
              <a:gd name="connsiteX19" fmla="*/ 20366 w 3788950"/>
              <a:gd name="connsiteY19" fmla="*/ 1830229 h 3923333"/>
              <a:gd name="connsiteX20" fmla="*/ 534145 w 3788950"/>
              <a:gd name="connsiteY20" fmla="*/ 2766251 h 3923333"/>
              <a:gd name="connsiteX21" fmla="*/ 1337102 w 3788950"/>
              <a:gd name="connsiteY21" fmla="*/ 3148298 h 3923333"/>
              <a:gd name="connsiteX22" fmla="*/ 2460385 w 3788950"/>
              <a:gd name="connsiteY22" fmla="*/ 2901791 h 3923333"/>
              <a:gd name="connsiteX23" fmla="*/ 2519059 w 3788950"/>
              <a:gd name="connsiteY23" fmla="*/ 2908364 h 3923333"/>
              <a:gd name="connsiteX24" fmla="*/ 3416219 w 3788950"/>
              <a:gd name="connsiteY24" fmla="*/ 3842004 h 3923333"/>
              <a:gd name="connsiteX25" fmla="*/ 3449461 w 3788950"/>
              <a:gd name="connsiteY25" fmla="*/ 3873722 h 3923333"/>
              <a:gd name="connsiteX26" fmla="*/ 3761786 w 3788950"/>
              <a:gd name="connsiteY26" fmla="*/ 3818192 h 3923333"/>
              <a:gd name="connsiteX27" fmla="*/ 3715400 w 3788950"/>
              <a:gd name="connsiteY27" fmla="*/ 3557016 h 3923333"/>
              <a:gd name="connsiteX28" fmla="*/ 1586086 w 3788950"/>
              <a:gd name="connsiteY28" fmla="*/ 2754535 h 3923333"/>
              <a:gd name="connsiteX29" fmla="*/ 414701 w 3788950"/>
              <a:gd name="connsiteY29" fmla="*/ 1584389 h 3923333"/>
              <a:gd name="connsiteX30" fmla="*/ 1585609 w 3788950"/>
              <a:gd name="connsiteY30" fmla="*/ 413480 h 3923333"/>
              <a:gd name="connsiteX31" fmla="*/ 2754803 w 3788950"/>
              <a:gd name="connsiteY31" fmla="*/ 1585817 h 3923333"/>
              <a:gd name="connsiteX32" fmla="*/ 1586086 w 3788950"/>
              <a:gd name="connsiteY32" fmla="*/ 2754440 h 3923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788950" h="3923333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30" name="TextBox 29">
            <a:hlinkClick r:id="rId9" action="ppaction://hlinksldjump"/>
            <a:extLst>
              <a:ext uri="{FF2B5EF4-FFF2-40B4-BE49-F238E27FC236}">
                <a16:creationId xmlns:a16="http://schemas.microsoft.com/office/drawing/2014/main" id="{F047AEFC-A652-5417-52B2-DA892535862A}"/>
              </a:ext>
            </a:extLst>
          </p:cNvPr>
          <p:cNvSpPr txBox="1"/>
          <p:nvPr/>
        </p:nvSpPr>
        <p:spPr>
          <a:xfrm>
            <a:off x="869323" y="1751789"/>
            <a:ext cx="16658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Kế Hoạch Phát Triển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A807344-CBAA-6C13-6CF9-FB79987BB275}"/>
              </a:ext>
            </a:extLst>
          </p:cNvPr>
          <p:cNvGrpSpPr/>
          <p:nvPr/>
        </p:nvGrpSpPr>
        <p:grpSpPr>
          <a:xfrm>
            <a:off x="431322" y="1774245"/>
            <a:ext cx="177294" cy="204783"/>
            <a:chOff x="431322" y="1764517"/>
            <a:chExt cx="177294" cy="204783"/>
          </a:xfrm>
        </p:grpSpPr>
        <p:sp>
          <p:nvSpPr>
            <p:cNvPr id="34" name="Freeform: Shape 33">
              <a:hlinkClick r:id="rId9" action="ppaction://hlinksldjump"/>
              <a:extLst>
                <a:ext uri="{FF2B5EF4-FFF2-40B4-BE49-F238E27FC236}">
                  <a16:creationId xmlns:a16="http://schemas.microsoft.com/office/drawing/2014/main" id="{6D979A0E-DF4A-BB89-F8D3-5A904AA860DA}"/>
                </a:ext>
              </a:extLst>
            </p:cNvPr>
            <p:cNvSpPr/>
            <p:nvPr/>
          </p:nvSpPr>
          <p:spPr>
            <a:xfrm>
              <a:off x="431322" y="1765205"/>
              <a:ext cx="15953" cy="203670"/>
            </a:xfrm>
            <a:custGeom>
              <a:avLst/>
              <a:gdLst>
                <a:gd name="connsiteX0" fmla="*/ 42232 w 84464"/>
                <a:gd name="connsiteY0" fmla="*/ 0 h 1078327"/>
                <a:gd name="connsiteX1" fmla="*/ 84464 w 84464"/>
                <a:gd name="connsiteY1" fmla="*/ 42232 h 1078327"/>
                <a:gd name="connsiteX2" fmla="*/ 84464 w 84464"/>
                <a:gd name="connsiteY2" fmla="*/ 1036095 h 1078327"/>
                <a:gd name="connsiteX3" fmla="*/ 42232 w 84464"/>
                <a:gd name="connsiteY3" fmla="*/ 1078327 h 1078327"/>
                <a:gd name="connsiteX4" fmla="*/ 42232 w 84464"/>
                <a:gd name="connsiteY4" fmla="*/ 1078327 h 1078327"/>
                <a:gd name="connsiteX5" fmla="*/ 0 w 84464"/>
                <a:gd name="connsiteY5" fmla="*/ 1036095 h 1078327"/>
                <a:gd name="connsiteX6" fmla="*/ 0 w 84464"/>
                <a:gd name="connsiteY6" fmla="*/ 42232 h 1078327"/>
                <a:gd name="connsiteX7" fmla="*/ 42232 w 84464"/>
                <a:gd name="connsiteY7" fmla="*/ 0 h 107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464" h="1078327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 w="560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5" name="Freeform: Shape 34">
              <a:hlinkClick r:id="rId9" action="ppaction://hlinksldjump"/>
              <a:extLst>
                <a:ext uri="{FF2B5EF4-FFF2-40B4-BE49-F238E27FC236}">
                  <a16:creationId xmlns:a16="http://schemas.microsoft.com/office/drawing/2014/main" id="{F2FCE632-7832-DD10-E682-1AC1B7F7EA95}"/>
                </a:ext>
              </a:extLst>
            </p:cNvPr>
            <p:cNvSpPr/>
            <p:nvPr/>
          </p:nvSpPr>
          <p:spPr>
            <a:xfrm>
              <a:off x="469291" y="1765205"/>
              <a:ext cx="15953" cy="203670"/>
            </a:xfrm>
            <a:custGeom>
              <a:avLst/>
              <a:gdLst>
                <a:gd name="connsiteX0" fmla="*/ 42232 w 84464"/>
                <a:gd name="connsiteY0" fmla="*/ 0 h 1078327"/>
                <a:gd name="connsiteX1" fmla="*/ 84464 w 84464"/>
                <a:gd name="connsiteY1" fmla="*/ 42232 h 1078327"/>
                <a:gd name="connsiteX2" fmla="*/ 84464 w 84464"/>
                <a:gd name="connsiteY2" fmla="*/ 1036095 h 1078327"/>
                <a:gd name="connsiteX3" fmla="*/ 42232 w 84464"/>
                <a:gd name="connsiteY3" fmla="*/ 1078327 h 1078327"/>
                <a:gd name="connsiteX4" fmla="*/ 42232 w 84464"/>
                <a:gd name="connsiteY4" fmla="*/ 1078327 h 1078327"/>
                <a:gd name="connsiteX5" fmla="*/ 0 w 84464"/>
                <a:gd name="connsiteY5" fmla="*/ 1036095 h 1078327"/>
                <a:gd name="connsiteX6" fmla="*/ 0 w 84464"/>
                <a:gd name="connsiteY6" fmla="*/ 42232 h 1078327"/>
                <a:gd name="connsiteX7" fmla="*/ 42232 w 84464"/>
                <a:gd name="connsiteY7" fmla="*/ 0 h 107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464" h="1078327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 w="560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8" name="Freeform: Shape 37">
              <a:hlinkClick r:id="rId9" action="ppaction://hlinksldjump"/>
              <a:extLst>
                <a:ext uri="{FF2B5EF4-FFF2-40B4-BE49-F238E27FC236}">
                  <a16:creationId xmlns:a16="http://schemas.microsoft.com/office/drawing/2014/main" id="{9C0671E4-2A15-8590-4F2F-B079BA760158}"/>
                </a:ext>
              </a:extLst>
            </p:cNvPr>
            <p:cNvSpPr/>
            <p:nvPr/>
          </p:nvSpPr>
          <p:spPr>
            <a:xfrm>
              <a:off x="509599" y="1764517"/>
              <a:ext cx="99017" cy="204783"/>
            </a:xfrm>
            <a:custGeom>
              <a:avLst/>
              <a:gdLst>
                <a:gd name="connsiteX0" fmla="*/ 482010 w 524241"/>
                <a:gd name="connsiteY0" fmla="*/ 1083659 h 1084222"/>
                <a:gd name="connsiteX1" fmla="*/ 42232 w 524241"/>
                <a:gd name="connsiteY1" fmla="*/ 1083659 h 1084222"/>
                <a:gd name="connsiteX2" fmla="*/ 0 w 524241"/>
                <a:gd name="connsiteY2" fmla="*/ 1041427 h 1084222"/>
                <a:gd name="connsiteX3" fmla="*/ 0 w 524241"/>
                <a:gd name="connsiteY3" fmla="*/ 41933 h 1084222"/>
                <a:gd name="connsiteX4" fmla="*/ 19708 w 524241"/>
                <a:gd name="connsiteY4" fmla="*/ 6458 h 1084222"/>
                <a:gd name="connsiteX5" fmla="*/ 60251 w 524241"/>
                <a:gd name="connsiteY5" fmla="*/ 4206 h 1084222"/>
                <a:gd name="connsiteX6" fmla="*/ 500029 w 524241"/>
                <a:gd name="connsiteY6" fmla="*/ 213114 h 1084222"/>
                <a:gd name="connsiteX7" fmla="*/ 524242 w 524241"/>
                <a:gd name="connsiteY7" fmla="*/ 251405 h 1084222"/>
                <a:gd name="connsiteX8" fmla="*/ 524242 w 524241"/>
                <a:gd name="connsiteY8" fmla="*/ 1041990 h 1084222"/>
                <a:gd name="connsiteX9" fmla="*/ 482010 w 524241"/>
                <a:gd name="connsiteY9" fmla="*/ 1084222 h 1084222"/>
                <a:gd name="connsiteX10" fmla="*/ 84464 w 524241"/>
                <a:gd name="connsiteY10" fmla="*/ 999195 h 1084222"/>
                <a:gd name="connsiteX11" fmla="*/ 439777 w 524241"/>
                <a:gd name="connsiteY11" fmla="*/ 999195 h 1084222"/>
                <a:gd name="connsiteX12" fmla="*/ 439777 w 524241"/>
                <a:gd name="connsiteY12" fmla="*/ 277307 h 1084222"/>
                <a:gd name="connsiteX13" fmla="*/ 84464 w 524241"/>
                <a:gd name="connsiteY13" fmla="*/ 108941 h 1084222"/>
                <a:gd name="connsiteX14" fmla="*/ 84464 w 524241"/>
                <a:gd name="connsiteY14" fmla="*/ 999195 h 108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24241" h="1084222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 w="560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sp>
        <p:nvSpPr>
          <p:cNvPr id="40" name="TextBox 39">
            <a:hlinkClick r:id="rId10" action="ppaction://hlinksldjump"/>
            <a:extLst>
              <a:ext uri="{FF2B5EF4-FFF2-40B4-BE49-F238E27FC236}">
                <a16:creationId xmlns:a16="http://schemas.microsoft.com/office/drawing/2014/main" id="{5A88C721-01E4-6D61-FE81-7162E1727BFC}"/>
              </a:ext>
            </a:extLst>
          </p:cNvPr>
          <p:cNvSpPr txBox="1"/>
          <p:nvPr/>
        </p:nvSpPr>
        <p:spPr>
          <a:xfrm>
            <a:off x="869323" y="2239786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Demo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93AF29C-7318-B74A-19A7-263D8542642A}"/>
              </a:ext>
            </a:extLst>
          </p:cNvPr>
          <p:cNvGrpSpPr/>
          <p:nvPr/>
        </p:nvGrpSpPr>
        <p:grpSpPr>
          <a:xfrm>
            <a:off x="431322" y="2253685"/>
            <a:ext cx="203670" cy="203670"/>
            <a:chOff x="431322" y="2214773"/>
            <a:chExt cx="203670" cy="203670"/>
          </a:xfrm>
        </p:grpSpPr>
        <p:sp>
          <p:nvSpPr>
            <p:cNvPr id="42" name="Rectangle: Rounded Corners 41">
              <a:hlinkClick r:id="rId10" action="ppaction://hlinksldjump"/>
              <a:extLst>
                <a:ext uri="{FF2B5EF4-FFF2-40B4-BE49-F238E27FC236}">
                  <a16:creationId xmlns:a16="http://schemas.microsoft.com/office/drawing/2014/main" id="{4E1F83F8-E29A-71E6-AC77-E0DE59BF5048}"/>
                </a:ext>
              </a:extLst>
            </p:cNvPr>
            <p:cNvSpPr/>
            <p:nvPr/>
          </p:nvSpPr>
          <p:spPr>
            <a:xfrm>
              <a:off x="431322" y="2214773"/>
              <a:ext cx="203670" cy="203670"/>
            </a:xfrm>
            <a:prstGeom prst="roundRect">
              <a:avLst>
                <a:gd name="adj" fmla="val 12600"/>
              </a:avLst>
            </a:prstGeom>
            <a:solidFill>
              <a:srgbClr val="C1C1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43" name="Graphic 42" descr="Add with solid fill">
              <a:hlinkClick r:id="rId10" action="ppaction://hlinksldjump"/>
              <a:extLst>
                <a:ext uri="{FF2B5EF4-FFF2-40B4-BE49-F238E27FC236}">
                  <a16:creationId xmlns:a16="http://schemas.microsoft.com/office/drawing/2014/main" id="{DDE1F3A0-3782-9DEB-A9C7-8FB4B9B198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72263" y="2255714"/>
              <a:ext cx="121788" cy="121788"/>
            </a:xfrm>
            <a:prstGeom prst="rect">
              <a:avLst/>
            </a:prstGeom>
          </p:spPr>
        </p:pic>
      </p:grpSp>
      <p:sp>
        <p:nvSpPr>
          <p:cNvPr id="44" name="TextBox 43">
            <a:hlinkClick r:id="rId10" action="ppaction://hlinksldjump"/>
            <a:extLst>
              <a:ext uri="{FF2B5EF4-FFF2-40B4-BE49-F238E27FC236}">
                <a16:creationId xmlns:a16="http://schemas.microsoft.com/office/drawing/2014/main" id="{2FAC1F86-E206-695E-EC6A-794389874417}"/>
              </a:ext>
            </a:extLst>
          </p:cNvPr>
          <p:cNvSpPr txBox="1"/>
          <p:nvPr/>
        </p:nvSpPr>
        <p:spPr>
          <a:xfrm>
            <a:off x="876017" y="2751252"/>
            <a:ext cx="12955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Ưu Nhược Điểm</a:t>
            </a:r>
          </a:p>
        </p:txBody>
      </p:sp>
      <p:sp>
        <p:nvSpPr>
          <p:cNvPr id="45" name="Freeform: Shape 44">
            <a:hlinkClick r:id="rId10" action="ppaction://hlinksldjump"/>
            <a:extLst>
              <a:ext uri="{FF2B5EF4-FFF2-40B4-BE49-F238E27FC236}">
                <a16:creationId xmlns:a16="http://schemas.microsoft.com/office/drawing/2014/main" id="{A837169E-F8D2-3C48-272C-4BE4B370AB10}"/>
              </a:ext>
            </a:extLst>
          </p:cNvPr>
          <p:cNvSpPr/>
          <p:nvPr/>
        </p:nvSpPr>
        <p:spPr>
          <a:xfrm>
            <a:off x="446053" y="2760578"/>
            <a:ext cx="154752" cy="204786"/>
          </a:xfrm>
          <a:custGeom>
            <a:avLst/>
            <a:gdLst>
              <a:gd name="connsiteX0" fmla="*/ 467584 w 469298"/>
              <a:gd name="connsiteY0" fmla="*/ 62389 h 621030"/>
              <a:gd name="connsiteX1" fmla="*/ 394242 w 469298"/>
              <a:gd name="connsiteY1" fmla="*/ 0 h 621030"/>
              <a:gd name="connsiteX2" fmla="*/ 75059 w 469298"/>
              <a:gd name="connsiteY2" fmla="*/ 191 h 621030"/>
              <a:gd name="connsiteX3" fmla="*/ 51913 w 469298"/>
              <a:gd name="connsiteY3" fmla="*/ 3715 h 621030"/>
              <a:gd name="connsiteX4" fmla="*/ 1240 w 469298"/>
              <a:gd name="connsiteY4" fmla="*/ 65342 h 621030"/>
              <a:gd name="connsiteX5" fmla="*/ 192 w 469298"/>
              <a:gd name="connsiteY5" fmla="*/ 96203 h 621030"/>
              <a:gd name="connsiteX6" fmla="*/ 192 w 469298"/>
              <a:gd name="connsiteY6" fmla="*/ 590455 h 621030"/>
              <a:gd name="connsiteX7" fmla="*/ 22671 w 469298"/>
              <a:gd name="connsiteY7" fmla="*/ 621030 h 621030"/>
              <a:gd name="connsiteX8" fmla="*/ 32387 w 469298"/>
              <a:gd name="connsiteY8" fmla="*/ 621030 h 621030"/>
              <a:gd name="connsiteX9" fmla="*/ 46674 w 469298"/>
              <a:gd name="connsiteY9" fmla="*/ 615315 h 621030"/>
              <a:gd name="connsiteX10" fmla="*/ 61819 w 469298"/>
              <a:gd name="connsiteY10" fmla="*/ 604171 h 621030"/>
              <a:gd name="connsiteX11" fmla="*/ 227364 w 469298"/>
              <a:gd name="connsiteY11" fmla="*/ 479965 h 621030"/>
              <a:gd name="connsiteX12" fmla="*/ 242223 w 469298"/>
              <a:gd name="connsiteY12" fmla="*/ 479774 h 621030"/>
              <a:gd name="connsiteX13" fmla="*/ 420912 w 469298"/>
              <a:gd name="connsiteY13" fmla="*/ 613791 h 621030"/>
              <a:gd name="connsiteX14" fmla="*/ 435866 w 469298"/>
              <a:gd name="connsiteY14" fmla="*/ 621030 h 621030"/>
              <a:gd name="connsiteX15" fmla="*/ 445581 w 469298"/>
              <a:gd name="connsiteY15" fmla="*/ 621030 h 621030"/>
              <a:gd name="connsiteX16" fmla="*/ 469299 w 469298"/>
              <a:gd name="connsiteY16" fmla="*/ 592265 h 621030"/>
              <a:gd name="connsiteX17" fmla="*/ 469299 w 469298"/>
              <a:gd name="connsiteY17" fmla="*/ 588645 h 621030"/>
              <a:gd name="connsiteX18" fmla="*/ 469299 w 469298"/>
              <a:gd name="connsiteY18" fmla="*/ 79915 h 621030"/>
              <a:gd name="connsiteX19" fmla="*/ 467679 w 469298"/>
              <a:gd name="connsiteY19" fmla="*/ 62484 h 621030"/>
              <a:gd name="connsiteX20" fmla="*/ 415292 w 469298"/>
              <a:gd name="connsiteY20" fmla="*/ 543211 h 621030"/>
              <a:gd name="connsiteX21" fmla="*/ 319470 w 469298"/>
              <a:gd name="connsiteY21" fmla="*/ 471297 h 621030"/>
              <a:gd name="connsiteX22" fmla="*/ 253176 w 469298"/>
              <a:gd name="connsiteY22" fmla="*/ 421577 h 621030"/>
              <a:gd name="connsiteX23" fmla="*/ 216315 w 469298"/>
              <a:gd name="connsiteY23" fmla="*/ 421577 h 621030"/>
              <a:gd name="connsiteX24" fmla="*/ 59438 w 469298"/>
              <a:gd name="connsiteY24" fmla="*/ 539211 h 621030"/>
              <a:gd name="connsiteX25" fmla="*/ 55152 w 469298"/>
              <a:gd name="connsiteY25" fmla="*/ 542354 h 621030"/>
              <a:gd name="connsiteX26" fmla="*/ 54009 w 469298"/>
              <a:gd name="connsiteY26" fmla="*/ 537877 h 621030"/>
              <a:gd name="connsiteX27" fmla="*/ 54009 w 469298"/>
              <a:gd name="connsiteY27" fmla="*/ 79915 h 621030"/>
              <a:gd name="connsiteX28" fmla="*/ 81536 w 469298"/>
              <a:gd name="connsiteY28" fmla="*/ 52388 h 621030"/>
              <a:gd name="connsiteX29" fmla="*/ 388050 w 469298"/>
              <a:gd name="connsiteY29" fmla="*/ 52388 h 621030"/>
              <a:gd name="connsiteX30" fmla="*/ 415578 w 469298"/>
              <a:gd name="connsiteY30" fmla="*/ 79915 h 621030"/>
              <a:gd name="connsiteX31" fmla="*/ 415578 w 469298"/>
              <a:gd name="connsiteY31" fmla="*/ 537877 h 621030"/>
              <a:gd name="connsiteX32" fmla="*/ 415387 w 469298"/>
              <a:gd name="connsiteY32" fmla="*/ 543020 h 621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469298" h="621030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6" name="TextBox 45">
            <a:hlinkClick r:id="rId13" action="ppaction://hlinksldjump"/>
            <a:extLst>
              <a:ext uri="{FF2B5EF4-FFF2-40B4-BE49-F238E27FC236}">
                <a16:creationId xmlns:a16="http://schemas.microsoft.com/office/drawing/2014/main" id="{5DBE02C2-F208-FFAD-DE13-B7B258D85627}"/>
              </a:ext>
            </a:extLst>
          </p:cNvPr>
          <p:cNvSpPr txBox="1"/>
          <p:nvPr/>
        </p:nvSpPr>
        <p:spPr>
          <a:xfrm>
            <a:off x="869323" y="3309423"/>
            <a:ext cx="17092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Phát Triển Tương Lai</a:t>
            </a:r>
          </a:p>
        </p:txBody>
      </p:sp>
      <p:sp>
        <p:nvSpPr>
          <p:cNvPr id="47" name="Freeform: Shape 46">
            <a:hlinkClick r:id="rId13" action="ppaction://hlinksldjump"/>
            <a:extLst>
              <a:ext uri="{FF2B5EF4-FFF2-40B4-BE49-F238E27FC236}">
                <a16:creationId xmlns:a16="http://schemas.microsoft.com/office/drawing/2014/main" id="{CF0E02BB-FD7E-4DE4-9C07-A897A9A44ACF}"/>
              </a:ext>
            </a:extLst>
          </p:cNvPr>
          <p:cNvSpPr/>
          <p:nvPr/>
        </p:nvSpPr>
        <p:spPr>
          <a:xfrm>
            <a:off x="439826" y="3323112"/>
            <a:ext cx="177405" cy="205826"/>
          </a:xfrm>
          <a:custGeom>
            <a:avLst/>
            <a:gdLst>
              <a:gd name="connsiteX0" fmla="*/ 250564 w 254310"/>
              <a:gd name="connsiteY0" fmla="*/ 139515 h 299233"/>
              <a:gd name="connsiteX1" fmla="*/ 215595 w 254310"/>
              <a:gd name="connsiteY1" fmla="*/ 93041 h 299233"/>
              <a:gd name="connsiteX2" fmla="*/ 215466 w 254310"/>
              <a:gd name="connsiteY2" fmla="*/ 86609 h 299233"/>
              <a:gd name="connsiteX3" fmla="*/ 250434 w 254310"/>
              <a:gd name="connsiteY3" fmla="*/ 40135 h 299233"/>
              <a:gd name="connsiteX4" fmla="*/ 254190 w 254310"/>
              <a:gd name="connsiteY4" fmla="*/ 31631 h 299233"/>
              <a:gd name="connsiteX5" fmla="*/ 238001 w 254310"/>
              <a:gd name="connsiteY5" fmla="*/ 14924 h 299233"/>
              <a:gd name="connsiteX6" fmla="*/ 63353 w 254310"/>
              <a:gd name="connsiteY6" fmla="*/ 14967 h 299233"/>
              <a:gd name="connsiteX7" fmla="*/ 59360 w 254310"/>
              <a:gd name="connsiteY7" fmla="*/ 11923 h 299233"/>
              <a:gd name="connsiteX8" fmla="*/ 45999 w 254310"/>
              <a:gd name="connsiteY8" fmla="*/ 30 h 299233"/>
              <a:gd name="connsiteX9" fmla="*/ 30716 w 254310"/>
              <a:gd name="connsiteY9" fmla="*/ 9916 h 299233"/>
              <a:gd name="connsiteX10" fmla="*/ 29788 w 254310"/>
              <a:gd name="connsiteY10" fmla="*/ 17169 h 299233"/>
              <a:gd name="connsiteX11" fmla="*/ 29788 w 254310"/>
              <a:gd name="connsiteY11" fmla="*/ 140615 h 299233"/>
              <a:gd name="connsiteX12" fmla="*/ 29788 w 254310"/>
              <a:gd name="connsiteY12" fmla="*/ 156049 h 299233"/>
              <a:gd name="connsiteX13" fmla="*/ 29853 w 254310"/>
              <a:gd name="connsiteY13" fmla="*/ 265811 h 299233"/>
              <a:gd name="connsiteX14" fmla="*/ 26205 w 254310"/>
              <a:gd name="connsiteY14" fmla="*/ 269437 h 299233"/>
              <a:gd name="connsiteX15" fmla="*/ 14290 w 254310"/>
              <a:gd name="connsiteY15" fmla="*/ 269437 h 299233"/>
              <a:gd name="connsiteX16" fmla="*/ 0 w 254310"/>
              <a:gd name="connsiteY16" fmla="*/ 284180 h 299233"/>
              <a:gd name="connsiteX17" fmla="*/ 14052 w 254310"/>
              <a:gd name="connsiteY17" fmla="*/ 299095 h 299233"/>
              <a:gd name="connsiteX18" fmla="*/ 75420 w 254310"/>
              <a:gd name="connsiteY18" fmla="*/ 299095 h 299233"/>
              <a:gd name="connsiteX19" fmla="*/ 89752 w 254310"/>
              <a:gd name="connsiteY19" fmla="*/ 284331 h 299233"/>
              <a:gd name="connsiteX20" fmla="*/ 75182 w 254310"/>
              <a:gd name="connsiteY20" fmla="*/ 269415 h 299233"/>
              <a:gd name="connsiteX21" fmla="*/ 63267 w 254310"/>
              <a:gd name="connsiteY21" fmla="*/ 269437 h 299233"/>
              <a:gd name="connsiteX22" fmla="*/ 59706 w 254310"/>
              <a:gd name="connsiteY22" fmla="*/ 265746 h 299233"/>
              <a:gd name="connsiteX23" fmla="*/ 59706 w 254310"/>
              <a:gd name="connsiteY23" fmla="*/ 168245 h 299233"/>
              <a:gd name="connsiteX24" fmla="*/ 63440 w 254310"/>
              <a:gd name="connsiteY24" fmla="*/ 164381 h 299233"/>
              <a:gd name="connsiteX25" fmla="*/ 235994 w 254310"/>
              <a:gd name="connsiteY25" fmla="*/ 164467 h 299233"/>
              <a:gd name="connsiteX26" fmla="*/ 240548 w 254310"/>
              <a:gd name="connsiteY26" fmla="*/ 164381 h 299233"/>
              <a:gd name="connsiteX27" fmla="*/ 250823 w 254310"/>
              <a:gd name="connsiteY27" fmla="*/ 159092 h 299233"/>
              <a:gd name="connsiteX28" fmla="*/ 250542 w 254310"/>
              <a:gd name="connsiteY28" fmla="*/ 139471 h 299233"/>
              <a:gd name="connsiteX29" fmla="*/ 228374 w 254310"/>
              <a:gd name="connsiteY29" fmla="*/ 147091 h 299233"/>
              <a:gd name="connsiteX30" fmla="*/ 69311 w 254310"/>
              <a:gd name="connsiteY30" fmla="*/ 147091 h 299233"/>
              <a:gd name="connsiteX31" fmla="*/ 59749 w 254310"/>
              <a:gd name="connsiteY31" fmla="*/ 138349 h 299233"/>
              <a:gd name="connsiteX32" fmla="*/ 59749 w 254310"/>
              <a:gd name="connsiteY32" fmla="*/ 40999 h 299233"/>
              <a:gd name="connsiteX33" fmla="*/ 69311 w 254310"/>
              <a:gd name="connsiteY33" fmla="*/ 32257 h 299233"/>
              <a:gd name="connsiteX34" fmla="*/ 228374 w 254310"/>
              <a:gd name="connsiteY34" fmla="*/ 32257 h 299233"/>
              <a:gd name="connsiteX35" fmla="*/ 230166 w 254310"/>
              <a:gd name="connsiteY35" fmla="*/ 32321 h 299233"/>
              <a:gd name="connsiteX36" fmla="*/ 205191 w 254310"/>
              <a:gd name="connsiteY36" fmla="*/ 62757 h 299233"/>
              <a:gd name="connsiteX37" fmla="*/ 187901 w 254310"/>
              <a:gd name="connsiteY37" fmla="*/ 83824 h 299233"/>
              <a:gd name="connsiteX38" fmla="*/ 187901 w 254310"/>
              <a:gd name="connsiteY38" fmla="*/ 95524 h 299233"/>
              <a:gd name="connsiteX39" fmla="*/ 228763 w 254310"/>
              <a:gd name="connsiteY39" fmla="*/ 145343 h 299233"/>
              <a:gd name="connsiteX40" fmla="*/ 229842 w 254310"/>
              <a:gd name="connsiteY40" fmla="*/ 146702 h 299233"/>
              <a:gd name="connsiteX41" fmla="*/ 228309 w 254310"/>
              <a:gd name="connsiteY41" fmla="*/ 147069 h 299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54310" h="299233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 w="2099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907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2C2C2C"/>
            </a:gs>
            <a:gs pos="55000">
              <a:schemeClr val="tx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025ACCD-BEFE-4057-D0DA-23300AB281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3008671" cy="6858000"/>
          </a:xfrm>
          <a:prstGeom prst="rect">
            <a:avLst/>
          </a:prstGeom>
          <a:solidFill>
            <a:schemeClr val="tx1"/>
          </a:solidFill>
          <a:ln>
            <a:solidFill>
              <a:srgbClr val="1212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5268A36-91BD-F774-706B-5A541EC6E5D2}"/>
              </a:ext>
            </a:extLst>
          </p:cNvPr>
          <p:cNvGrpSpPr/>
          <p:nvPr/>
        </p:nvGrpSpPr>
        <p:grpSpPr>
          <a:xfrm>
            <a:off x="9104466" y="294121"/>
            <a:ext cx="1011084" cy="311801"/>
            <a:chOff x="9104466" y="294121"/>
            <a:chExt cx="1011084" cy="311801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ADD5BFBE-6641-D138-826B-10AF96D14A21}"/>
                </a:ext>
              </a:extLst>
            </p:cNvPr>
            <p:cNvSpPr/>
            <p:nvPr/>
          </p:nvSpPr>
          <p:spPr>
            <a:xfrm>
              <a:off x="9104466" y="294121"/>
              <a:ext cx="1011084" cy="297947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41CB0576-DF8B-34D7-6035-B4F1FE7BA261}"/>
                </a:ext>
              </a:extLst>
            </p:cNvPr>
            <p:cNvSpPr txBox="1"/>
            <p:nvPr/>
          </p:nvSpPr>
          <p:spPr>
            <a:xfrm>
              <a:off x="9179442" y="328923"/>
              <a:ext cx="8611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>
                  <a:solidFill>
                    <a:schemeClr val="bg1"/>
                  </a:solidFill>
                  <a:latin typeface="Poppins Medium" panose="00000600000000000000" pitchFamily="50" charset="0"/>
                  <a:cs typeface="Poppins Medium" panose="00000600000000000000" pitchFamily="50" charset="0"/>
                </a:rPr>
                <a:t>Upgrade</a:t>
              </a:r>
            </a:p>
          </p:txBody>
        </p:sp>
      </p:grp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82381173-9D11-EA28-C232-8562E09E7A8A}"/>
              </a:ext>
            </a:extLst>
          </p:cNvPr>
          <p:cNvSpPr/>
          <p:nvPr/>
        </p:nvSpPr>
        <p:spPr>
          <a:xfrm>
            <a:off x="10428440" y="294121"/>
            <a:ext cx="1363509" cy="297947"/>
          </a:xfrm>
          <a:prstGeom prst="roundRect">
            <a:avLst>
              <a:gd name="adj" fmla="val 50000"/>
            </a:avLst>
          </a:prstGeom>
          <a:solidFill>
            <a:srgbClr val="0A080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9C2A340-4710-5833-FBEA-EC919DD51A6E}"/>
              </a:ext>
            </a:extLst>
          </p:cNvPr>
          <p:cNvSpPr txBox="1"/>
          <p:nvPr/>
        </p:nvSpPr>
        <p:spPr>
          <a:xfrm>
            <a:off x="10659597" y="328923"/>
            <a:ext cx="9877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Ronney JR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7859F75F-3F6A-F6DE-C7C4-920FB32200D1}"/>
              </a:ext>
            </a:extLst>
          </p:cNvPr>
          <p:cNvSpPr/>
          <p:nvPr/>
        </p:nvSpPr>
        <p:spPr>
          <a:xfrm>
            <a:off x="10465928" y="322008"/>
            <a:ext cx="238127" cy="238127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Graphic 78">
            <a:extLst>
              <a:ext uri="{FF2B5EF4-FFF2-40B4-BE49-F238E27FC236}">
                <a16:creationId xmlns:a16="http://schemas.microsoft.com/office/drawing/2014/main" id="{2770181D-94BB-87F9-9F1C-C577F5415446}"/>
              </a:ext>
            </a:extLst>
          </p:cNvPr>
          <p:cNvSpPr/>
          <p:nvPr/>
        </p:nvSpPr>
        <p:spPr>
          <a:xfrm>
            <a:off x="10526959" y="377048"/>
            <a:ext cx="116064" cy="128047"/>
          </a:xfrm>
          <a:custGeom>
            <a:avLst/>
            <a:gdLst>
              <a:gd name="connsiteX0" fmla="*/ 115527 w 116064"/>
              <a:gd name="connsiteY0" fmla="*/ 108391 h 128047"/>
              <a:gd name="connsiteX1" fmla="*/ 94646 w 116064"/>
              <a:gd name="connsiteY1" fmla="*/ 71344 h 128047"/>
              <a:gd name="connsiteX2" fmla="*/ 79582 w 116064"/>
              <a:gd name="connsiteY2" fmla="*/ 62465 h 128047"/>
              <a:gd name="connsiteX3" fmla="*/ 84052 w 116064"/>
              <a:gd name="connsiteY3" fmla="*/ 11702 h 128047"/>
              <a:gd name="connsiteX4" fmla="*/ 35187 w 116064"/>
              <a:gd name="connsiteY4" fmla="*/ 8640 h 128047"/>
              <a:gd name="connsiteX5" fmla="*/ 23308 w 116064"/>
              <a:gd name="connsiteY5" fmla="*/ 32889 h 128047"/>
              <a:gd name="connsiteX6" fmla="*/ 36534 w 116064"/>
              <a:gd name="connsiteY6" fmla="*/ 62404 h 128047"/>
              <a:gd name="connsiteX7" fmla="*/ 35432 w 116064"/>
              <a:gd name="connsiteY7" fmla="*/ 62894 h 128047"/>
              <a:gd name="connsiteX8" fmla="*/ 4448 w 116064"/>
              <a:gd name="connsiteY8" fmla="*/ 94123 h 128047"/>
              <a:gd name="connsiteX9" fmla="*/ 100 w 116064"/>
              <a:gd name="connsiteY9" fmla="*/ 122842 h 128047"/>
              <a:gd name="connsiteX10" fmla="*/ 1631 w 116064"/>
              <a:gd name="connsiteY10" fmla="*/ 126210 h 128047"/>
              <a:gd name="connsiteX11" fmla="*/ 6407 w 116064"/>
              <a:gd name="connsiteY11" fmla="*/ 128047 h 128047"/>
              <a:gd name="connsiteX12" fmla="*/ 109648 w 116064"/>
              <a:gd name="connsiteY12" fmla="*/ 128047 h 128047"/>
              <a:gd name="connsiteX13" fmla="*/ 110995 w 116064"/>
              <a:gd name="connsiteY13" fmla="*/ 127986 h 128047"/>
              <a:gd name="connsiteX14" fmla="*/ 116016 w 116064"/>
              <a:gd name="connsiteY14" fmla="*/ 122475 h 128047"/>
              <a:gd name="connsiteX15" fmla="*/ 115465 w 116064"/>
              <a:gd name="connsiteY15" fmla="*/ 108330 h 128047"/>
              <a:gd name="connsiteX16" fmla="*/ 34881 w 116064"/>
              <a:gd name="connsiteY16" fmla="*/ 35094 h 128047"/>
              <a:gd name="connsiteX17" fmla="*/ 57721 w 116064"/>
              <a:gd name="connsiteY17" fmla="*/ 11702 h 128047"/>
              <a:gd name="connsiteX18" fmla="*/ 81235 w 116064"/>
              <a:gd name="connsiteY18" fmla="*/ 34971 h 128047"/>
              <a:gd name="connsiteX19" fmla="*/ 57966 w 116064"/>
              <a:gd name="connsiteY19" fmla="*/ 58240 h 128047"/>
              <a:gd name="connsiteX20" fmla="*/ 34881 w 116064"/>
              <a:gd name="connsiteY20" fmla="*/ 35094 h 128047"/>
              <a:gd name="connsiteX21" fmla="*/ 103280 w 116064"/>
              <a:gd name="connsiteY21" fmla="*/ 116413 h 128047"/>
              <a:gd name="connsiteX22" fmla="*/ 57966 w 116064"/>
              <a:gd name="connsiteY22" fmla="*/ 116413 h 128047"/>
              <a:gd name="connsiteX23" fmla="*/ 13082 w 116064"/>
              <a:gd name="connsiteY23" fmla="*/ 116413 h 128047"/>
              <a:gd name="connsiteX24" fmla="*/ 11612 w 116064"/>
              <a:gd name="connsiteY24" fmla="*/ 114943 h 128047"/>
              <a:gd name="connsiteX25" fmla="*/ 41494 w 116064"/>
              <a:gd name="connsiteY25" fmla="*/ 72936 h 128047"/>
              <a:gd name="connsiteX26" fmla="*/ 103219 w 116064"/>
              <a:gd name="connsiteY26" fmla="*/ 105697 h 128047"/>
              <a:gd name="connsiteX27" fmla="*/ 104443 w 116064"/>
              <a:gd name="connsiteY27" fmla="*/ 115127 h 128047"/>
              <a:gd name="connsiteX28" fmla="*/ 103219 w 116064"/>
              <a:gd name="connsiteY28" fmla="*/ 116351 h 128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16064" h="128047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bg1"/>
          </a:solidFill>
          <a:ln w="6016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1" name="Isosceles Triangle 80">
            <a:extLst>
              <a:ext uri="{FF2B5EF4-FFF2-40B4-BE49-F238E27FC236}">
                <a16:creationId xmlns:a16="http://schemas.microsoft.com/office/drawing/2014/main" id="{59106057-6687-7436-2443-36CF82D5A997}"/>
              </a:ext>
            </a:extLst>
          </p:cNvPr>
          <p:cNvSpPr/>
          <p:nvPr/>
        </p:nvSpPr>
        <p:spPr>
          <a:xfrm rot="3600000">
            <a:off x="11583174" y="388252"/>
            <a:ext cx="86542" cy="7460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32C2ADA-8B7B-4990-FB78-B27C9A79E87E}"/>
              </a:ext>
            </a:extLst>
          </p:cNvPr>
          <p:cNvSpPr txBox="1"/>
          <p:nvPr/>
        </p:nvSpPr>
        <p:spPr>
          <a:xfrm>
            <a:off x="3243001" y="1384771"/>
            <a:ext cx="6012574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dirty="0">
                <a:solidFill>
                  <a:srgbClr val="1ED760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Demo</a:t>
            </a:r>
          </a:p>
          <a:p>
            <a:endParaRPr lang="en-IN" sz="4400" dirty="0">
              <a:solidFill>
                <a:srgbClr val="1ED760"/>
              </a:solidFill>
              <a:latin typeface="Poppins Medium" panose="00000600000000000000" pitchFamily="50" charset="0"/>
              <a:cs typeface="Poppins Medium" panose="00000600000000000000" pitchFamily="50" charset="0"/>
            </a:endParaRPr>
          </a:p>
          <a:p>
            <a:endParaRPr lang="en-IN" sz="4400" dirty="0">
              <a:solidFill>
                <a:srgbClr val="1ED760"/>
              </a:solidFill>
              <a:latin typeface="Poppins Medium" panose="00000600000000000000" pitchFamily="50" charset="0"/>
              <a:cs typeface="Poppins Medium" panose="00000600000000000000" pitchFamily="50" charset="0"/>
            </a:endParaRPr>
          </a:p>
          <a:p>
            <a:r>
              <a:rPr lang="en-IN" sz="3600" b="1" dirty="0" err="1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Mời</a:t>
            </a:r>
            <a:r>
              <a:rPr lang="en-IN" sz="3600" b="1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 Các Bạn Và Thầy Cô </a:t>
            </a:r>
          </a:p>
          <a:p>
            <a:r>
              <a:rPr lang="en-IN" sz="3600" b="1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Xem Qua App </a:t>
            </a:r>
            <a:r>
              <a:rPr lang="en-IN" sz="3600" b="1" dirty="0" err="1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Của</a:t>
            </a:r>
            <a:r>
              <a:rPr lang="en-IN" sz="3600" b="1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 Em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84CB2A03-F658-93C7-05A0-E19A53B2B170}"/>
              </a:ext>
            </a:extLst>
          </p:cNvPr>
          <p:cNvSpPr/>
          <p:nvPr/>
        </p:nvSpPr>
        <p:spPr>
          <a:xfrm rot="16200000">
            <a:off x="5667530" y="576844"/>
            <a:ext cx="3133078" cy="2493163"/>
          </a:xfrm>
          <a:prstGeom prst="roundRect">
            <a:avLst>
              <a:gd name="adj" fmla="val 6568"/>
            </a:avLst>
          </a:prstGeom>
          <a:solidFill>
            <a:srgbClr val="171717"/>
          </a:solidFill>
          <a:ln>
            <a:noFill/>
          </a:ln>
          <a:effectLst>
            <a:outerShdw blurRad="127000" dist="381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3428904D-27D3-9BF1-D864-C817A0232D45}"/>
              </a:ext>
            </a:extLst>
          </p:cNvPr>
          <p:cNvSpPr/>
          <p:nvPr/>
        </p:nvSpPr>
        <p:spPr>
          <a:xfrm rot="16200000">
            <a:off x="8699801" y="2834078"/>
            <a:ext cx="4064174" cy="2249488"/>
          </a:xfrm>
          <a:prstGeom prst="roundRect">
            <a:avLst>
              <a:gd name="adj" fmla="val 6568"/>
            </a:avLst>
          </a:prstGeom>
          <a:solidFill>
            <a:srgbClr val="171717"/>
          </a:solidFill>
          <a:ln>
            <a:noFill/>
          </a:ln>
          <a:effectLst>
            <a:outerShdw blurRad="127000" dist="381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4" name="Picture Placeholder 123" descr="A picture containing text, book&#10;&#10;Description automatically generated">
            <a:extLst>
              <a:ext uri="{FF2B5EF4-FFF2-40B4-BE49-F238E27FC236}">
                <a16:creationId xmlns:a16="http://schemas.microsoft.com/office/drawing/2014/main" id="{7CE375F9-48EE-BBDD-445D-C52D717CDE6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9" r="799"/>
          <a:stretch>
            <a:fillRect/>
          </a:stretch>
        </p:blipFill>
        <p:spPr>
          <a:xfrm>
            <a:off x="9610008" y="1972522"/>
            <a:ext cx="2249488" cy="4064174"/>
          </a:xfrm>
        </p:spPr>
      </p:pic>
      <p:pic>
        <p:nvPicPr>
          <p:cNvPr id="142" name="Picture Placeholder 141" descr="A person standing on a stage&#10;&#10;Description automatically generated with low confidence">
            <a:extLst>
              <a:ext uri="{FF2B5EF4-FFF2-40B4-BE49-F238E27FC236}">
                <a16:creationId xmlns:a16="http://schemas.microsoft.com/office/drawing/2014/main" id="{90B6364E-8761-FD15-92F4-20737325ED5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48" r="9148"/>
          <a:stretch>
            <a:fillRect/>
          </a:stretch>
        </p:blipFill>
        <p:spPr>
          <a:xfrm>
            <a:off x="6024975" y="221673"/>
            <a:ext cx="2493163" cy="3133078"/>
          </a:xfr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9978119-D727-EA68-78A8-4C4B0F0AB257}"/>
              </a:ext>
            </a:extLst>
          </p:cNvPr>
          <p:cNvGrpSpPr/>
          <p:nvPr/>
        </p:nvGrpSpPr>
        <p:grpSpPr>
          <a:xfrm>
            <a:off x="3258053" y="292100"/>
            <a:ext cx="297947" cy="297947"/>
            <a:chOff x="8892506" y="664914"/>
            <a:chExt cx="209401" cy="209401"/>
          </a:xfrm>
        </p:grpSpPr>
        <p:sp>
          <p:nvSpPr>
            <p:cNvPr id="7" name="Oval 6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5458944F-1CDF-5B4A-5346-0713F71E6D97}"/>
                </a:ext>
              </a:extLst>
            </p:cNvPr>
            <p:cNvSpPr/>
            <p:nvPr/>
          </p:nvSpPr>
          <p:spPr>
            <a:xfrm>
              <a:off x="8892506" y="664914"/>
              <a:ext cx="209401" cy="209401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Graphic 63" descr="Caret Left with solid fill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7AB15AB0-772B-E0A7-91C9-CD35E5756C46}"/>
                </a:ext>
              </a:extLst>
            </p:cNvPr>
            <p:cNvSpPr/>
            <p:nvPr/>
          </p:nvSpPr>
          <p:spPr>
            <a:xfrm>
              <a:off x="8960350" y="717942"/>
              <a:ext cx="59427" cy="103344"/>
            </a:xfrm>
            <a:custGeom>
              <a:avLst/>
              <a:gdLst>
                <a:gd name="connsiteX0" fmla="*/ 269081 w 309505"/>
                <a:gd name="connsiteY0" fmla="*/ 538229 h 538229"/>
                <a:gd name="connsiteX1" fmla="*/ 0 w 309505"/>
                <a:gd name="connsiteY1" fmla="*/ 269091 h 538229"/>
                <a:gd name="connsiteX2" fmla="*/ 269081 w 309505"/>
                <a:gd name="connsiteY2" fmla="*/ 0 h 538229"/>
                <a:gd name="connsiteX3" fmla="*/ 309496 w 309505"/>
                <a:gd name="connsiteY3" fmla="*/ 40405 h 538229"/>
                <a:gd name="connsiteX4" fmla="*/ 80810 w 309505"/>
                <a:gd name="connsiteY4" fmla="*/ 269091 h 538229"/>
                <a:gd name="connsiteX5" fmla="*/ 309505 w 309505"/>
                <a:gd name="connsiteY5" fmla="*/ 497824 h 538229"/>
                <a:gd name="connsiteX6" fmla="*/ 269081 w 309505"/>
                <a:gd name="connsiteY6" fmla="*/ 538229 h 53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9505" h="538229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8CDB6E0-FC45-87A7-040F-631604538EFE}"/>
              </a:ext>
            </a:extLst>
          </p:cNvPr>
          <p:cNvGrpSpPr/>
          <p:nvPr/>
        </p:nvGrpSpPr>
        <p:grpSpPr>
          <a:xfrm flipH="1">
            <a:off x="3665943" y="292100"/>
            <a:ext cx="297947" cy="297947"/>
            <a:chOff x="8892506" y="664914"/>
            <a:chExt cx="209401" cy="209401"/>
          </a:xfrm>
        </p:grpSpPr>
        <p:sp>
          <p:nvSpPr>
            <p:cNvPr id="11" name="Oval 10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2C3AB44A-EF80-51C7-549B-5939C01866EB}"/>
                </a:ext>
              </a:extLst>
            </p:cNvPr>
            <p:cNvSpPr/>
            <p:nvPr/>
          </p:nvSpPr>
          <p:spPr>
            <a:xfrm>
              <a:off x="8892506" y="664914"/>
              <a:ext cx="209401" cy="209401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Graphic 63" descr="Caret Left with solid fill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63E51DB-D0E0-8BDE-E9A2-55EF692A0FFE}"/>
                </a:ext>
              </a:extLst>
            </p:cNvPr>
            <p:cNvSpPr/>
            <p:nvPr/>
          </p:nvSpPr>
          <p:spPr>
            <a:xfrm>
              <a:off x="8960350" y="717942"/>
              <a:ext cx="59427" cy="103344"/>
            </a:xfrm>
            <a:custGeom>
              <a:avLst/>
              <a:gdLst>
                <a:gd name="connsiteX0" fmla="*/ 269081 w 309505"/>
                <a:gd name="connsiteY0" fmla="*/ 538229 h 538229"/>
                <a:gd name="connsiteX1" fmla="*/ 0 w 309505"/>
                <a:gd name="connsiteY1" fmla="*/ 269091 h 538229"/>
                <a:gd name="connsiteX2" fmla="*/ 269081 w 309505"/>
                <a:gd name="connsiteY2" fmla="*/ 0 h 538229"/>
                <a:gd name="connsiteX3" fmla="*/ 309496 w 309505"/>
                <a:gd name="connsiteY3" fmla="*/ 40405 h 538229"/>
                <a:gd name="connsiteX4" fmla="*/ 80810 w 309505"/>
                <a:gd name="connsiteY4" fmla="*/ 269091 h 538229"/>
                <a:gd name="connsiteX5" fmla="*/ 309505 w 309505"/>
                <a:gd name="connsiteY5" fmla="*/ 497824 h 538229"/>
                <a:gd name="connsiteX6" fmla="*/ 269081 w 309505"/>
                <a:gd name="connsiteY6" fmla="*/ 538229 h 53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9505" h="538229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678D19B-AE77-DEFA-D389-B3B97652C380}"/>
              </a:ext>
            </a:extLst>
          </p:cNvPr>
          <p:cNvGrpSpPr/>
          <p:nvPr/>
        </p:nvGrpSpPr>
        <p:grpSpPr>
          <a:xfrm>
            <a:off x="400078" y="221673"/>
            <a:ext cx="361410" cy="70427"/>
            <a:chOff x="249382" y="221673"/>
            <a:chExt cx="234616" cy="45719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DF439D3-12AB-9F3C-20C7-607B57143C5A}"/>
                </a:ext>
              </a:extLst>
            </p:cNvPr>
            <p:cNvSpPr/>
            <p:nvPr/>
          </p:nvSpPr>
          <p:spPr>
            <a:xfrm>
              <a:off x="249382" y="22167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B460A00-4F81-64FA-66C1-CCCBFE923F58}"/>
                </a:ext>
              </a:extLst>
            </p:cNvPr>
            <p:cNvSpPr/>
            <p:nvPr/>
          </p:nvSpPr>
          <p:spPr>
            <a:xfrm>
              <a:off x="344632" y="22167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C55A2F3-F9EE-DF7D-8E28-A3EF65ECFFA5}"/>
                </a:ext>
              </a:extLst>
            </p:cNvPr>
            <p:cNvSpPr/>
            <p:nvPr/>
          </p:nvSpPr>
          <p:spPr>
            <a:xfrm>
              <a:off x="438279" y="22167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7" name="TextBox 16">
            <a:hlinkClick r:id="rId4" action="ppaction://hlinksldjump"/>
            <a:extLst>
              <a:ext uri="{FF2B5EF4-FFF2-40B4-BE49-F238E27FC236}">
                <a16:creationId xmlns:a16="http://schemas.microsoft.com/office/drawing/2014/main" id="{DA39E252-73F4-8721-71A3-8EC3C9743687}"/>
              </a:ext>
            </a:extLst>
          </p:cNvPr>
          <p:cNvSpPr txBox="1"/>
          <p:nvPr/>
        </p:nvSpPr>
        <p:spPr>
          <a:xfrm>
            <a:off x="400078" y="1302714"/>
            <a:ext cx="14686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IN" sz="1200" dirty="0">
                <a:solidFill>
                  <a:srgbClr val="1ED760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About App</a:t>
            </a:r>
          </a:p>
        </p:txBody>
      </p:sp>
      <p:sp>
        <p:nvSpPr>
          <p:cNvPr id="18" name="Graphic 14">
            <a:hlinkClick r:id="rId4" action="ppaction://hlinksldjump"/>
            <a:extLst>
              <a:ext uri="{FF2B5EF4-FFF2-40B4-BE49-F238E27FC236}">
                <a16:creationId xmlns:a16="http://schemas.microsoft.com/office/drawing/2014/main" id="{99DA6964-8691-6E03-90F9-1BBBC0918A5D}"/>
              </a:ext>
            </a:extLst>
          </p:cNvPr>
          <p:cNvSpPr/>
          <p:nvPr/>
        </p:nvSpPr>
        <p:spPr>
          <a:xfrm>
            <a:off x="400079" y="1334031"/>
            <a:ext cx="205404" cy="204111"/>
          </a:xfrm>
          <a:custGeom>
            <a:avLst/>
            <a:gdLst>
              <a:gd name="connsiteX0" fmla="*/ 535467 w 535484"/>
              <a:gd name="connsiteY0" fmla="*/ 325659 h 532115"/>
              <a:gd name="connsiteX1" fmla="*/ 535467 w 535484"/>
              <a:gd name="connsiteY1" fmla="*/ 468764 h 532115"/>
              <a:gd name="connsiteX2" fmla="*/ 472362 w 535484"/>
              <a:gd name="connsiteY2" fmla="*/ 532084 h 532115"/>
              <a:gd name="connsiteX3" fmla="*/ 379443 w 535484"/>
              <a:gd name="connsiteY3" fmla="*/ 532084 h 532115"/>
              <a:gd name="connsiteX4" fmla="*/ 337191 w 535484"/>
              <a:gd name="connsiteY4" fmla="*/ 489882 h 532115"/>
              <a:gd name="connsiteX5" fmla="*/ 337191 w 535484"/>
              <a:gd name="connsiteY5" fmla="*/ 386429 h 532115"/>
              <a:gd name="connsiteX6" fmla="*/ 314400 w 535484"/>
              <a:gd name="connsiteY6" fmla="*/ 363555 h 532115"/>
              <a:gd name="connsiteX7" fmla="*/ 220852 w 535484"/>
              <a:gd name="connsiteY7" fmla="*/ 363555 h 532115"/>
              <a:gd name="connsiteX8" fmla="*/ 198393 w 535484"/>
              <a:gd name="connsiteY8" fmla="*/ 386114 h 532115"/>
              <a:gd name="connsiteX9" fmla="*/ 198393 w 535484"/>
              <a:gd name="connsiteY9" fmla="*/ 489567 h 532115"/>
              <a:gd name="connsiteX10" fmla="*/ 155825 w 535484"/>
              <a:gd name="connsiteY10" fmla="*/ 532084 h 532115"/>
              <a:gd name="connsiteX11" fmla="*/ 62277 w 535484"/>
              <a:gd name="connsiteY11" fmla="*/ 532084 h 532115"/>
              <a:gd name="connsiteX12" fmla="*/ 83 w 535484"/>
              <a:gd name="connsiteY12" fmla="*/ 469691 h 532115"/>
              <a:gd name="connsiteX13" fmla="*/ 0 w 535484"/>
              <a:gd name="connsiteY13" fmla="*/ 179772 h 532115"/>
              <a:gd name="connsiteX14" fmla="*/ 22277 w 535484"/>
              <a:gd name="connsiteY14" fmla="*/ 140584 h 532115"/>
              <a:gd name="connsiteX15" fmla="*/ 245448 w 535484"/>
              <a:gd name="connsiteY15" fmla="*/ 6737 h 532115"/>
              <a:gd name="connsiteX16" fmla="*/ 289854 w 535484"/>
              <a:gd name="connsiteY16" fmla="*/ 6605 h 532115"/>
              <a:gd name="connsiteX17" fmla="*/ 514548 w 535484"/>
              <a:gd name="connsiteY17" fmla="*/ 141412 h 532115"/>
              <a:gd name="connsiteX18" fmla="*/ 535484 w 535484"/>
              <a:gd name="connsiteY18" fmla="*/ 178844 h 532115"/>
              <a:gd name="connsiteX19" fmla="*/ 535451 w 535484"/>
              <a:gd name="connsiteY19" fmla="*/ 325676 h 53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35484" h="532115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 w="1651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9" name="TextBox 18">
            <a:hlinkClick r:id="rId5" action="ppaction://hlinksldjump"/>
            <a:extLst>
              <a:ext uri="{FF2B5EF4-FFF2-40B4-BE49-F238E27FC236}">
                <a16:creationId xmlns:a16="http://schemas.microsoft.com/office/drawing/2014/main" id="{95918D86-E3B8-9D8A-F19A-9A0B81672B51}"/>
              </a:ext>
            </a:extLst>
          </p:cNvPr>
          <p:cNvSpPr txBox="1"/>
          <p:nvPr/>
        </p:nvSpPr>
        <p:spPr>
          <a:xfrm>
            <a:off x="869323" y="889404"/>
            <a:ext cx="8114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About Me</a:t>
            </a:r>
          </a:p>
        </p:txBody>
      </p:sp>
      <p:sp>
        <p:nvSpPr>
          <p:cNvPr id="20" name="Graphic 19">
            <a:hlinkClick r:id="rId5" action="ppaction://hlinksldjump"/>
            <a:extLst>
              <a:ext uri="{FF2B5EF4-FFF2-40B4-BE49-F238E27FC236}">
                <a16:creationId xmlns:a16="http://schemas.microsoft.com/office/drawing/2014/main" id="{1E3BA364-0E26-E59E-FD2A-D746D1595CFF}"/>
              </a:ext>
            </a:extLst>
          </p:cNvPr>
          <p:cNvSpPr/>
          <p:nvPr/>
        </p:nvSpPr>
        <p:spPr>
          <a:xfrm>
            <a:off x="406140" y="892951"/>
            <a:ext cx="197120" cy="204111"/>
          </a:xfrm>
          <a:custGeom>
            <a:avLst/>
            <a:gdLst>
              <a:gd name="connsiteX0" fmla="*/ 3715304 w 3788950"/>
              <a:gd name="connsiteY0" fmla="*/ 3556921 h 3923333"/>
              <a:gd name="connsiteX1" fmla="*/ 2822431 w 3788950"/>
              <a:gd name="connsiteY1" fmla="*/ 2629852 h 3923333"/>
              <a:gd name="connsiteX2" fmla="*/ 2820430 w 3788950"/>
              <a:gd name="connsiteY2" fmla="*/ 2571845 h 3923333"/>
              <a:gd name="connsiteX3" fmla="*/ 3065128 w 3788950"/>
              <a:gd name="connsiteY3" fmla="*/ 2146459 h 3923333"/>
              <a:gd name="connsiteX4" fmla="*/ 3148186 w 3788950"/>
              <a:gd name="connsiteY4" fmla="*/ 1330071 h 3923333"/>
              <a:gd name="connsiteX5" fmla="*/ 2612214 w 3788950"/>
              <a:gd name="connsiteY5" fmla="*/ 381476 h 3923333"/>
              <a:gd name="connsiteX6" fmla="*/ 1888600 w 3788950"/>
              <a:gd name="connsiteY6" fmla="*/ 29432 h 3923333"/>
              <a:gd name="connsiteX7" fmla="*/ 1718483 w 3788950"/>
              <a:gd name="connsiteY7" fmla="*/ 0 h 3923333"/>
              <a:gd name="connsiteX8" fmla="*/ 1695528 w 3788950"/>
              <a:gd name="connsiteY8" fmla="*/ 0 h 3923333"/>
              <a:gd name="connsiteX9" fmla="*/ 1672573 w 3788950"/>
              <a:gd name="connsiteY9" fmla="*/ 3905 h 3923333"/>
              <a:gd name="connsiteX10" fmla="*/ 1649617 w 3788950"/>
              <a:gd name="connsiteY10" fmla="*/ 0 h 3923333"/>
              <a:gd name="connsiteX11" fmla="*/ 1511695 w 3788950"/>
              <a:gd name="connsiteY11" fmla="*/ 0 h 3923333"/>
              <a:gd name="connsiteX12" fmla="*/ 1495312 w 3788950"/>
              <a:gd name="connsiteY12" fmla="*/ 3905 h 3923333"/>
              <a:gd name="connsiteX13" fmla="*/ 1482073 w 3788950"/>
              <a:gd name="connsiteY13" fmla="*/ 3905 h 3923333"/>
              <a:gd name="connsiteX14" fmla="*/ 1465690 w 3788950"/>
              <a:gd name="connsiteY14" fmla="*/ 0 h 3923333"/>
              <a:gd name="connsiteX15" fmla="*/ 1442734 w 3788950"/>
              <a:gd name="connsiteY15" fmla="*/ 0 h 3923333"/>
              <a:gd name="connsiteX16" fmla="*/ 1374726 w 3788950"/>
              <a:gd name="connsiteY16" fmla="*/ 14288 h 3923333"/>
              <a:gd name="connsiteX17" fmla="*/ 686926 w 3788950"/>
              <a:gd name="connsiteY17" fmla="*/ 281369 h 3923333"/>
              <a:gd name="connsiteX18" fmla="*/ 143429 w 3788950"/>
              <a:gd name="connsiteY18" fmla="*/ 930402 h 3923333"/>
              <a:gd name="connsiteX19" fmla="*/ 20366 w 3788950"/>
              <a:gd name="connsiteY19" fmla="*/ 1830229 h 3923333"/>
              <a:gd name="connsiteX20" fmla="*/ 534145 w 3788950"/>
              <a:gd name="connsiteY20" fmla="*/ 2766251 h 3923333"/>
              <a:gd name="connsiteX21" fmla="*/ 1337102 w 3788950"/>
              <a:gd name="connsiteY21" fmla="*/ 3148298 h 3923333"/>
              <a:gd name="connsiteX22" fmla="*/ 2460385 w 3788950"/>
              <a:gd name="connsiteY22" fmla="*/ 2901791 h 3923333"/>
              <a:gd name="connsiteX23" fmla="*/ 2519059 w 3788950"/>
              <a:gd name="connsiteY23" fmla="*/ 2908364 h 3923333"/>
              <a:gd name="connsiteX24" fmla="*/ 3416219 w 3788950"/>
              <a:gd name="connsiteY24" fmla="*/ 3842004 h 3923333"/>
              <a:gd name="connsiteX25" fmla="*/ 3449461 w 3788950"/>
              <a:gd name="connsiteY25" fmla="*/ 3873722 h 3923333"/>
              <a:gd name="connsiteX26" fmla="*/ 3761786 w 3788950"/>
              <a:gd name="connsiteY26" fmla="*/ 3818192 h 3923333"/>
              <a:gd name="connsiteX27" fmla="*/ 3715400 w 3788950"/>
              <a:gd name="connsiteY27" fmla="*/ 3557016 h 3923333"/>
              <a:gd name="connsiteX28" fmla="*/ 1586086 w 3788950"/>
              <a:gd name="connsiteY28" fmla="*/ 2754535 h 3923333"/>
              <a:gd name="connsiteX29" fmla="*/ 414701 w 3788950"/>
              <a:gd name="connsiteY29" fmla="*/ 1584389 h 3923333"/>
              <a:gd name="connsiteX30" fmla="*/ 1585609 w 3788950"/>
              <a:gd name="connsiteY30" fmla="*/ 413480 h 3923333"/>
              <a:gd name="connsiteX31" fmla="*/ 2754803 w 3788950"/>
              <a:gd name="connsiteY31" fmla="*/ 1585817 h 3923333"/>
              <a:gd name="connsiteX32" fmla="*/ 1586086 w 3788950"/>
              <a:gd name="connsiteY32" fmla="*/ 2754440 h 3923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788950" h="3923333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21" name="TextBox 20">
            <a:hlinkClick r:id="rId6" action="ppaction://hlinksldjump"/>
            <a:extLst>
              <a:ext uri="{FF2B5EF4-FFF2-40B4-BE49-F238E27FC236}">
                <a16:creationId xmlns:a16="http://schemas.microsoft.com/office/drawing/2014/main" id="{8D1B1752-3550-50A7-6CA3-069EBE7A95C2}"/>
              </a:ext>
            </a:extLst>
          </p:cNvPr>
          <p:cNvSpPr txBox="1"/>
          <p:nvPr/>
        </p:nvSpPr>
        <p:spPr>
          <a:xfrm>
            <a:off x="869323" y="1751789"/>
            <a:ext cx="16658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Kế Hoạch Phát Triển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7A88FB2-5BAB-6C64-2489-B2C9FCCCFDC0}"/>
              </a:ext>
            </a:extLst>
          </p:cNvPr>
          <p:cNvGrpSpPr/>
          <p:nvPr/>
        </p:nvGrpSpPr>
        <p:grpSpPr>
          <a:xfrm>
            <a:off x="431322" y="1774245"/>
            <a:ext cx="177294" cy="204783"/>
            <a:chOff x="431322" y="1764517"/>
            <a:chExt cx="177294" cy="204783"/>
          </a:xfrm>
        </p:grpSpPr>
        <p:sp>
          <p:nvSpPr>
            <p:cNvPr id="23" name="Freeform: Shape 22">
              <a:hlinkClick r:id="rId6" action="ppaction://hlinksldjump"/>
              <a:extLst>
                <a:ext uri="{FF2B5EF4-FFF2-40B4-BE49-F238E27FC236}">
                  <a16:creationId xmlns:a16="http://schemas.microsoft.com/office/drawing/2014/main" id="{84EAA677-72C5-F2E7-12CC-99507C32B224}"/>
                </a:ext>
              </a:extLst>
            </p:cNvPr>
            <p:cNvSpPr/>
            <p:nvPr/>
          </p:nvSpPr>
          <p:spPr>
            <a:xfrm>
              <a:off x="431322" y="1765205"/>
              <a:ext cx="15953" cy="203670"/>
            </a:xfrm>
            <a:custGeom>
              <a:avLst/>
              <a:gdLst>
                <a:gd name="connsiteX0" fmla="*/ 42232 w 84464"/>
                <a:gd name="connsiteY0" fmla="*/ 0 h 1078327"/>
                <a:gd name="connsiteX1" fmla="*/ 84464 w 84464"/>
                <a:gd name="connsiteY1" fmla="*/ 42232 h 1078327"/>
                <a:gd name="connsiteX2" fmla="*/ 84464 w 84464"/>
                <a:gd name="connsiteY2" fmla="*/ 1036095 h 1078327"/>
                <a:gd name="connsiteX3" fmla="*/ 42232 w 84464"/>
                <a:gd name="connsiteY3" fmla="*/ 1078327 h 1078327"/>
                <a:gd name="connsiteX4" fmla="*/ 42232 w 84464"/>
                <a:gd name="connsiteY4" fmla="*/ 1078327 h 1078327"/>
                <a:gd name="connsiteX5" fmla="*/ 0 w 84464"/>
                <a:gd name="connsiteY5" fmla="*/ 1036095 h 1078327"/>
                <a:gd name="connsiteX6" fmla="*/ 0 w 84464"/>
                <a:gd name="connsiteY6" fmla="*/ 42232 h 1078327"/>
                <a:gd name="connsiteX7" fmla="*/ 42232 w 84464"/>
                <a:gd name="connsiteY7" fmla="*/ 0 h 107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464" h="1078327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 w="560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4" name="Freeform: Shape 23">
              <a:hlinkClick r:id="rId6" action="ppaction://hlinksldjump"/>
              <a:extLst>
                <a:ext uri="{FF2B5EF4-FFF2-40B4-BE49-F238E27FC236}">
                  <a16:creationId xmlns:a16="http://schemas.microsoft.com/office/drawing/2014/main" id="{3C72C286-8D57-0744-DDD2-9475654CC819}"/>
                </a:ext>
              </a:extLst>
            </p:cNvPr>
            <p:cNvSpPr/>
            <p:nvPr/>
          </p:nvSpPr>
          <p:spPr>
            <a:xfrm>
              <a:off x="469291" y="1765205"/>
              <a:ext cx="15953" cy="203670"/>
            </a:xfrm>
            <a:custGeom>
              <a:avLst/>
              <a:gdLst>
                <a:gd name="connsiteX0" fmla="*/ 42232 w 84464"/>
                <a:gd name="connsiteY0" fmla="*/ 0 h 1078327"/>
                <a:gd name="connsiteX1" fmla="*/ 84464 w 84464"/>
                <a:gd name="connsiteY1" fmla="*/ 42232 h 1078327"/>
                <a:gd name="connsiteX2" fmla="*/ 84464 w 84464"/>
                <a:gd name="connsiteY2" fmla="*/ 1036095 h 1078327"/>
                <a:gd name="connsiteX3" fmla="*/ 42232 w 84464"/>
                <a:gd name="connsiteY3" fmla="*/ 1078327 h 1078327"/>
                <a:gd name="connsiteX4" fmla="*/ 42232 w 84464"/>
                <a:gd name="connsiteY4" fmla="*/ 1078327 h 1078327"/>
                <a:gd name="connsiteX5" fmla="*/ 0 w 84464"/>
                <a:gd name="connsiteY5" fmla="*/ 1036095 h 1078327"/>
                <a:gd name="connsiteX6" fmla="*/ 0 w 84464"/>
                <a:gd name="connsiteY6" fmla="*/ 42232 h 1078327"/>
                <a:gd name="connsiteX7" fmla="*/ 42232 w 84464"/>
                <a:gd name="connsiteY7" fmla="*/ 0 h 107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464" h="1078327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 w="560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5" name="Freeform: Shape 24">
              <a:hlinkClick r:id="rId6" action="ppaction://hlinksldjump"/>
              <a:extLst>
                <a:ext uri="{FF2B5EF4-FFF2-40B4-BE49-F238E27FC236}">
                  <a16:creationId xmlns:a16="http://schemas.microsoft.com/office/drawing/2014/main" id="{2ED5AD50-0388-2BE6-552A-1947AD4D6DF5}"/>
                </a:ext>
              </a:extLst>
            </p:cNvPr>
            <p:cNvSpPr/>
            <p:nvPr/>
          </p:nvSpPr>
          <p:spPr>
            <a:xfrm>
              <a:off x="509599" y="1764517"/>
              <a:ext cx="99017" cy="204783"/>
            </a:xfrm>
            <a:custGeom>
              <a:avLst/>
              <a:gdLst>
                <a:gd name="connsiteX0" fmla="*/ 482010 w 524241"/>
                <a:gd name="connsiteY0" fmla="*/ 1083659 h 1084222"/>
                <a:gd name="connsiteX1" fmla="*/ 42232 w 524241"/>
                <a:gd name="connsiteY1" fmla="*/ 1083659 h 1084222"/>
                <a:gd name="connsiteX2" fmla="*/ 0 w 524241"/>
                <a:gd name="connsiteY2" fmla="*/ 1041427 h 1084222"/>
                <a:gd name="connsiteX3" fmla="*/ 0 w 524241"/>
                <a:gd name="connsiteY3" fmla="*/ 41933 h 1084222"/>
                <a:gd name="connsiteX4" fmla="*/ 19708 w 524241"/>
                <a:gd name="connsiteY4" fmla="*/ 6458 h 1084222"/>
                <a:gd name="connsiteX5" fmla="*/ 60251 w 524241"/>
                <a:gd name="connsiteY5" fmla="*/ 4206 h 1084222"/>
                <a:gd name="connsiteX6" fmla="*/ 500029 w 524241"/>
                <a:gd name="connsiteY6" fmla="*/ 213114 h 1084222"/>
                <a:gd name="connsiteX7" fmla="*/ 524242 w 524241"/>
                <a:gd name="connsiteY7" fmla="*/ 251405 h 1084222"/>
                <a:gd name="connsiteX8" fmla="*/ 524242 w 524241"/>
                <a:gd name="connsiteY8" fmla="*/ 1041990 h 1084222"/>
                <a:gd name="connsiteX9" fmla="*/ 482010 w 524241"/>
                <a:gd name="connsiteY9" fmla="*/ 1084222 h 1084222"/>
                <a:gd name="connsiteX10" fmla="*/ 84464 w 524241"/>
                <a:gd name="connsiteY10" fmla="*/ 999195 h 1084222"/>
                <a:gd name="connsiteX11" fmla="*/ 439777 w 524241"/>
                <a:gd name="connsiteY11" fmla="*/ 999195 h 1084222"/>
                <a:gd name="connsiteX12" fmla="*/ 439777 w 524241"/>
                <a:gd name="connsiteY12" fmla="*/ 277307 h 1084222"/>
                <a:gd name="connsiteX13" fmla="*/ 84464 w 524241"/>
                <a:gd name="connsiteY13" fmla="*/ 108941 h 1084222"/>
                <a:gd name="connsiteX14" fmla="*/ 84464 w 524241"/>
                <a:gd name="connsiteY14" fmla="*/ 999195 h 108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24241" h="1084222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 w="560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sp>
        <p:nvSpPr>
          <p:cNvPr id="26" name="TextBox 25">
            <a:hlinkClick r:id="rId7" action="ppaction://hlinksldjump"/>
            <a:extLst>
              <a:ext uri="{FF2B5EF4-FFF2-40B4-BE49-F238E27FC236}">
                <a16:creationId xmlns:a16="http://schemas.microsoft.com/office/drawing/2014/main" id="{BCF47B73-DC0A-A013-CF3C-55E55692DB65}"/>
              </a:ext>
            </a:extLst>
          </p:cNvPr>
          <p:cNvSpPr txBox="1"/>
          <p:nvPr/>
        </p:nvSpPr>
        <p:spPr>
          <a:xfrm>
            <a:off x="869323" y="2239786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Demo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FB78585-4520-13C7-7DF9-B98B8BC5D5A6}"/>
              </a:ext>
            </a:extLst>
          </p:cNvPr>
          <p:cNvGrpSpPr/>
          <p:nvPr/>
        </p:nvGrpSpPr>
        <p:grpSpPr>
          <a:xfrm>
            <a:off x="431322" y="2253685"/>
            <a:ext cx="203670" cy="203670"/>
            <a:chOff x="431322" y="2214773"/>
            <a:chExt cx="203670" cy="203670"/>
          </a:xfrm>
        </p:grpSpPr>
        <p:sp>
          <p:nvSpPr>
            <p:cNvPr id="28" name="Rectangle: Rounded Corners 27">
              <a:hlinkClick r:id="rId7" action="ppaction://hlinksldjump"/>
              <a:extLst>
                <a:ext uri="{FF2B5EF4-FFF2-40B4-BE49-F238E27FC236}">
                  <a16:creationId xmlns:a16="http://schemas.microsoft.com/office/drawing/2014/main" id="{B9C3E944-9218-E928-213F-9D588037596C}"/>
                </a:ext>
              </a:extLst>
            </p:cNvPr>
            <p:cNvSpPr/>
            <p:nvPr/>
          </p:nvSpPr>
          <p:spPr>
            <a:xfrm>
              <a:off x="431322" y="2214773"/>
              <a:ext cx="203670" cy="203670"/>
            </a:xfrm>
            <a:prstGeom prst="roundRect">
              <a:avLst>
                <a:gd name="adj" fmla="val 12600"/>
              </a:avLst>
            </a:prstGeom>
            <a:solidFill>
              <a:srgbClr val="C1C1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29" name="Graphic 28" descr="Add with solid fill">
              <a:hlinkClick r:id="rId7" action="ppaction://hlinksldjump"/>
              <a:extLst>
                <a:ext uri="{FF2B5EF4-FFF2-40B4-BE49-F238E27FC236}">
                  <a16:creationId xmlns:a16="http://schemas.microsoft.com/office/drawing/2014/main" id="{88BF0616-010A-6DDF-54A9-F5B12E51C19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72263" y="2255714"/>
              <a:ext cx="121788" cy="121788"/>
            </a:xfrm>
            <a:prstGeom prst="rect">
              <a:avLst/>
            </a:prstGeom>
          </p:spPr>
        </p:pic>
      </p:grpSp>
      <p:sp>
        <p:nvSpPr>
          <p:cNvPr id="30" name="TextBox 29">
            <a:hlinkClick r:id="rId7" action="ppaction://hlinksldjump"/>
            <a:extLst>
              <a:ext uri="{FF2B5EF4-FFF2-40B4-BE49-F238E27FC236}">
                <a16:creationId xmlns:a16="http://schemas.microsoft.com/office/drawing/2014/main" id="{68F865E1-CDC4-4701-5032-9FD18B160C70}"/>
              </a:ext>
            </a:extLst>
          </p:cNvPr>
          <p:cNvSpPr txBox="1"/>
          <p:nvPr/>
        </p:nvSpPr>
        <p:spPr>
          <a:xfrm>
            <a:off x="876017" y="2751252"/>
            <a:ext cx="12955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Ưu Nhược Điểm</a:t>
            </a:r>
          </a:p>
        </p:txBody>
      </p:sp>
      <p:sp>
        <p:nvSpPr>
          <p:cNvPr id="31" name="Freeform: Shape 30">
            <a:hlinkClick r:id="rId7" action="ppaction://hlinksldjump"/>
            <a:extLst>
              <a:ext uri="{FF2B5EF4-FFF2-40B4-BE49-F238E27FC236}">
                <a16:creationId xmlns:a16="http://schemas.microsoft.com/office/drawing/2014/main" id="{DC921766-413B-0F99-1AF9-DEA3FAA8EF10}"/>
              </a:ext>
            </a:extLst>
          </p:cNvPr>
          <p:cNvSpPr/>
          <p:nvPr/>
        </p:nvSpPr>
        <p:spPr>
          <a:xfrm>
            <a:off x="446053" y="2760578"/>
            <a:ext cx="154752" cy="204786"/>
          </a:xfrm>
          <a:custGeom>
            <a:avLst/>
            <a:gdLst>
              <a:gd name="connsiteX0" fmla="*/ 467584 w 469298"/>
              <a:gd name="connsiteY0" fmla="*/ 62389 h 621030"/>
              <a:gd name="connsiteX1" fmla="*/ 394242 w 469298"/>
              <a:gd name="connsiteY1" fmla="*/ 0 h 621030"/>
              <a:gd name="connsiteX2" fmla="*/ 75059 w 469298"/>
              <a:gd name="connsiteY2" fmla="*/ 191 h 621030"/>
              <a:gd name="connsiteX3" fmla="*/ 51913 w 469298"/>
              <a:gd name="connsiteY3" fmla="*/ 3715 h 621030"/>
              <a:gd name="connsiteX4" fmla="*/ 1240 w 469298"/>
              <a:gd name="connsiteY4" fmla="*/ 65342 h 621030"/>
              <a:gd name="connsiteX5" fmla="*/ 192 w 469298"/>
              <a:gd name="connsiteY5" fmla="*/ 96203 h 621030"/>
              <a:gd name="connsiteX6" fmla="*/ 192 w 469298"/>
              <a:gd name="connsiteY6" fmla="*/ 590455 h 621030"/>
              <a:gd name="connsiteX7" fmla="*/ 22671 w 469298"/>
              <a:gd name="connsiteY7" fmla="*/ 621030 h 621030"/>
              <a:gd name="connsiteX8" fmla="*/ 32387 w 469298"/>
              <a:gd name="connsiteY8" fmla="*/ 621030 h 621030"/>
              <a:gd name="connsiteX9" fmla="*/ 46674 w 469298"/>
              <a:gd name="connsiteY9" fmla="*/ 615315 h 621030"/>
              <a:gd name="connsiteX10" fmla="*/ 61819 w 469298"/>
              <a:gd name="connsiteY10" fmla="*/ 604171 h 621030"/>
              <a:gd name="connsiteX11" fmla="*/ 227364 w 469298"/>
              <a:gd name="connsiteY11" fmla="*/ 479965 h 621030"/>
              <a:gd name="connsiteX12" fmla="*/ 242223 w 469298"/>
              <a:gd name="connsiteY12" fmla="*/ 479774 h 621030"/>
              <a:gd name="connsiteX13" fmla="*/ 420912 w 469298"/>
              <a:gd name="connsiteY13" fmla="*/ 613791 h 621030"/>
              <a:gd name="connsiteX14" fmla="*/ 435866 w 469298"/>
              <a:gd name="connsiteY14" fmla="*/ 621030 h 621030"/>
              <a:gd name="connsiteX15" fmla="*/ 445581 w 469298"/>
              <a:gd name="connsiteY15" fmla="*/ 621030 h 621030"/>
              <a:gd name="connsiteX16" fmla="*/ 469299 w 469298"/>
              <a:gd name="connsiteY16" fmla="*/ 592265 h 621030"/>
              <a:gd name="connsiteX17" fmla="*/ 469299 w 469298"/>
              <a:gd name="connsiteY17" fmla="*/ 588645 h 621030"/>
              <a:gd name="connsiteX18" fmla="*/ 469299 w 469298"/>
              <a:gd name="connsiteY18" fmla="*/ 79915 h 621030"/>
              <a:gd name="connsiteX19" fmla="*/ 467679 w 469298"/>
              <a:gd name="connsiteY19" fmla="*/ 62484 h 621030"/>
              <a:gd name="connsiteX20" fmla="*/ 415292 w 469298"/>
              <a:gd name="connsiteY20" fmla="*/ 543211 h 621030"/>
              <a:gd name="connsiteX21" fmla="*/ 319470 w 469298"/>
              <a:gd name="connsiteY21" fmla="*/ 471297 h 621030"/>
              <a:gd name="connsiteX22" fmla="*/ 253176 w 469298"/>
              <a:gd name="connsiteY22" fmla="*/ 421577 h 621030"/>
              <a:gd name="connsiteX23" fmla="*/ 216315 w 469298"/>
              <a:gd name="connsiteY23" fmla="*/ 421577 h 621030"/>
              <a:gd name="connsiteX24" fmla="*/ 59438 w 469298"/>
              <a:gd name="connsiteY24" fmla="*/ 539211 h 621030"/>
              <a:gd name="connsiteX25" fmla="*/ 55152 w 469298"/>
              <a:gd name="connsiteY25" fmla="*/ 542354 h 621030"/>
              <a:gd name="connsiteX26" fmla="*/ 54009 w 469298"/>
              <a:gd name="connsiteY26" fmla="*/ 537877 h 621030"/>
              <a:gd name="connsiteX27" fmla="*/ 54009 w 469298"/>
              <a:gd name="connsiteY27" fmla="*/ 79915 h 621030"/>
              <a:gd name="connsiteX28" fmla="*/ 81536 w 469298"/>
              <a:gd name="connsiteY28" fmla="*/ 52388 h 621030"/>
              <a:gd name="connsiteX29" fmla="*/ 388050 w 469298"/>
              <a:gd name="connsiteY29" fmla="*/ 52388 h 621030"/>
              <a:gd name="connsiteX30" fmla="*/ 415578 w 469298"/>
              <a:gd name="connsiteY30" fmla="*/ 79915 h 621030"/>
              <a:gd name="connsiteX31" fmla="*/ 415578 w 469298"/>
              <a:gd name="connsiteY31" fmla="*/ 537877 h 621030"/>
              <a:gd name="connsiteX32" fmla="*/ 415387 w 469298"/>
              <a:gd name="connsiteY32" fmla="*/ 543020 h 621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469298" h="621030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2" name="TextBox 31">
            <a:hlinkClick r:id="rId10" action="ppaction://hlinksldjump"/>
            <a:extLst>
              <a:ext uri="{FF2B5EF4-FFF2-40B4-BE49-F238E27FC236}">
                <a16:creationId xmlns:a16="http://schemas.microsoft.com/office/drawing/2014/main" id="{06E3F6D5-6BA9-DDB6-DB08-01671B2631BC}"/>
              </a:ext>
            </a:extLst>
          </p:cNvPr>
          <p:cNvSpPr txBox="1"/>
          <p:nvPr/>
        </p:nvSpPr>
        <p:spPr>
          <a:xfrm>
            <a:off x="869323" y="3309423"/>
            <a:ext cx="17092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Phát Triển Tương Lai</a:t>
            </a:r>
          </a:p>
        </p:txBody>
      </p:sp>
      <p:sp>
        <p:nvSpPr>
          <p:cNvPr id="33" name="Freeform: Shape 32">
            <a:hlinkClick r:id="rId10" action="ppaction://hlinksldjump"/>
            <a:extLst>
              <a:ext uri="{FF2B5EF4-FFF2-40B4-BE49-F238E27FC236}">
                <a16:creationId xmlns:a16="http://schemas.microsoft.com/office/drawing/2014/main" id="{50A6E3E5-3556-80A1-36A4-665B970C4F42}"/>
              </a:ext>
            </a:extLst>
          </p:cNvPr>
          <p:cNvSpPr/>
          <p:nvPr/>
        </p:nvSpPr>
        <p:spPr>
          <a:xfrm>
            <a:off x="439826" y="3323112"/>
            <a:ext cx="177405" cy="205826"/>
          </a:xfrm>
          <a:custGeom>
            <a:avLst/>
            <a:gdLst>
              <a:gd name="connsiteX0" fmla="*/ 250564 w 254310"/>
              <a:gd name="connsiteY0" fmla="*/ 139515 h 299233"/>
              <a:gd name="connsiteX1" fmla="*/ 215595 w 254310"/>
              <a:gd name="connsiteY1" fmla="*/ 93041 h 299233"/>
              <a:gd name="connsiteX2" fmla="*/ 215466 w 254310"/>
              <a:gd name="connsiteY2" fmla="*/ 86609 h 299233"/>
              <a:gd name="connsiteX3" fmla="*/ 250434 w 254310"/>
              <a:gd name="connsiteY3" fmla="*/ 40135 h 299233"/>
              <a:gd name="connsiteX4" fmla="*/ 254190 w 254310"/>
              <a:gd name="connsiteY4" fmla="*/ 31631 h 299233"/>
              <a:gd name="connsiteX5" fmla="*/ 238001 w 254310"/>
              <a:gd name="connsiteY5" fmla="*/ 14924 h 299233"/>
              <a:gd name="connsiteX6" fmla="*/ 63353 w 254310"/>
              <a:gd name="connsiteY6" fmla="*/ 14967 h 299233"/>
              <a:gd name="connsiteX7" fmla="*/ 59360 w 254310"/>
              <a:gd name="connsiteY7" fmla="*/ 11923 h 299233"/>
              <a:gd name="connsiteX8" fmla="*/ 45999 w 254310"/>
              <a:gd name="connsiteY8" fmla="*/ 30 h 299233"/>
              <a:gd name="connsiteX9" fmla="*/ 30716 w 254310"/>
              <a:gd name="connsiteY9" fmla="*/ 9916 h 299233"/>
              <a:gd name="connsiteX10" fmla="*/ 29788 w 254310"/>
              <a:gd name="connsiteY10" fmla="*/ 17169 h 299233"/>
              <a:gd name="connsiteX11" fmla="*/ 29788 w 254310"/>
              <a:gd name="connsiteY11" fmla="*/ 140615 h 299233"/>
              <a:gd name="connsiteX12" fmla="*/ 29788 w 254310"/>
              <a:gd name="connsiteY12" fmla="*/ 156049 h 299233"/>
              <a:gd name="connsiteX13" fmla="*/ 29853 w 254310"/>
              <a:gd name="connsiteY13" fmla="*/ 265811 h 299233"/>
              <a:gd name="connsiteX14" fmla="*/ 26205 w 254310"/>
              <a:gd name="connsiteY14" fmla="*/ 269437 h 299233"/>
              <a:gd name="connsiteX15" fmla="*/ 14290 w 254310"/>
              <a:gd name="connsiteY15" fmla="*/ 269437 h 299233"/>
              <a:gd name="connsiteX16" fmla="*/ 0 w 254310"/>
              <a:gd name="connsiteY16" fmla="*/ 284180 h 299233"/>
              <a:gd name="connsiteX17" fmla="*/ 14052 w 254310"/>
              <a:gd name="connsiteY17" fmla="*/ 299095 h 299233"/>
              <a:gd name="connsiteX18" fmla="*/ 75420 w 254310"/>
              <a:gd name="connsiteY18" fmla="*/ 299095 h 299233"/>
              <a:gd name="connsiteX19" fmla="*/ 89752 w 254310"/>
              <a:gd name="connsiteY19" fmla="*/ 284331 h 299233"/>
              <a:gd name="connsiteX20" fmla="*/ 75182 w 254310"/>
              <a:gd name="connsiteY20" fmla="*/ 269415 h 299233"/>
              <a:gd name="connsiteX21" fmla="*/ 63267 w 254310"/>
              <a:gd name="connsiteY21" fmla="*/ 269437 h 299233"/>
              <a:gd name="connsiteX22" fmla="*/ 59706 w 254310"/>
              <a:gd name="connsiteY22" fmla="*/ 265746 h 299233"/>
              <a:gd name="connsiteX23" fmla="*/ 59706 w 254310"/>
              <a:gd name="connsiteY23" fmla="*/ 168245 h 299233"/>
              <a:gd name="connsiteX24" fmla="*/ 63440 w 254310"/>
              <a:gd name="connsiteY24" fmla="*/ 164381 h 299233"/>
              <a:gd name="connsiteX25" fmla="*/ 235994 w 254310"/>
              <a:gd name="connsiteY25" fmla="*/ 164467 h 299233"/>
              <a:gd name="connsiteX26" fmla="*/ 240548 w 254310"/>
              <a:gd name="connsiteY26" fmla="*/ 164381 h 299233"/>
              <a:gd name="connsiteX27" fmla="*/ 250823 w 254310"/>
              <a:gd name="connsiteY27" fmla="*/ 159092 h 299233"/>
              <a:gd name="connsiteX28" fmla="*/ 250542 w 254310"/>
              <a:gd name="connsiteY28" fmla="*/ 139471 h 299233"/>
              <a:gd name="connsiteX29" fmla="*/ 228374 w 254310"/>
              <a:gd name="connsiteY29" fmla="*/ 147091 h 299233"/>
              <a:gd name="connsiteX30" fmla="*/ 69311 w 254310"/>
              <a:gd name="connsiteY30" fmla="*/ 147091 h 299233"/>
              <a:gd name="connsiteX31" fmla="*/ 59749 w 254310"/>
              <a:gd name="connsiteY31" fmla="*/ 138349 h 299233"/>
              <a:gd name="connsiteX32" fmla="*/ 59749 w 254310"/>
              <a:gd name="connsiteY32" fmla="*/ 40999 h 299233"/>
              <a:gd name="connsiteX33" fmla="*/ 69311 w 254310"/>
              <a:gd name="connsiteY33" fmla="*/ 32257 h 299233"/>
              <a:gd name="connsiteX34" fmla="*/ 228374 w 254310"/>
              <a:gd name="connsiteY34" fmla="*/ 32257 h 299233"/>
              <a:gd name="connsiteX35" fmla="*/ 230166 w 254310"/>
              <a:gd name="connsiteY35" fmla="*/ 32321 h 299233"/>
              <a:gd name="connsiteX36" fmla="*/ 205191 w 254310"/>
              <a:gd name="connsiteY36" fmla="*/ 62757 h 299233"/>
              <a:gd name="connsiteX37" fmla="*/ 187901 w 254310"/>
              <a:gd name="connsiteY37" fmla="*/ 83824 h 299233"/>
              <a:gd name="connsiteX38" fmla="*/ 187901 w 254310"/>
              <a:gd name="connsiteY38" fmla="*/ 95524 h 299233"/>
              <a:gd name="connsiteX39" fmla="*/ 228763 w 254310"/>
              <a:gd name="connsiteY39" fmla="*/ 145343 h 299233"/>
              <a:gd name="connsiteX40" fmla="*/ 229842 w 254310"/>
              <a:gd name="connsiteY40" fmla="*/ 146702 h 299233"/>
              <a:gd name="connsiteX41" fmla="*/ 228309 w 254310"/>
              <a:gd name="connsiteY41" fmla="*/ 147069 h 299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54310" h="299233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 w="2099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068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2C2C2C"/>
            </a:gs>
            <a:gs pos="55000">
              <a:schemeClr val="tx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025ACCD-BEFE-4057-D0DA-23300AB281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300867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5268A36-91BD-F774-706B-5A541EC6E5D2}"/>
              </a:ext>
            </a:extLst>
          </p:cNvPr>
          <p:cNvGrpSpPr/>
          <p:nvPr/>
        </p:nvGrpSpPr>
        <p:grpSpPr>
          <a:xfrm>
            <a:off x="9104466" y="294121"/>
            <a:ext cx="1011084" cy="311801"/>
            <a:chOff x="9104466" y="294121"/>
            <a:chExt cx="1011084" cy="311801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ADD5BFBE-6641-D138-826B-10AF96D14A21}"/>
                </a:ext>
              </a:extLst>
            </p:cNvPr>
            <p:cNvSpPr/>
            <p:nvPr/>
          </p:nvSpPr>
          <p:spPr>
            <a:xfrm>
              <a:off x="9104466" y="294121"/>
              <a:ext cx="1011084" cy="297947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41CB0576-DF8B-34D7-6035-B4F1FE7BA261}"/>
                </a:ext>
              </a:extLst>
            </p:cNvPr>
            <p:cNvSpPr txBox="1"/>
            <p:nvPr/>
          </p:nvSpPr>
          <p:spPr>
            <a:xfrm>
              <a:off x="9179442" y="328923"/>
              <a:ext cx="8611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>
                  <a:solidFill>
                    <a:schemeClr val="bg1"/>
                  </a:solidFill>
                  <a:latin typeface="Poppins Medium" panose="00000600000000000000" pitchFamily="50" charset="0"/>
                  <a:cs typeface="Poppins Medium" panose="00000600000000000000" pitchFamily="50" charset="0"/>
                </a:rPr>
                <a:t>Upgrade</a:t>
              </a:r>
            </a:p>
          </p:txBody>
        </p:sp>
      </p:grp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82381173-9D11-EA28-C232-8562E09E7A8A}"/>
              </a:ext>
            </a:extLst>
          </p:cNvPr>
          <p:cNvSpPr/>
          <p:nvPr/>
        </p:nvSpPr>
        <p:spPr>
          <a:xfrm>
            <a:off x="10428440" y="294121"/>
            <a:ext cx="1363509" cy="297947"/>
          </a:xfrm>
          <a:prstGeom prst="roundRect">
            <a:avLst>
              <a:gd name="adj" fmla="val 50000"/>
            </a:avLst>
          </a:prstGeom>
          <a:solidFill>
            <a:srgbClr val="0A080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9C2A340-4710-5833-FBEA-EC919DD51A6E}"/>
              </a:ext>
            </a:extLst>
          </p:cNvPr>
          <p:cNvSpPr txBox="1"/>
          <p:nvPr/>
        </p:nvSpPr>
        <p:spPr>
          <a:xfrm>
            <a:off x="10659597" y="328923"/>
            <a:ext cx="9877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Ronney JR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7859F75F-3F6A-F6DE-C7C4-920FB32200D1}"/>
              </a:ext>
            </a:extLst>
          </p:cNvPr>
          <p:cNvSpPr/>
          <p:nvPr/>
        </p:nvSpPr>
        <p:spPr>
          <a:xfrm>
            <a:off x="10465928" y="322008"/>
            <a:ext cx="238127" cy="238127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Graphic 78">
            <a:extLst>
              <a:ext uri="{FF2B5EF4-FFF2-40B4-BE49-F238E27FC236}">
                <a16:creationId xmlns:a16="http://schemas.microsoft.com/office/drawing/2014/main" id="{2770181D-94BB-87F9-9F1C-C577F5415446}"/>
              </a:ext>
            </a:extLst>
          </p:cNvPr>
          <p:cNvSpPr/>
          <p:nvPr/>
        </p:nvSpPr>
        <p:spPr>
          <a:xfrm>
            <a:off x="10526959" y="377048"/>
            <a:ext cx="116064" cy="128047"/>
          </a:xfrm>
          <a:custGeom>
            <a:avLst/>
            <a:gdLst>
              <a:gd name="connsiteX0" fmla="*/ 115527 w 116064"/>
              <a:gd name="connsiteY0" fmla="*/ 108391 h 128047"/>
              <a:gd name="connsiteX1" fmla="*/ 94646 w 116064"/>
              <a:gd name="connsiteY1" fmla="*/ 71344 h 128047"/>
              <a:gd name="connsiteX2" fmla="*/ 79582 w 116064"/>
              <a:gd name="connsiteY2" fmla="*/ 62465 h 128047"/>
              <a:gd name="connsiteX3" fmla="*/ 84052 w 116064"/>
              <a:gd name="connsiteY3" fmla="*/ 11702 h 128047"/>
              <a:gd name="connsiteX4" fmla="*/ 35187 w 116064"/>
              <a:gd name="connsiteY4" fmla="*/ 8640 h 128047"/>
              <a:gd name="connsiteX5" fmla="*/ 23308 w 116064"/>
              <a:gd name="connsiteY5" fmla="*/ 32889 h 128047"/>
              <a:gd name="connsiteX6" fmla="*/ 36534 w 116064"/>
              <a:gd name="connsiteY6" fmla="*/ 62404 h 128047"/>
              <a:gd name="connsiteX7" fmla="*/ 35432 w 116064"/>
              <a:gd name="connsiteY7" fmla="*/ 62894 h 128047"/>
              <a:gd name="connsiteX8" fmla="*/ 4448 w 116064"/>
              <a:gd name="connsiteY8" fmla="*/ 94123 h 128047"/>
              <a:gd name="connsiteX9" fmla="*/ 100 w 116064"/>
              <a:gd name="connsiteY9" fmla="*/ 122842 h 128047"/>
              <a:gd name="connsiteX10" fmla="*/ 1631 w 116064"/>
              <a:gd name="connsiteY10" fmla="*/ 126210 h 128047"/>
              <a:gd name="connsiteX11" fmla="*/ 6407 w 116064"/>
              <a:gd name="connsiteY11" fmla="*/ 128047 h 128047"/>
              <a:gd name="connsiteX12" fmla="*/ 109648 w 116064"/>
              <a:gd name="connsiteY12" fmla="*/ 128047 h 128047"/>
              <a:gd name="connsiteX13" fmla="*/ 110995 w 116064"/>
              <a:gd name="connsiteY13" fmla="*/ 127986 h 128047"/>
              <a:gd name="connsiteX14" fmla="*/ 116016 w 116064"/>
              <a:gd name="connsiteY14" fmla="*/ 122475 h 128047"/>
              <a:gd name="connsiteX15" fmla="*/ 115465 w 116064"/>
              <a:gd name="connsiteY15" fmla="*/ 108330 h 128047"/>
              <a:gd name="connsiteX16" fmla="*/ 34881 w 116064"/>
              <a:gd name="connsiteY16" fmla="*/ 35094 h 128047"/>
              <a:gd name="connsiteX17" fmla="*/ 57721 w 116064"/>
              <a:gd name="connsiteY17" fmla="*/ 11702 h 128047"/>
              <a:gd name="connsiteX18" fmla="*/ 81235 w 116064"/>
              <a:gd name="connsiteY18" fmla="*/ 34971 h 128047"/>
              <a:gd name="connsiteX19" fmla="*/ 57966 w 116064"/>
              <a:gd name="connsiteY19" fmla="*/ 58240 h 128047"/>
              <a:gd name="connsiteX20" fmla="*/ 34881 w 116064"/>
              <a:gd name="connsiteY20" fmla="*/ 35094 h 128047"/>
              <a:gd name="connsiteX21" fmla="*/ 103280 w 116064"/>
              <a:gd name="connsiteY21" fmla="*/ 116413 h 128047"/>
              <a:gd name="connsiteX22" fmla="*/ 57966 w 116064"/>
              <a:gd name="connsiteY22" fmla="*/ 116413 h 128047"/>
              <a:gd name="connsiteX23" fmla="*/ 13082 w 116064"/>
              <a:gd name="connsiteY23" fmla="*/ 116413 h 128047"/>
              <a:gd name="connsiteX24" fmla="*/ 11612 w 116064"/>
              <a:gd name="connsiteY24" fmla="*/ 114943 h 128047"/>
              <a:gd name="connsiteX25" fmla="*/ 41494 w 116064"/>
              <a:gd name="connsiteY25" fmla="*/ 72936 h 128047"/>
              <a:gd name="connsiteX26" fmla="*/ 103219 w 116064"/>
              <a:gd name="connsiteY26" fmla="*/ 105697 h 128047"/>
              <a:gd name="connsiteX27" fmla="*/ 104443 w 116064"/>
              <a:gd name="connsiteY27" fmla="*/ 115127 h 128047"/>
              <a:gd name="connsiteX28" fmla="*/ 103219 w 116064"/>
              <a:gd name="connsiteY28" fmla="*/ 116351 h 128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16064" h="128047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bg1"/>
          </a:solidFill>
          <a:ln w="6016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1" name="Isosceles Triangle 80">
            <a:extLst>
              <a:ext uri="{FF2B5EF4-FFF2-40B4-BE49-F238E27FC236}">
                <a16:creationId xmlns:a16="http://schemas.microsoft.com/office/drawing/2014/main" id="{59106057-6687-7436-2443-36CF82D5A997}"/>
              </a:ext>
            </a:extLst>
          </p:cNvPr>
          <p:cNvSpPr/>
          <p:nvPr/>
        </p:nvSpPr>
        <p:spPr>
          <a:xfrm rot="3600000">
            <a:off x="11583174" y="388252"/>
            <a:ext cx="86542" cy="7460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32C2ADA-8B7B-4990-FB78-B27C9A79E87E}"/>
              </a:ext>
            </a:extLst>
          </p:cNvPr>
          <p:cNvSpPr txBox="1"/>
          <p:nvPr/>
        </p:nvSpPr>
        <p:spPr>
          <a:xfrm>
            <a:off x="3258053" y="791697"/>
            <a:ext cx="44230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>
                <a:solidFill>
                  <a:srgbClr val="1ED760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Ưu Nhược Điểm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3E34699-0E70-A7E6-2486-2B30BE804770}"/>
              </a:ext>
            </a:extLst>
          </p:cNvPr>
          <p:cNvGrpSpPr/>
          <p:nvPr/>
        </p:nvGrpSpPr>
        <p:grpSpPr>
          <a:xfrm>
            <a:off x="3258053" y="292100"/>
            <a:ext cx="297947" cy="297947"/>
            <a:chOff x="8892506" y="664914"/>
            <a:chExt cx="209401" cy="209401"/>
          </a:xfrm>
        </p:grpSpPr>
        <p:sp>
          <p:nvSpPr>
            <p:cNvPr id="9" name="Oval 8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216EA037-44E9-8803-2C22-FB4BE4803835}"/>
                </a:ext>
              </a:extLst>
            </p:cNvPr>
            <p:cNvSpPr/>
            <p:nvPr/>
          </p:nvSpPr>
          <p:spPr>
            <a:xfrm>
              <a:off x="8892506" y="664914"/>
              <a:ext cx="209401" cy="209401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Graphic 63" descr="Caret Left with solid fill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9535D36F-63A6-78B9-EE09-98917FF6DABB}"/>
                </a:ext>
              </a:extLst>
            </p:cNvPr>
            <p:cNvSpPr/>
            <p:nvPr/>
          </p:nvSpPr>
          <p:spPr>
            <a:xfrm>
              <a:off x="8960350" y="717942"/>
              <a:ext cx="59427" cy="103344"/>
            </a:xfrm>
            <a:custGeom>
              <a:avLst/>
              <a:gdLst>
                <a:gd name="connsiteX0" fmla="*/ 269081 w 309505"/>
                <a:gd name="connsiteY0" fmla="*/ 538229 h 538229"/>
                <a:gd name="connsiteX1" fmla="*/ 0 w 309505"/>
                <a:gd name="connsiteY1" fmla="*/ 269091 h 538229"/>
                <a:gd name="connsiteX2" fmla="*/ 269081 w 309505"/>
                <a:gd name="connsiteY2" fmla="*/ 0 h 538229"/>
                <a:gd name="connsiteX3" fmla="*/ 309496 w 309505"/>
                <a:gd name="connsiteY3" fmla="*/ 40405 h 538229"/>
                <a:gd name="connsiteX4" fmla="*/ 80810 w 309505"/>
                <a:gd name="connsiteY4" fmla="*/ 269091 h 538229"/>
                <a:gd name="connsiteX5" fmla="*/ 309505 w 309505"/>
                <a:gd name="connsiteY5" fmla="*/ 497824 h 538229"/>
                <a:gd name="connsiteX6" fmla="*/ 269081 w 309505"/>
                <a:gd name="connsiteY6" fmla="*/ 538229 h 53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9505" h="538229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BC4D594-9E9F-1943-9613-AC194EDED275}"/>
              </a:ext>
            </a:extLst>
          </p:cNvPr>
          <p:cNvGrpSpPr/>
          <p:nvPr/>
        </p:nvGrpSpPr>
        <p:grpSpPr>
          <a:xfrm flipH="1">
            <a:off x="3665943" y="292100"/>
            <a:ext cx="297947" cy="297947"/>
            <a:chOff x="8892506" y="664914"/>
            <a:chExt cx="209401" cy="209401"/>
          </a:xfrm>
        </p:grpSpPr>
        <p:sp>
          <p:nvSpPr>
            <p:cNvPr id="16" name="Oval 15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6DD6830-AD3A-7B82-FF35-7ECF72F81C5A}"/>
                </a:ext>
              </a:extLst>
            </p:cNvPr>
            <p:cNvSpPr/>
            <p:nvPr/>
          </p:nvSpPr>
          <p:spPr>
            <a:xfrm>
              <a:off x="8892506" y="664914"/>
              <a:ext cx="209401" cy="209401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Graphic 63" descr="Caret Left with solid fill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E660E774-EC98-9A05-AF92-109C9A2EE2DC}"/>
                </a:ext>
              </a:extLst>
            </p:cNvPr>
            <p:cNvSpPr/>
            <p:nvPr/>
          </p:nvSpPr>
          <p:spPr>
            <a:xfrm>
              <a:off x="8960350" y="717942"/>
              <a:ext cx="59427" cy="103344"/>
            </a:xfrm>
            <a:custGeom>
              <a:avLst/>
              <a:gdLst>
                <a:gd name="connsiteX0" fmla="*/ 269081 w 309505"/>
                <a:gd name="connsiteY0" fmla="*/ 538229 h 538229"/>
                <a:gd name="connsiteX1" fmla="*/ 0 w 309505"/>
                <a:gd name="connsiteY1" fmla="*/ 269091 h 538229"/>
                <a:gd name="connsiteX2" fmla="*/ 269081 w 309505"/>
                <a:gd name="connsiteY2" fmla="*/ 0 h 538229"/>
                <a:gd name="connsiteX3" fmla="*/ 309496 w 309505"/>
                <a:gd name="connsiteY3" fmla="*/ 40405 h 538229"/>
                <a:gd name="connsiteX4" fmla="*/ 80810 w 309505"/>
                <a:gd name="connsiteY4" fmla="*/ 269091 h 538229"/>
                <a:gd name="connsiteX5" fmla="*/ 309505 w 309505"/>
                <a:gd name="connsiteY5" fmla="*/ 497824 h 538229"/>
                <a:gd name="connsiteX6" fmla="*/ 269081 w 309505"/>
                <a:gd name="connsiteY6" fmla="*/ 538229 h 53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9505" h="538229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27" name="Rectangle 26"/>
          <p:cNvSpPr/>
          <p:nvPr/>
        </p:nvSpPr>
        <p:spPr>
          <a:xfrm>
            <a:off x="7747462" y="1764517"/>
            <a:ext cx="83127" cy="3981314"/>
          </a:xfrm>
          <a:prstGeom prst="rect">
            <a:avLst/>
          </a:prstGeom>
          <a:solidFill>
            <a:srgbClr val="1ED760"/>
          </a:solidFill>
          <a:ln>
            <a:solidFill>
              <a:srgbClr val="1ED76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3199906" y="1705622"/>
            <a:ext cx="4311448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1ED760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                 </a:t>
            </a:r>
            <a:r>
              <a:rPr lang="en-IN" sz="2800" b="1" dirty="0" err="1">
                <a:solidFill>
                  <a:srgbClr val="1ED760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Điểm</a:t>
            </a:r>
            <a:r>
              <a:rPr lang="en-IN" sz="2800" b="1" dirty="0">
                <a:solidFill>
                  <a:srgbClr val="1ED760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 Mạnh</a:t>
            </a:r>
            <a:endParaRPr lang="en-IN" b="1" dirty="0">
              <a:solidFill>
                <a:srgbClr val="1ED760"/>
              </a:solidFill>
              <a:latin typeface="Microsoft PhagsPa" panose="020B0502040204020203" pitchFamily="34" charset="0"/>
              <a:cs typeface="Poppins Medium" panose="00000600000000000000" pitchFamily="50" charset="0"/>
            </a:endParaRPr>
          </a:p>
          <a:p>
            <a:endParaRPr lang="en-IN" b="1" dirty="0">
              <a:solidFill>
                <a:srgbClr val="B4B5B2"/>
              </a:solidFill>
              <a:latin typeface="Microsoft PhagsPa" panose="020B0502040204020203" pitchFamily="34" charset="0"/>
              <a:cs typeface="Poppins Medium" panose="00000600000000000000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B4B5B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Giao diện thân thiện, dễ nhìn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>
              <a:solidFill>
                <a:srgbClr val="B4B5B2"/>
              </a:solidFill>
              <a:latin typeface="Microsoft PhagsPa" panose="020B0502040204020203" pitchFamily="34" charset="0"/>
              <a:cs typeface="Poppins Medium" panose="00000600000000000000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B4B5B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Nghe nhạc mọi lúc, mọi nơi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>
              <a:solidFill>
                <a:srgbClr val="B4B5B2"/>
              </a:solidFill>
              <a:latin typeface="Microsoft PhagsPa" panose="020B0502040204020203" pitchFamily="34" charset="0"/>
              <a:cs typeface="Poppins Medium" panose="00000600000000000000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B4B5B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Thư viện âm nhạc phong phú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>
              <a:solidFill>
                <a:srgbClr val="B4B5B2"/>
              </a:solidFill>
              <a:latin typeface="Microsoft PhagsPa" panose="020B0502040204020203" pitchFamily="34" charset="0"/>
              <a:cs typeface="Poppins Medium" panose="00000600000000000000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B4B5B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Chất lượng âm </a:t>
            </a:r>
            <a:r>
              <a:rPr lang="en-IN" b="1" dirty="0" err="1">
                <a:solidFill>
                  <a:srgbClr val="B4B5B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thanh</a:t>
            </a:r>
            <a:r>
              <a:rPr lang="en-IN" b="1" dirty="0">
                <a:solidFill>
                  <a:srgbClr val="B4B5B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 </a:t>
            </a:r>
            <a:r>
              <a:rPr lang="en-IN" b="1" dirty="0" err="1">
                <a:solidFill>
                  <a:srgbClr val="B4B5B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cao</a:t>
            </a:r>
            <a:endParaRPr lang="en-IN" b="1" dirty="0">
              <a:solidFill>
                <a:srgbClr val="B4B5B2"/>
              </a:solidFill>
              <a:latin typeface="Microsoft PhagsPa" panose="020B0502040204020203" pitchFamily="34" charset="0"/>
              <a:cs typeface="Poppins Medium" panose="00000600000000000000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>
              <a:solidFill>
                <a:srgbClr val="B4B5B2"/>
              </a:solidFill>
              <a:latin typeface="Microsoft PhagsPa" panose="020B0502040204020203" pitchFamily="34" charset="0"/>
              <a:cs typeface="Poppins Medium" panose="00000600000000000000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err="1">
                <a:solidFill>
                  <a:srgbClr val="B4B5B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Dễ</a:t>
            </a:r>
            <a:r>
              <a:rPr lang="en-IN" b="1" dirty="0">
                <a:solidFill>
                  <a:srgbClr val="B4B5B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 </a:t>
            </a:r>
            <a:r>
              <a:rPr lang="en-IN" b="1" dirty="0" err="1">
                <a:solidFill>
                  <a:srgbClr val="B4B5B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sử</a:t>
            </a:r>
            <a:r>
              <a:rPr lang="en-IN" b="1" dirty="0">
                <a:solidFill>
                  <a:srgbClr val="B4B5B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 </a:t>
            </a:r>
            <a:r>
              <a:rPr lang="en-IN" b="1" dirty="0" err="1">
                <a:solidFill>
                  <a:srgbClr val="B4B5B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dụng</a:t>
            </a:r>
            <a:endParaRPr lang="en-IN" b="1" dirty="0">
              <a:solidFill>
                <a:srgbClr val="B4B5B2"/>
              </a:solidFill>
              <a:latin typeface="Microsoft PhagsPa" panose="020B0502040204020203" pitchFamily="34" charset="0"/>
              <a:cs typeface="Poppins Medium" panose="00000600000000000000" pitchFamily="50" charset="0"/>
            </a:endParaRPr>
          </a:p>
          <a:p>
            <a:endParaRPr lang="en-IN" b="1" dirty="0">
              <a:solidFill>
                <a:srgbClr val="B4B5B2"/>
              </a:solidFill>
              <a:latin typeface="Microsoft PhagsPa" panose="020B0502040204020203" pitchFamily="34" charset="0"/>
              <a:cs typeface="Poppins Medium" panose="00000600000000000000" pitchFamily="50" charset="0"/>
            </a:endParaRPr>
          </a:p>
          <a:p>
            <a:endParaRPr lang="en-IN" b="1" dirty="0">
              <a:solidFill>
                <a:srgbClr val="B4B5B2"/>
              </a:solidFill>
              <a:latin typeface="Microsoft PhagsPa" panose="020B0502040204020203" pitchFamily="34" charset="0"/>
              <a:cs typeface="Poppins Medium" panose="00000600000000000000" pitchFamily="50" charset="0"/>
            </a:endParaRPr>
          </a:p>
          <a:p>
            <a:endParaRPr lang="en-IN" b="1" dirty="0">
              <a:solidFill>
                <a:srgbClr val="B4B5B2"/>
              </a:solidFill>
              <a:latin typeface="Microsoft PhagsPa" panose="020B0502040204020203" pitchFamily="34" charset="0"/>
              <a:cs typeface="Poppins Medium" panose="00000600000000000000" pitchFamily="50" charset="0"/>
            </a:endParaRPr>
          </a:p>
          <a:p>
            <a:endParaRPr lang="en-IN" dirty="0">
              <a:solidFill>
                <a:srgbClr val="B4B5B2"/>
              </a:solidFill>
              <a:latin typeface="Microsoft PhagsPa" panose="020B0502040204020203" pitchFamily="34" charset="0"/>
              <a:cs typeface="Poppins Medium" panose="00000600000000000000" pitchFamily="50" charset="0"/>
            </a:endParaRPr>
          </a:p>
          <a:p>
            <a:endParaRPr lang="en-IN" dirty="0">
              <a:solidFill>
                <a:srgbClr val="B4B5B2"/>
              </a:solidFill>
              <a:latin typeface="Microsoft PhagsPa" panose="020B0502040204020203" pitchFamily="34" charset="0"/>
              <a:cs typeface="Poppins Medium" panose="00000600000000000000" pitchFamily="50" charset="0"/>
            </a:endParaRPr>
          </a:p>
          <a:p>
            <a:endParaRPr lang="en-IN" dirty="0">
              <a:solidFill>
                <a:srgbClr val="B4B5B2"/>
              </a:solidFill>
              <a:latin typeface="Microsoft PhagsPa" panose="020B0502040204020203" pitchFamily="34" charset="0"/>
              <a:cs typeface="Poppins Medium" panose="00000600000000000000" pitchFamily="50" charset="0"/>
            </a:endParaRPr>
          </a:p>
          <a:p>
            <a:endParaRPr lang="en-IN" dirty="0">
              <a:solidFill>
                <a:srgbClr val="B4B5B2"/>
              </a:solidFill>
              <a:latin typeface="Microsoft PhagsPa" panose="020B0502040204020203" pitchFamily="34" charset="0"/>
              <a:cs typeface="Poppins Medium" panose="00000600000000000000" pitchFamily="50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066698" y="1705620"/>
            <a:ext cx="3978444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1ED760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                  </a:t>
            </a:r>
            <a:r>
              <a:rPr lang="en-IN" sz="2800" b="1" dirty="0" err="1">
                <a:solidFill>
                  <a:srgbClr val="1ED760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Điểm</a:t>
            </a:r>
            <a:r>
              <a:rPr lang="en-IN" sz="2800" b="1" dirty="0">
                <a:solidFill>
                  <a:srgbClr val="1ED760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 Yếu</a:t>
            </a:r>
            <a:endParaRPr lang="en-IN" b="1" dirty="0">
              <a:solidFill>
                <a:srgbClr val="1ED760"/>
              </a:solidFill>
              <a:latin typeface="Microsoft PhagsPa" panose="020B0502040204020203" pitchFamily="34" charset="0"/>
              <a:cs typeface="Poppins Medium" panose="00000600000000000000" pitchFamily="50" charset="0"/>
            </a:endParaRPr>
          </a:p>
          <a:p>
            <a:endParaRPr lang="en-IN" b="1" dirty="0">
              <a:solidFill>
                <a:srgbClr val="B4B5B2"/>
              </a:solidFill>
              <a:latin typeface="Microsoft PhagsPa" panose="020B0502040204020203" pitchFamily="34" charset="0"/>
              <a:cs typeface="Poppins Medium" panose="00000600000000000000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B4B5B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Tốn dung </a:t>
            </a:r>
            <a:r>
              <a:rPr lang="en-IN" b="1" dirty="0" err="1">
                <a:solidFill>
                  <a:srgbClr val="B4B5B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lượng</a:t>
            </a:r>
            <a:r>
              <a:rPr lang="en-IN" b="1" dirty="0">
                <a:solidFill>
                  <a:srgbClr val="B4B5B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 </a:t>
            </a:r>
            <a:r>
              <a:rPr lang="en-IN" b="1" dirty="0" err="1">
                <a:solidFill>
                  <a:srgbClr val="B4B5B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để</a:t>
            </a:r>
            <a:r>
              <a:rPr lang="en-IN" b="1" dirty="0">
                <a:solidFill>
                  <a:srgbClr val="B4B5B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 </a:t>
            </a:r>
            <a:r>
              <a:rPr lang="en-IN" b="1" dirty="0" err="1">
                <a:solidFill>
                  <a:srgbClr val="B4B5B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dự</a:t>
            </a:r>
            <a:r>
              <a:rPr lang="en-IN" b="1" dirty="0">
                <a:solidFill>
                  <a:srgbClr val="B4B5B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 </a:t>
            </a:r>
            <a:r>
              <a:rPr lang="en-IN" b="1" dirty="0" err="1">
                <a:solidFill>
                  <a:srgbClr val="B4B5B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trữ</a:t>
            </a:r>
            <a:r>
              <a:rPr lang="en-IN" b="1" dirty="0">
                <a:solidFill>
                  <a:srgbClr val="B4B5B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 nhạc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>
              <a:solidFill>
                <a:srgbClr val="B4B5B2"/>
              </a:solidFill>
              <a:latin typeface="Microsoft PhagsPa" panose="020B0502040204020203" pitchFamily="34" charset="0"/>
              <a:cs typeface="Poppins Medium" panose="00000600000000000000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B4B5B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Không hỗ trợ mọi thiết bị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>
              <a:solidFill>
                <a:srgbClr val="B4B5B2"/>
              </a:solidFill>
              <a:latin typeface="Microsoft PhagsPa" panose="020B0502040204020203" pitchFamily="34" charset="0"/>
              <a:cs typeface="Poppins Medium" panose="00000600000000000000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err="1">
                <a:solidFill>
                  <a:srgbClr val="B4B5B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Chưa</a:t>
            </a:r>
            <a:r>
              <a:rPr lang="en-IN" b="1" dirty="0">
                <a:solidFill>
                  <a:srgbClr val="B4B5B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 </a:t>
            </a:r>
            <a:r>
              <a:rPr lang="en-IN" b="1" dirty="0" err="1">
                <a:solidFill>
                  <a:srgbClr val="B4B5B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có</a:t>
            </a:r>
            <a:r>
              <a:rPr lang="en-IN" b="1" dirty="0">
                <a:solidFill>
                  <a:srgbClr val="B4B5B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 </a:t>
            </a:r>
            <a:r>
              <a:rPr lang="en-IN" b="1" dirty="0" err="1">
                <a:solidFill>
                  <a:srgbClr val="B4B5B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chế</a:t>
            </a:r>
            <a:r>
              <a:rPr lang="en-IN" b="1" dirty="0">
                <a:solidFill>
                  <a:srgbClr val="B4B5B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 </a:t>
            </a:r>
            <a:r>
              <a:rPr lang="en-IN" b="1" dirty="0" err="1">
                <a:solidFill>
                  <a:srgbClr val="B4B5B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độ</a:t>
            </a:r>
            <a:r>
              <a:rPr lang="en-IN" b="1" dirty="0">
                <a:solidFill>
                  <a:srgbClr val="B4B5B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 premium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>
              <a:solidFill>
                <a:srgbClr val="B4B5B2"/>
              </a:solidFill>
              <a:latin typeface="Microsoft PhagsPa" panose="020B0502040204020203" pitchFamily="34" charset="0"/>
              <a:cs typeface="Poppins Medium" panose="00000600000000000000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err="1">
                <a:solidFill>
                  <a:srgbClr val="B4B5B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Ít</a:t>
            </a:r>
            <a:r>
              <a:rPr lang="en-IN" b="1" dirty="0">
                <a:solidFill>
                  <a:srgbClr val="B4B5B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 </a:t>
            </a:r>
            <a:r>
              <a:rPr lang="en-IN" b="1" dirty="0" err="1">
                <a:solidFill>
                  <a:srgbClr val="B4B5B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các</a:t>
            </a:r>
            <a:r>
              <a:rPr lang="en-IN" b="1" dirty="0">
                <a:solidFill>
                  <a:srgbClr val="B4B5B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 </a:t>
            </a:r>
            <a:r>
              <a:rPr lang="en-IN" b="1" dirty="0" err="1">
                <a:solidFill>
                  <a:srgbClr val="B4B5B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chức</a:t>
            </a:r>
            <a:r>
              <a:rPr lang="en-IN" b="1" dirty="0">
                <a:solidFill>
                  <a:srgbClr val="B4B5B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 </a:t>
            </a:r>
            <a:r>
              <a:rPr lang="en-IN" b="1" dirty="0" err="1">
                <a:solidFill>
                  <a:srgbClr val="B4B5B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năng</a:t>
            </a:r>
            <a:r>
              <a:rPr lang="en-IN" b="1" dirty="0">
                <a:solidFill>
                  <a:srgbClr val="B4B5B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 </a:t>
            </a:r>
            <a:r>
              <a:rPr lang="en-IN" b="1" dirty="0" err="1">
                <a:solidFill>
                  <a:srgbClr val="B4B5B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sử</a:t>
            </a:r>
            <a:r>
              <a:rPr lang="en-IN" b="1" dirty="0">
                <a:solidFill>
                  <a:srgbClr val="B4B5B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 </a:t>
            </a:r>
            <a:r>
              <a:rPr lang="en-IN" b="1" dirty="0" err="1">
                <a:solidFill>
                  <a:srgbClr val="B4B5B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dụng</a:t>
            </a:r>
            <a:endParaRPr lang="en-IN" b="1" dirty="0">
              <a:solidFill>
                <a:srgbClr val="B4B5B2"/>
              </a:solidFill>
              <a:latin typeface="Microsoft PhagsPa" panose="020B0502040204020203" pitchFamily="34" charset="0"/>
              <a:cs typeface="Poppins Medium" panose="00000600000000000000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>
              <a:solidFill>
                <a:srgbClr val="B4B5B2"/>
              </a:solidFill>
              <a:latin typeface="Microsoft PhagsPa" panose="020B0502040204020203" pitchFamily="34" charset="0"/>
              <a:cs typeface="Poppins Medium" panose="00000600000000000000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>
              <a:solidFill>
                <a:srgbClr val="B4B5B2"/>
              </a:solidFill>
              <a:latin typeface="Microsoft PhagsPa" panose="020B0502040204020203" pitchFamily="34" charset="0"/>
              <a:cs typeface="Poppins Medium" panose="00000600000000000000" pitchFamily="50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5E25C2F-BE5C-A43C-DACF-933614FDDA40}"/>
              </a:ext>
            </a:extLst>
          </p:cNvPr>
          <p:cNvGrpSpPr/>
          <p:nvPr/>
        </p:nvGrpSpPr>
        <p:grpSpPr>
          <a:xfrm>
            <a:off x="400078" y="221673"/>
            <a:ext cx="361410" cy="70427"/>
            <a:chOff x="249382" y="221673"/>
            <a:chExt cx="234616" cy="45719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42000C9-E4AF-F1C6-5BBB-267BC58269CB}"/>
                </a:ext>
              </a:extLst>
            </p:cNvPr>
            <p:cNvSpPr/>
            <p:nvPr/>
          </p:nvSpPr>
          <p:spPr>
            <a:xfrm>
              <a:off x="249382" y="22167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6FAB5FC-6D9C-30CD-3EBD-7D9219B0CEAD}"/>
                </a:ext>
              </a:extLst>
            </p:cNvPr>
            <p:cNvSpPr/>
            <p:nvPr/>
          </p:nvSpPr>
          <p:spPr>
            <a:xfrm>
              <a:off x="344632" y="22167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DF81454-ABEB-B45A-E498-08F64478DBEA}"/>
                </a:ext>
              </a:extLst>
            </p:cNvPr>
            <p:cNvSpPr/>
            <p:nvPr/>
          </p:nvSpPr>
          <p:spPr>
            <a:xfrm>
              <a:off x="438279" y="22167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0" name="TextBox 19">
            <a:hlinkClick r:id="rId2" action="ppaction://hlinksldjump"/>
            <a:extLst>
              <a:ext uri="{FF2B5EF4-FFF2-40B4-BE49-F238E27FC236}">
                <a16:creationId xmlns:a16="http://schemas.microsoft.com/office/drawing/2014/main" id="{ED395846-B698-4A21-12CE-323D3EB726FE}"/>
              </a:ext>
            </a:extLst>
          </p:cNvPr>
          <p:cNvSpPr txBox="1"/>
          <p:nvPr/>
        </p:nvSpPr>
        <p:spPr>
          <a:xfrm>
            <a:off x="400078" y="1302714"/>
            <a:ext cx="14686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IN" sz="1200" dirty="0">
                <a:solidFill>
                  <a:srgbClr val="1ED760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About App</a:t>
            </a:r>
          </a:p>
        </p:txBody>
      </p:sp>
      <p:sp>
        <p:nvSpPr>
          <p:cNvPr id="21" name="Graphic 14">
            <a:hlinkClick r:id="rId2" action="ppaction://hlinksldjump"/>
            <a:extLst>
              <a:ext uri="{FF2B5EF4-FFF2-40B4-BE49-F238E27FC236}">
                <a16:creationId xmlns:a16="http://schemas.microsoft.com/office/drawing/2014/main" id="{C9968A47-C87A-02CE-C117-F45D4F2D1211}"/>
              </a:ext>
            </a:extLst>
          </p:cNvPr>
          <p:cNvSpPr/>
          <p:nvPr/>
        </p:nvSpPr>
        <p:spPr>
          <a:xfrm>
            <a:off x="400079" y="1334031"/>
            <a:ext cx="205404" cy="204111"/>
          </a:xfrm>
          <a:custGeom>
            <a:avLst/>
            <a:gdLst>
              <a:gd name="connsiteX0" fmla="*/ 535467 w 535484"/>
              <a:gd name="connsiteY0" fmla="*/ 325659 h 532115"/>
              <a:gd name="connsiteX1" fmla="*/ 535467 w 535484"/>
              <a:gd name="connsiteY1" fmla="*/ 468764 h 532115"/>
              <a:gd name="connsiteX2" fmla="*/ 472362 w 535484"/>
              <a:gd name="connsiteY2" fmla="*/ 532084 h 532115"/>
              <a:gd name="connsiteX3" fmla="*/ 379443 w 535484"/>
              <a:gd name="connsiteY3" fmla="*/ 532084 h 532115"/>
              <a:gd name="connsiteX4" fmla="*/ 337191 w 535484"/>
              <a:gd name="connsiteY4" fmla="*/ 489882 h 532115"/>
              <a:gd name="connsiteX5" fmla="*/ 337191 w 535484"/>
              <a:gd name="connsiteY5" fmla="*/ 386429 h 532115"/>
              <a:gd name="connsiteX6" fmla="*/ 314400 w 535484"/>
              <a:gd name="connsiteY6" fmla="*/ 363555 h 532115"/>
              <a:gd name="connsiteX7" fmla="*/ 220852 w 535484"/>
              <a:gd name="connsiteY7" fmla="*/ 363555 h 532115"/>
              <a:gd name="connsiteX8" fmla="*/ 198393 w 535484"/>
              <a:gd name="connsiteY8" fmla="*/ 386114 h 532115"/>
              <a:gd name="connsiteX9" fmla="*/ 198393 w 535484"/>
              <a:gd name="connsiteY9" fmla="*/ 489567 h 532115"/>
              <a:gd name="connsiteX10" fmla="*/ 155825 w 535484"/>
              <a:gd name="connsiteY10" fmla="*/ 532084 h 532115"/>
              <a:gd name="connsiteX11" fmla="*/ 62277 w 535484"/>
              <a:gd name="connsiteY11" fmla="*/ 532084 h 532115"/>
              <a:gd name="connsiteX12" fmla="*/ 83 w 535484"/>
              <a:gd name="connsiteY12" fmla="*/ 469691 h 532115"/>
              <a:gd name="connsiteX13" fmla="*/ 0 w 535484"/>
              <a:gd name="connsiteY13" fmla="*/ 179772 h 532115"/>
              <a:gd name="connsiteX14" fmla="*/ 22277 w 535484"/>
              <a:gd name="connsiteY14" fmla="*/ 140584 h 532115"/>
              <a:gd name="connsiteX15" fmla="*/ 245448 w 535484"/>
              <a:gd name="connsiteY15" fmla="*/ 6737 h 532115"/>
              <a:gd name="connsiteX16" fmla="*/ 289854 w 535484"/>
              <a:gd name="connsiteY16" fmla="*/ 6605 h 532115"/>
              <a:gd name="connsiteX17" fmla="*/ 514548 w 535484"/>
              <a:gd name="connsiteY17" fmla="*/ 141412 h 532115"/>
              <a:gd name="connsiteX18" fmla="*/ 535484 w 535484"/>
              <a:gd name="connsiteY18" fmla="*/ 178844 h 532115"/>
              <a:gd name="connsiteX19" fmla="*/ 535451 w 535484"/>
              <a:gd name="connsiteY19" fmla="*/ 325676 h 53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35484" h="532115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 w="1651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2" name="TextBox 21">
            <a:hlinkClick r:id="rId3" action="ppaction://hlinksldjump"/>
            <a:extLst>
              <a:ext uri="{FF2B5EF4-FFF2-40B4-BE49-F238E27FC236}">
                <a16:creationId xmlns:a16="http://schemas.microsoft.com/office/drawing/2014/main" id="{EE60F603-8C1B-9CBE-B75B-CAE0A8C74D36}"/>
              </a:ext>
            </a:extLst>
          </p:cNvPr>
          <p:cNvSpPr txBox="1"/>
          <p:nvPr/>
        </p:nvSpPr>
        <p:spPr>
          <a:xfrm>
            <a:off x="869323" y="889404"/>
            <a:ext cx="8114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About Me</a:t>
            </a:r>
          </a:p>
        </p:txBody>
      </p:sp>
      <p:sp>
        <p:nvSpPr>
          <p:cNvPr id="30" name="Graphic 19">
            <a:hlinkClick r:id="rId3" action="ppaction://hlinksldjump"/>
            <a:extLst>
              <a:ext uri="{FF2B5EF4-FFF2-40B4-BE49-F238E27FC236}">
                <a16:creationId xmlns:a16="http://schemas.microsoft.com/office/drawing/2014/main" id="{2AA05849-3A3E-997D-968E-DDBA75C3EDB0}"/>
              </a:ext>
            </a:extLst>
          </p:cNvPr>
          <p:cNvSpPr/>
          <p:nvPr/>
        </p:nvSpPr>
        <p:spPr>
          <a:xfrm>
            <a:off x="406140" y="892951"/>
            <a:ext cx="197120" cy="204111"/>
          </a:xfrm>
          <a:custGeom>
            <a:avLst/>
            <a:gdLst>
              <a:gd name="connsiteX0" fmla="*/ 3715304 w 3788950"/>
              <a:gd name="connsiteY0" fmla="*/ 3556921 h 3923333"/>
              <a:gd name="connsiteX1" fmla="*/ 2822431 w 3788950"/>
              <a:gd name="connsiteY1" fmla="*/ 2629852 h 3923333"/>
              <a:gd name="connsiteX2" fmla="*/ 2820430 w 3788950"/>
              <a:gd name="connsiteY2" fmla="*/ 2571845 h 3923333"/>
              <a:gd name="connsiteX3" fmla="*/ 3065128 w 3788950"/>
              <a:gd name="connsiteY3" fmla="*/ 2146459 h 3923333"/>
              <a:gd name="connsiteX4" fmla="*/ 3148186 w 3788950"/>
              <a:gd name="connsiteY4" fmla="*/ 1330071 h 3923333"/>
              <a:gd name="connsiteX5" fmla="*/ 2612214 w 3788950"/>
              <a:gd name="connsiteY5" fmla="*/ 381476 h 3923333"/>
              <a:gd name="connsiteX6" fmla="*/ 1888600 w 3788950"/>
              <a:gd name="connsiteY6" fmla="*/ 29432 h 3923333"/>
              <a:gd name="connsiteX7" fmla="*/ 1718483 w 3788950"/>
              <a:gd name="connsiteY7" fmla="*/ 0 h 3923333"/>
              <a:gd name="connsiteX8" fmla="*/ 1695528 w 3788950"/>
              <a:gd name="connsiteY8" fmla="*/ 0 h 3923333"/>
              <a:gd name="connsiteX9" fmla="*/ 1672573 w 3788950"/>
              <a:gd name="connsiteY9" fmla="*/ 3905 h 3923333"/>
              <a:gd name="connsiteX10" fmla="*/ 1649617 w 3788950"/>
              <a:gd name="connsiteY10" fmla="*/ 0 h 3923333"/>
              <a:gd name="connsiteX11" fmla="*/ 1511695 w 3788950"/>
              <a:gd name="connsiteY11" fmla="*/ 0 h 3923333"/>
              <a:gd name="connsiteX12" fmla="*/ 1495312 w 3788950"/>
              <a:gd name="connsiteY12" fmla="*/ 3905 h 3923333"/>
              <a:gd name="connsiteX13" fmla="*/ 1482073 w 3788950"/>
              <a:gd name="connsiteY13" fmla="*/ 3905 h 3923333"/>
              <a:gd name="connsiteX14" fmla="*/ 1465690 w 3788950"/>
              <a:gd name="connsiteY14" fmla="*/ 0 h 3923333"/>
              <a:gd name="connsiteX15" fmla="*/ 1442734 w 3788950"/>
              <a:gd name="connsiteY15" fmla="*/ 0 h 3923333"/>
              <a:gd name="connsiteX16" fmla="*/ 1374726 w 3788950"/>
              <a:gd name="connsiteY16" fmla="*/ 14288 h 3923333"/>
              <a:gd name="connsiteX17" fmla="*/ 686926 w 3788950"/>
              <a:gd name="connsiteY17" fmla="*/ 281369 h 3923333"/>
              <a:gd name="connsiteX18" fmla="*/ 143429 w 3788950"/>
              <a:gd name="connsiteY18" fmla="*/ 930402 h 3923333"/>
              <a:gd name="connsiteX19" fmla="*/ 20366 w 3788950"/>
              <a:gd name="connsiteY19" fmla="*/ 1830229 h 3923333"/>
              <a:gd name="connsiteX20" fmla="*/ 534145 w 3788950"/>
              <a:gd name="connsiteY20" fmla="*/ 2766251 h 3923333"/>
              <a:gd name="connsiteX21" fmla="*/ 1337102 w 3788950"/>
              <a:gd name="connsiteY21" fmla="*/ 3148298 h 3923333"/>
              <a:gd name="connsiteX22" fmla="*/ 2460385 w 3788950"/>
              <a:gd name="connsiteY22" fmla="*/ 2901791 h 3923333"/>
              <a:gd name="connsiteX23" fmla="*/ 2519059 w 3788950"/>
              <a:gd name="connsiteY23" fmla="*/ 2908364 h 3923333"/>
              <a:gd name="connsiteX24" fmla="*/ 3416219 w 3788950"/>
              <a:gd name="connsiteY24" fmla="*/ 3842004 h 3923333"/>
              <a:gd name="connsiteX25" fmla="*/ 3449461 w 3788950"/>
              <a:gd name="connsiteY25" fmla="*/ 3873722 h 3923333"/>
              <a:gd name="connsiteX26" fmla="*/ 3761786 w 3788950"/>
              <a:gd name="connsiteY26" fmla="*/ 3818192 h 3923333"/>
              <a:gd name="connsiteX27" fmla="*/ 3715400 w 3788950"/>
              <a:gd name="connsiteY27" fmla="*/ 3557016 h 3923333"/>
              <a:gd name="connsiteX28" fmla="*/ 1586086 w 3788950"/>
              <a:gd name="connsiteY28" fmla="*/ 2754535 h 3923333"/>
              <a:gd name="connsiteX29" fmla="*/ 414701 w 3788950"/>
              <a:gd name="connsiteY29" fmla="*/ 1584389 h 3923333"/>
              <a:gd name="connsiteX30" fmla="*/ 1585609 w 3788950"/>
              <a:gd name="connsiteY30" fmla="*/ 413480 h 3923333"/>
              <a:gd name="connsiteX31" fmla="*/ 2754803 w 3788950"/>
              <a:gd name="connsiteY31" fmla="*/ 1585817 h 3923333"/>
              <a:gd name="connsiteX32" fmla="*/ 1586086 w 3788950"/>
              <a:gd name="connsiteY32" fmla="*/ 2754440 h 3923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788950" h="3923333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33" name="TextBox 32">
            <a:hlinkClick r:id="rId4" action="ppaction://hlinksldjump"/>
            <a:extLst>
              <a:ext uri="{FF2B5EF4-FFF2-40B4-BE49-F238E27FC236}">
                <a16:creationId xmlns:a16="http://schemas.microsoft.com/office/drawing/2014/main" id="{25272DCE-4BC9-C08C-B35C-5924823A0B06}"/>
              </a:ext>
            </a:extLst>
          </p:cNvPr>
          <p:cNvSpPr txBox="1"/>
          <p:nvPr/>
        </p:nvSpPr>
        <p:spPr>
          <a:xfrm>
            <a:off x="869323" y="1751789"/>
            <a:ext cx="16658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Kế Hoạch Phát Triển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5081957-F422-A7DD-738D-3051B8153823}"/>
              </a:ext>
            </a:extLst>
          </p:cNvPr>
          <p:cNvGrpSpPr/>
          <p:nvPr/>
        </p:nvGrpSpPr>
        <p:grpSpPr>
          <a:xfrm>
            <a:off x="431322" y="1774245"/>
            <a:ext cx="177294" cy="204783"/>
            <a:chOff x="431322" y="1764517"/>
            <a:chExt cx="177294" cy="204783"/>
          </a:xfrm>
        </p:grpSpPr>
        <p:sp>
          <p:nvSpPr>
            <p:cNvPr id="35" name="Freeform: Shape 34">
              <a:hlinkClick r:id="rId4" action="ppaction://hlinksldjump"/>
              <a:extLst>
                <a:ext uri="{FF2B5EF4-FFF2-40B4-BE49-F238E27FC236}">
                  <a16:creationId xmlns:a16="http://schemas.microsoft.com/office/drawing/2014/main" id="{C0EAACE8-5EFF-56D8-9A62-7E7EF4DC3D51}"/>
                </a:ext>
              </a:extLst>
            </p:cNvPr>
            <p:cNvSpPr/>
            <p:nvPr/>
          </p:nvSpPr>
          <p:spPr>
            <a:xfrm>
              <a:off x="431322" y="1765205"/>
              <a:ext cx="15953" cy="203670"/>
            </a:xfrm>
            <a:custGeom>
              <a:avLst/>
              <a:gdLst>
                <a:gd name="connsiteX0" fmla="*/ 42232 w 84464"/>
                <a:gd name="connsiteY0" fmla="*/ 0 h 1078327"/>
                <a:gd name="connsiteX1" fmla="*/ 84464 w 84464"/>
                <a:gd name="connsiteY1" fmla="*/ 42232 h 1078327"/>
                <a:gd name="connsiteX2" fmla="*/ 84464 w 84464"/>
                <a:gd name="connsiteY2" fmla="*/ 1036095 h 1078327"/>
                <a:gd name="connsiteX3" fmla="*/ 42232 w 84464"/>
                <a:gd name="connsiteY3" fmla="*/ 1078327 h 1078327"/>
                <a:gd name="connsiteX4" fmla="*/ 42232 w 84464"/>
                <a:gd name="connsiteY4" fmla="*/ 1078327 h 1078327"/>
                <a:gd name="connsiteX5" fmla="*/ 0 w 84464"/>
                <a:gd name="connsiteY5" fmla="*/ 1036095 h 1078327"/>
                <a:gd name="connsiteX6" fmla="*/ 0 w 84464"/>
                <a:gd name="connsiteY6" fmla="*/ 42232 h 1078327"/>
                <a:gd name="connsiteX7" fmla="*/ 42232 w 84464"/>
                <a:gd name="connsiteY7" fmla="*/ 0 h 107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464" h="1078327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 w="560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0" name="Freeform: Shape 39">
              <a:hlinkClick r:id="rId4" action="ppaction://hlinksldjump"/>
              <a:extLst>
                <a:ext uri="{FF2B5EF4-FFF2-40B4-BE49-F238E27FC236}">
                  <a16:creationId xmlns:a16="http://schemas.microsoft.com/office/drawing/2014/main" id="{AC0FB11A-A2A2-10E1-9D52-349333936449}"/>
                </a:ext>
              </a:extLst>
            </p:cNvPr>
            <p:cNvSpPr/>
            <p:nvPr/>
          </p:nvSpPr>
          <p:spPr>
            <a:xfrm>
              <a:off x="469291" y="1765205"/>
              <a:ext cx="15953" cy="203670"/>
            </a:xfrm>
            <a:custGeom>
              <a:avLst/>
              <a:gdLst>
                <a:gd name="connsiteX0" fmla="*/ 42232 w 84464"/>
                <a:gd name="connsiteY0" fmla="*/ 0 h 1078327"/>
                <a:gd name="connsiteX1" fmla="*/ 84464 w 84464"/>
                <a:gd name="connsiteY1" fmla="*/ 42232 h 1078327"/>
                <a:gd name="connsiteX2" fmla="*/ 84464 w 84464"/>
                <a:gd name="connsiteY2" fmla="*/ 1036095 h 1078327"/>
                <a:gd name="connsiteX3" fmla="*/ 42232 w 84464"/>
                <a:gd name="connsiteY3" fmla="*/ 1078327 h 1078327"/>
                <a:gd name="connsiteX4" fmla="*/ 42232 w 84464"/>
                <a:gd name="connsiteY4" fmla="*/ 1078327 h 1078327"/>
                <a:gd name="connsiteX5" fmla="*/ 0 w 84464"/>
                <a:gd name="connsiteY5" fmla="*/ 1036095 h 1078327"/>
                <a:gd name="connsiteX6" fmla="*/ 0 w 84464"/>
                <a:gd name="connsiteY6" fmla="*/ 42232 h 1078327"/>
                <a:gd name="connsiteX7" fmla="*/ 42232 w 84464"/>
                <a:gd name="connsiteY7" fmla="*/ 0 h 107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464" h="1078327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 w="560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1" name="Freeform: Shape 40">
              <a:hlinkClick r:id="rId4" action="ppaction://hlinksldjump"/>
              <a:extLst>
                <a:ext uri="{FF2B5EF4-FFF2-40B4-BE49-F238E27FC236}">
                  <a16:creationId xmlns:a16="http://schemas.microsoft.com/office/drawing/2014/main" id="{0986B8CF-296D-5842-B975-B735894B5E74}"/>
                </a:ext>
              </a:extLst>
            </p:cNvPr>
            <p:cNvSpPr/>
            <p:nvPr/>
          </p:nvSpPr>
          <p:spPr>
            <a:xfrm>
              <a:off x="509599" y="1764517"/>
              <a:ext cx="99017" cy="204783"/>
            </a:xfrm>
            <a:custGeom>
              <a:avLst/>
              <a:gdLst>
                <a:gd name="connsiteX0" fmla="*/ 482010 w 524241"/>
                <a:gd name="connsiteY0" fmla="*/ 1083659 h 1084222"/>
                <a:gd name="connsiteX1" fmla="*/ 42232 w 524241"/>
                <a:gd name="connsiteY1" fmla="*/ 1083659 h 1084222"/>
                <a:gd name="connsiteX2" fmla="*/ 0 w 524241"/>
                <a:gd name="connsiteY2" fmla="*/ 1041427 h 1084222"/>
                <a:gd name="connsiteX3" fmla="*/ 0 w 524241"/>
                <a:gd name="connsiteY3" fmla="*/ 41933 h 1084222"/>
                <a:gd name="connsiteX4" fmla="*/ 19708 w 524241"/>
                <a:gd name="connsiteY4" fmla="*/ 6458 h 1084222"/>
                <a:gd name="connsiteX5" fmla="*/ 60251 w 524241"/>
                <a:gd name="connsiteY5" fmla="*/ 4206 h 1084222"/>
                <a:gd name="connsiteX6" fmla="*/ 500029 w 524241"/>
                <a:gd name="connsiteY6" fmla="*/ 213114 h 1084222"/>
                <a:gd name="connsiteX7" fmla="*/ 524242 w 524241"/>
                <a:gd name="connsiteY7" fmla="*/ 251405 h 1084222"/>
                <a:gd name="connsiteX8" fmla="*/ 524242 w 524241"/>
                <a:gd name="connsiteY8" fmla="*/ 1041990 h 1084222"/>
                <a:gd name="connsiteX9" fmla="*/ 482010 w 524241"/>
                <a:gd name="connsiteY9" fmla="*/ 1084222 h 1084222"/>
                <a:gd name="connsiteX10" fmla="*/ 84464 w 524241"/>
                <a:gd name="connsiteY10" fmla="*/ 999195 h 1084222"/>
                <a:gd name="connsiteX11" fmla="*/ 439777 w 524241"/>
                <a:gd name="connsiteY11" fmla="*/ 999195 h 1084222"/>
                <a:gd name="connsiteX12" fmla="*/ 439777 w 524241"/>
                <a:gd name="connsiteY12" fmla="*/ 277307 h 1084222"/>
                <a:gd name="connsiteX13" fmla="*/ 84464 w 524241"/>
                <a:gd name="connsiteY13" fmla="*/ 108941 h 1084222"/>
                <a:gd name="connsiteX14" fmla="*/ 84464 w 524241"/>
                <a:gd name="connsiteY14" fmla="*/ 999195 h 108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24241" h="1084222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 w="560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sp>
        <p:nvSpPr>
          <p:cNvPr id="42" name="TextBox 41">
            <a:hlinkClick r:id="rId5" action="ppaction://hlinksldjump"/>
            <a:extLst>
              <a:ext uri="{FF2B5EF4-FFF2-40B4-BE49-F238E27FC236}">
                <a16:creationId xmlns:a16="http://schemas.microsoft.com/office/drawing/2014/main" id="{AEADE74E-797B-EC0A-166E-B49A2AF6A15A}"/>
              </a:ext>
            </a:extLst>
          </p:cNvPr>
          <p:cNvSpPr txBox="1"/>
          <p:nvPr/>
        </p:nvSpPr>
        <p:spPr>
          <a:xfrm>
            <a:off x="869323" y="2239786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Demo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4B3A97F-30A7-C995-483A-0E710E5D652C}"/>
              </a:ext>
            </a:extLst>
          </p:cNvPr>
          <p:cNvGrpSpPr/>
          <p:nvPr/>
        </p:nvGrpSpPr>
        <p:grpSpPr>
          <a:xfrm>
            <a:off x="431322" y="2253685"/>
            <a:ext cx="203670" cy="203670"/>
            <a:chOff x="431322" y="2214773"/>
            <a:chExt cx="203670" cy="203670"/>
          </a:xfrm>
        </p:grpSpPr>
        <p:sp>
          <p:nvSpPr>
            <p:cNvPr id="44" name="Rectangle: Rounded Corners 43">
              <a:hlinkClick r:id="rId5" action="ppaction://hlinksldjump"/>
              <a:extLst>
                <a:ext uri="{FF2B5EF4-FFF2-40B4-BE49-F238E27FC236}">
                  <a16:creationId xmlns:a16="http://schemas.microsoft.com/office/drawing/2014/main" id="{6258E92F-A402-F281-CA7A-A909C1D47257}"/>
                </a:ext>
              </a:extLst>
            </p:cNvPr>
            <p:cNvSpPr/>
            <p:nvPr/>
          </p:nvSpPr>
          <p:spPr>
            <a:xfrm>
              <a:off x="431322" y="2214773"/>
              <a:ext cx="203670" cy="203670"/>
            </a:xfrm>
            <a:prstGeom prst="roundRect">
              <a:avLst>
                <a:gd name="adj" fmla="val 12600"/>
              </a:avLst>
            </a:prstGeom>
            <a:solidFill>
              <a:srgbClr val="C1C1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45" name="Graphic 44" descr="Add with solid fill">
              <a:hlinkClick r:id="rId5" action="ppaction://hlinksldjump"/>
              <a:extLst>
                <a:ext uri="{FF2B5EF4-FFF2-40B4-BE49-F238E27FC236}">
                  <a16:creationId xmlns:a16="http://schemas.microsoft.com/office/drawing/2014/main" id="{E39CC265-20B1-5B76-3916-30BE80E80E9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72263" y="2255714"/>
              <a:ext cx="121788" cy="121788"/>
            </a:xfrm>
            <a:prstGeom prst="rect">
              <a:avLst/>
            </a:prstGeom>
          </p:spPr>
        </p:pic>
      </p:grpSp>
      <p:sp>
        <p:nvSpPr>
          <p:cNvPr id="47" name="TextBox 46">
            <a:hlinkClick r:id="rId5" action="ppaction://hlinksldjump"/>
            <a:extLst>
              <a:ext uri="{FF2B5EF4-FFF2-40B4-BE49-F238E27FC236}">
                <a16:creationId xmlns:a16="http://schemas.microsoft.com/office/drawing/2014/main" id="{F8CE0FEE-A0A0-9B7A-676D-37E69B6B2DF6}"/>
              </a:ext>
            </a:extLst>
          </p:cNvPr>
          <p:cNvSpPr txBox="1"/>
          <p:nvPr/>
        </p:nvSpPr>
        <p:spPr>
          <a:xfrm>
            <a:off x="876017" y="2751252"/>
            <a:ext cx="12955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Ưu Nhược Điểm</a:t>
            </a:r>
          </a:p>
        </p:txBody>
      </p:sp>
      <p:sp>
        <p:nvSpPr>
          <p:cNvPr id="48" name="Freeform: Shape 47">
            <a:hlinkClick r:id="rId5" action="ppaction://hlinksldjump"/>
            <a:extLst>
              <a:ext uri="{FF2B5EF4-FFF2-40B4-BE49-F238E27FC236}">
                <a16:creationId xmlns:a16="http://schemas.microsoft.com/office/drawing/2014/main" id="{C4CE62B4-18FE-868A-4B8F-459CD5E55F4E}"/>
              </a:ext>
            </a:extLst>
          </p:cNvPr>
          <p:cNvSpPr/>
          <p:nvPr/>
        </p:nvSpPr>
        <p:spPr>
          <a:xfrm>
            <a:off x="446053" y="2760578"/>
            <a:ext cx="154752" cy="204786"/>
          </a:xfrm>
          <a:custGeom>
            <a:avLst/>
            <a:gdLst>
              <a:gd name="connsiteX0" fmla="*/ 467584 w 469298"/>
              <a:gd name="connsiteY0" fmla="*/ 62389 h 621030"/>
              <a:gd name="connsiteX1" fmla="*/ 394242 w 469298"/>
              <a:gd name="connsiteY1" fmla="*/ 0 h 621030"/>
              <a:gd name="connsiteX2" fmla="*/ 75059 w 469298"/>
              <a:gd name="connsiteY2" fmla="*/ 191 h 621030"/>
              <a:gd name="connsiteX3" fmla="*/ 51913 w 469298"/>
              <a:gd name="connsiteY3" fmla="*/ 3715 h 621030"/>
              <a:gd name="connsiteX4" fmla="*/ 1240 w 469298"/>
              <a:gd name="connsiteY4" fmla="*/ 65342 h 621030"/>
              <a:gd name="connsiteX5" fmla="*/ 192 w 469298"/>
              <a:gd name="connsiteY5" fmla="*/ 96203 h 621030"/>
              <a:gd name="connsiteX6" fmla="*/ 192 w 469298"/>
              <a:gd name="connsiteY6" fmla="*/ 590455 h 621030"/>
              <a:gd name="connsiteX7" fmla="*/ 22671 w 469298"/>
              <a:gd name="connsiteY7" fmla="*/ 621030 h 621030"/>
              <a:gd name="connsiteX8" fmla="*/ 32387 w 469298"/>
              <a:gd name="connsiteY8" fmla="*/ 621030 h 621030"/>
              <a:gd name="connsiteX9" fmla="*/ 46674 w 469298"/>
              <a:gd name="connsiteY9" fmla="*/ 615315 h 621030"/>
              <a:gd name="connsiteX10" fmla="*/ 61819 w 469298"/>
              <a:gd name="connsiteY10" fmla="*/ 604171 h 621030"/>
              <a:gd name="connsiteX11" fmla="*/ 227364 w 469298"/>
              <a:gd name="connsiteY11" fmla="*/ 479965 h 621030"/>
              <a:gd name="connsiteX12" fmla="*/ 242223 w 469298"/>
              <a:gd name="connsiteY12" fmla="*/ 479774 h 621030"/>
              <a:gd name="connsiteX13" fmla="*/ 420912 w 469298"/>
              <a:gd name="connsiteY13" fmla="*/ 613791 h 621030"/>
              <a:gd name="connsiteX14" fmla="*/ 435866 w 469298"/>
              <a:gd name="connsiteY14" fmla="*/ 621030 h 621030"/>
              <a:gd name="connsiteX15" fmla="*/ 445581 w 469298"/>
              <a:gd name="connsiteY15" fmla="*/ 621030 h 621030"/>
              <a:gd name="connsiteX16" fmla="*/ 469299 w 469298"/>
              <a:gd name="connsiteY16" fmla="*/ 592265 h 621030"/>
              <a:gd name="connsiteX17" fmla="*/ 469299 w 469298"/>
              <a:gd name="connsiteY17" fmla="*/ 588645 h 621030"/>
              <a:gd name="connsiteX18" fmla="*/ 469299 w 469298"/>
              <a:gd name="connsiteY18" fmla="*/ 79915 h 621030"/>
              <a:gd name="connsiteX19" fmla="*/ 467679 w 469298"/>
              <a:gd name="connsiteY19" fmla="*/ 62484 h 621030"/>
              <a:gd name="connsiteX20" fmla="*/ 415292 w 469298"/>
              <a:gd name="connsiteY20" fmla="*/ 543211 h 621030"/>
              <a:gd name="connsiteX21" fmla="*/ 319470 w 469298"/>
              <a:gd name="connsiteY21" fmla="*/ 471297 h 621030"/>
              <a:gd name="connsiteX22" fmla="*/ 253176 w 469298"/>
              <a:gd name="connsiteY22" fmla="*/ 421577 h 621030"/>
              <a:gd name="connsiteX23" fmla="*/ 216315 w 469298"/>
              <a:gd name="connsiteY23" fmla="*/ 421577 h 621030"/>
              <a:gd name="connsiteX24" fmla="*/ 59438 w 469298"/>
              <a:gd name="connsiteY24" fmla="*/ 539211 h 621030"/>
              <a:gd name="connsiteX25" fmla="*/ 55152 w 469298"/>
              <a:gd name="connsiteY25" fmla="*/ 542354 h 621030"/>
              <a:gd name="connsiteX26" fmla="*/ 54009 w 469298"/>
              <a:gd name="connsiteY26" fmla="*/ 537877 h 621030"/>
              <a:gd name="connsiteX27" fmla="*/ 54009 w 469298"/>
              <a:gd name="connsiteY27" fmla="*/ 79915 h 621030"/>
              <a:gd name="connsiteX28" fmla="*/ 81536 w 469298"/>
              <a:gd name="connsiteY28" fmla="*/ 52388 h 621030"/>
              <a:gd name="connsiteX29" fmla="*/ 388050 w 469298"/>
              <a:gd name="connsiteY29" fmla="*/ 52388 h 621030"/>
              <a:gd name="connsiteX30" fmla="*/ 415578 w 469298"/>
              <a:gd name="connsiteY30" fmla="*/ 79915 h 621030"/>
              <a:gd name="connsiteX31" fmla="*/ 415578 w 469298"/>
              <a:gd name="connsiteY31" fmla="*/ 537877 h 621030"/>
              <a:gd name="connsiteX32" fmla="*/ 415387 w 469298"/>
              <a:gd name="connsiteY32" fmla="*/ 543020 h 621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469298" h="621030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9" name="TextBox 48">
            <a:hlinkClick r:id="rId8" action="ppaction://hlinksldjump"/>
            <a:extLst>
              <a:ext uri="{FF2B5EF4-FFF2-40B4-BE49-F238E27FC236}">
                <a16:creationId xmlns:a16="http://schemas.microsoft.com/office/drawing/2014/main" id="{3472ACFB-5E8D-E33E-6CEF-25E12E58B00E}"/>
              </a:ext>
            </a:extLst>
          </p:cNvPr>
          <p:cNvSpPr txBox="1"/>
          <p:nvPr/>
        </p:nvSpPr>
        <p:spPr>
          <a:xfrm>
            <a:off x="869323" y="3309423"/>
            <a:ext cx="17092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Phát Triển Tương Lai</a:t>
            </a:r>
          </a:p>
        </p:txBody>
      </p:sp>
      <p:sp>
        <p:nvSpPr>
          <p:cNvPr id="50" name="Freeform: Shape 49">
            <a:hlinkClick r:id="rId8" action="ppaction://hlinksldjump"/>
            <a:extLst>
              <a:ext uri="{FF2B5EF4-FFF2-40B4-BE49-F238E27FC236}">
                <a16:creationId xmlns:a16="http://schemas.microsoft.com/office/drawing/2014/main" id="{059A6EEE-CBF6-65E6-701C-EC8C00A75B63}"/>
              </a:ext>
            </a:extLst>
          </p:cNvPr>
          <p:cNvSpPr/>
          <p:nvPr/>
        </p:nvSpPr>
        <p:spPr>
          <a:xfrm>
            <a:off x="439826" y="3323112"/>
            <a:ext cx="177405" cy="205826"/>
          </a:xfrm>
          <a:custGeom>
            <a:avLst/>
            <a:gdLst>
              <a:gd name="connsiteX0" fmla="*/ 250564 w 254310"/>
              <a:gd name="connsiteY0" fmla="*/ 139515 h 299233"/>
              <a:gd name="connsiteX1" fmla="*/ 215595 w 254310"/>
              <a:gd name="connsiteY1" fmla="*/ 93041 h 299233"/>
              <a:gd name="connsiteX2" fmla="*/ 215466 w 254310"/>
              <a:gd name="connsiteY2" fmla="*/ 86609 h 299233"/>
              <a:gd name="connsiteX3" fmla="*/ 250434 w 254310"/>
              <a:gd name="connsiteY3" fmla="*/ 40135 h 299233"/>
              <a:gd name="connsiteX4" fmla="*/ 254190 w 254310"/>
              <a:gd name="connsiteY4" fmla="*/ 31631 h 299233"/>
              <a:gd name="connsiteX5" fmla="*/ 238001 w 254310"/>
              <a:gd name="connsiteY5" fmla="*/ 14924 h 299233"/>
              <a:gd name="connsiteX6" fmla="*/ 63353 w 254310"/>
              <a:gd name="connsiteY6" fmla="*/ 14967 h 299233"/>
              <a:gd name="connsiteX7" fmla="*/ 59360 w 254310"/>
              <a:gd name="connsiteY7" fmla="*/ 11923 h 299233"/>
              <a:gd name="connsiteX8" fmla="*/ 45999 w 254310"/>
              <a:gd name="connsiteY8" fmla="*/ 30 h 299233"/>
              <a:gd name="connsiteX9" fmla="*/ 30716 w 254310"/>
              <a:gd name="connsiteY9" fmla="*/ 9916 h 299233"/>
              <a:gd name="connsiteX10" fmla="*/ 29788 w 254310"/>
              <a:gd name="connsiteY10" fmla="*/ 17169 h 299233"/>
              <a:gd name="connsiteX11" fmla="*/ 29788 w 254310"/>
              <a:gd name="connsiteY11" fmla="*/ 140615 h 299233"/>
              <a:gd name="connsiteX12" fmla="*/ 29788 w 254310"/>
              <a:gd name="connsiteY12" fmla="*/ 156049 h 299233"/>
              <a:gd name="connsiteX13" fmla="*/ 29853 w 254310"/>
              <a:gd name="connsiteY13" fmla="*/ 265811 h 299233"/>
              <a:gd name="connsiteX14" fmla="*/ 26205 w 254310"/>
              <a:gd name="connsiteY14" fmla="*/ 269437 h 299233"/>
              <a:gd name="connsiteX15" fmla="*/ 14290 w 254310"/>
              <a:gd name="connsiteY15" fmla="*/ 269437 h 299233"/>
              <a:gd name="connsiteX16" fmla="*/ 0 w 254310"/>
              <a:gd name="connsiteY16" fmla="*/ 284180 h 299233"/>
              <a:gd name="connsiteX17" fmla="*/ 14052 w 254310"/>
              <a:gd name="connsiteY17" fmla="*/ 299095 h 299233"/>
              <a:gd name="connsiteX18" fmla="*/ 75420 w 254310"/>
              <a:gd name="connsiteY18" fmla="*/ 299095 h 299233"/>
              <a:gd name="connsiteX19" fmla="*/ 89752 w 254310"/>
              <a:gd name="connsiteY19" fmla="*/ 284331 h 299233"/>
              <a:gd name="connsiteX20" fmla="*/ 75182 w 254310"/>
              <a:gd name="connsiteY20" fmla="*/ 269415 h 299233"/>
              <a:gd name="connsiteX21" fmla="*/ 63267 w 254310"/>
              <a:gd name="connsiteY21" fmla="*/ 269437 h 299233"/>
              <a:gd name="connsiteX22" fmla="*/ 59706 w 254310"/>
              <a:gd name="connsiteY22" fmla="*/ 265746 h 299233"/>
              <a:gd name="connsiteX23" fmla="*/ 59706 w 254310"/>
              <a:gd name="connsiteY23" fmla="*/ 168245 h 299233"/>
              <a:gd name="connsiteX24" fmla="*/ 63440 w 254310"/>
              <a:gd name="connsiteY24" fmla="*/ 164381 h 299233"/>
              <a:gd name="connsiteX25" fmla="*/ 235994 w 254310"/>
              <a:gd name="connsiteY25" fmla="*/ 164467 h 299233"/>
              <a:gd name="connsiteX26" fmla="*/ 240548 w 254310"/>
              <a:gd name="connsiteY26" fmla="*/ 164381 h 299233"/>
              <a:gd name="connsiteX27" fmla="*/ 250823 w 254310"/>
              <a:gd name="connsiteY27" fmla="*/ 159092 h 299233"/>
              <a:gd name="connsiteX28" fmla="*/ 250542 w 254310"/>
              <a:gd name="connsiteY28" fmla="*/ 139471 h 299233"/>
              <a:gd name="connsiteX29" fmla="*/ 228374 w 254310"/>
              <a:gd name="connsiteY29" fmla="*/ 147091 h 299233"/>
              <a:gd name="connsiteX30" fmla="*/ 69311 w 254310"/>
              <a:gd name="connsiteY30" fmla="*/ 147091 h 299233"/>
              <a:gd name="connsiteX31" fmla="*/ 59749 w 254310"/>
              <a:gd name="connsiteY31" fmla="*/ 138349 h 299233"/>
              <a:gd name="connsiteX32" fmla="*/ 59749 w 254310"/>
              <a:gd name="connsiteY32" fmla="*/ 40999 h 299233"/>
              <a:gd name="connsiteX33" fmla="*/ 69311 w 254310"/>
              <a:gd name="connsiteY33" fmla="*/ 32257 h 299233"/>
              <a:gd name="connsiteX34" fmla="*/ 228374 w 254310"/>
              <a:gd name="connsiteY34" fmla="*/ 32257 h 299233"/>
              <a:gd name="connsiteX35" fmla="*/ 230166 w 254310"/>
              <a:gd name="connsiteY35" fmla="*/ 32321 h 299233"/>
              <a:gd name="connsiteX36" fmla="*/ 205191 w 254310"/>
              <a:gd name="connsiteY36" fmla="*/ 62757 h 299233"/>
              <a:gd name="connsiteX37" fmla="*/ 187901 w 254310"/>
              <a:gd name="connsiteY37" fmla="*/ 83824 h 299233"/>
              <a:gd name="connsiteX38" fmla="*/ 187901 w 254310"/>
              <a:gd name="connsiteY38" fmla="*/ 95524 h 299233"/>
              <a:gd name="connsiteX39" fmla="*/ 228763 w 254310"/>
              <a:gd name="connsiteY39" fmla="*/ 145343 h 299233"/>
              <a:gd name="connsiteX40" fmla="*/ 229842 w 254310"/>
              <a:gd name="connsiteY40" fmla="*/ 146702 h 299233"/>
              <a:gd name="connsiteX41" fmla="*/ 228309 w 254310"/>
              <a:gd name="connsiteY41" fmla="*/ 147069 h 299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54310" h="299233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 w="2099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5121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2C2C2C"/>
            </a:gs>
            <a:gs pos="55000">
              <a:schemeClr val="tx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22">
            <a:extLst>
              <a:ext uri="{FF2B5EF4-FFF2-40B4-BE49-F238E27FC236}">
                <a16:creationId xmlns:a16="http://schemas.microsoft.com/office/drawing/2014/main" id="{227B443D-3221-4F14-625D-F70CB061CEC3}"/>
              </a:ext>
            </a:extLst>
          </p:cNvPr>
          <p:cNvSpPr/>
          <p:nvPr/>
        </p:nvSpPr>
        <p:spPr>
          <a:xfrm>
            <a:off x="9631813" y="2197348"/>
            <a:ext cx="2160136" cy="2469454"/>
          </a:xfrm>
          <a:prstGeom prst="roundRect">
            <a:avLst>
              <a:gd name="adj" fmla="val 6525"/>
            </a:avLst>
          </a:prstGeom>
          <a:solidFill>
            <a:srgbClr val="1ED7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22">
            <a:extLst>
              <a:ext uri="{FF2B5EF4-FFF2-40B4-BE49-F238E27FC236}">
                <a16:creationId xmlns:a16="http://schemas.microsoft.com/office/drawing/2014/main" id="{CE15660F-A394-AEC8-5269-AA28084335C7}"/>
              </a:ext>
            </a:extLst>
          </p:cNvPr>
          <p:cNvSpPr/>
          <p:nvPr/>
        </p:nvSpPr>
        <p:spPr>
          <a:xfrm>
            <a:off x="6512641" y="2197348"/>
            <a:ext cx="2160136" cy="2469454"/>
          </a:xfrm>
          <a:prstGeom prst="roundRect">
            <a:avLst>
              <a:gd name="adj" fmla="val 6525"/>
            </a:avLst>
          </a:prstGeom>
          <a:solidFill>
            <a:srgbClr val="1ED7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Rectangle: Rounded Corners 22">
            <a:extLst>
              <a:ext uri="{FF2B5EF4-FFF2-40B4-BE49-F238E27FC236}">
                <a16:creationId xmlns:a16="http://schemas.microsoft.com/office/drawing/2014/main" id="{228DA46A-69B8-B7A2-2A6D-3722412D45CD}"/>
              </a:ext>
            </a:extLst>
          </p:cNvPr>
          <p:cNvSpPr/>
          <p:nvPr/>
        </p:nvSpPr>
        <p:spPr>
          <a:xfrm>
            <a:off x="3306808" y="2197348"/>
            <a:ext cx="2160136" cy="2469454"/>
          </a:xfrm>
          <a:prstGeom prst="roundRect">
            <a:avLst>
              <a:gd name="adj" fmla="val 6525"/>
            </a:avLst>
          </a:prstGeom>
          <a:solidFill>
            <a:srgbClr val="1ED7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25ACCD-BEFE-4057-D0DA-23300AB281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300867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5268A36-91BD-F774-706B-5A541EC6E5D2}"/>
              </a:ext>
            </a:extLst>
          </p:cNvPr>
          <p:cNvGrpSpPr/>
          <p:nvPr/>
        </p:nvGrpSpPr>
        <p:grpSpPr>
          <a:xfrm>
            <a:off x="9104466" y="294121"/>
            <a:ext cx="1011084" cy="311801"/>
            <a:chOff x="9104466" y="294121"/>
            <a:chExt cx="1011084" cy="311801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ADD5BFBE-6641-D138-826B-10AF96D14A21}"/>
                </a:ext>
              </a:extLst>
            </p:cNvPr>
            <p:cNvSpPr/>
            <p:nvPr/>
          </p:nvSpPr>
          <p:spPr>
            <a:xfrm>
              <a:off x="9104466" y="294121"/>
              <a:ext cx="1011084" cy="297947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41CB0576-DF8B-34D7-6035-B4F1FE7BA261}"/>
                </a:ext>
              </a:extLst>
            </p:cNvPr>
            <p:cNvSpPr txBox="1"/>
            <p:nvPr/>
          </p:nvSpPr>
          <p:spPr>
            <a:xfrm>
              <a:off x="9179442" y="328923"/>
              <a:ext cx="8611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>
                  <a:solidFill>
                    <a:schemeClr val="bg1"/>
                  </a:solidFill>
                  <a:latin typeface="Poppins Medium" panose="00000600000000000000" pitchFamily="50" charset="0"/>
                  <a:cs typeface="Poppins Medium" panose="00000600000000000000" pitchFamily="50" charset="0"/>
                </a:rPr>
                <a:t>Upgrade</a:t>
              </a:r>
            </a:p>
          </p:txBody>
        </p:sp>
      </p:grp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82381173-9D11-EA28-C232-8562E09E7A8A}"/>
              </a:ext>
            </a:extLst>
          </p:cNvPr>
          <p:cNvSpPr/>
          <p:nvPr/>
        </p:nvSpPr>
        <p:spPr>
          <a:xfrm>
            <a:off x="10428440" y="294121"/>
            <a:ext cx="1363509" cy="297947"/>
          </a:xfrm>
          <a:prstGeom prst="roundRect">
            <a:avLst>
              <a:gd name="adj" fmla="val 50000"/>
            </a:avLst>
          </a:prstGeom>
          <a:solidFill>
            <a:srgbClr val="0A080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9C2A340-4710-5833-FBEA-EC919DD51A6E}"/>
              </a:ext>
            </a:extLst>
          </p:cNvPr>
          <p:cNvSpPr txBox="1"/>
          <p:nvPr/>
        </p:nvSpPr>
        <p:spPr>
          <a:xfrm>
            <a:off x="10659597" y="328923"/>
            <a:ext cx="9877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Ronney JR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7859F75F-3F6A-F6DE-C7C4-920FB32200D1}"/>
              </a:ext>
            </a:extLst>
          </p:cNvPr>
          <p:cNvSpPr/>
          <p:nvPr/>
        </p:nvSpPr>
        <p:spPr>
          <a:xfrm>
            <a:off x="10465928" y="322008"/>
            <a:ext cx="238127" cy="238127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Graphic 78">
            <a:extLst>
              <a:ext uri="{FF2B5EF4-FFF2-40B4-BE49-F238E27FC236}">
                <a16:creationId xmlns:a16="http://schemas.microsoft.com/office/drawing/2014/main" id="{2770181D-94BB-87F9-9F1C-C577F5415446}"/>
              </a:ext>
            </a:extLst>
          </p:cNvPr>
          <p:cNvSpPr/>
          <p:nvPr/>
        </p:nvSpPr>
        <p:spPr>
          <a:xfrm>
            <a:off x="10526959" y="377048"/>
            <a:ext cx="116064" cy="128047"/>
          </a:xfrm>
          <a:custGeom>
            <a:avLst/>
            <a:gdLst>
              <a:gd name="connsiteX0" fmla="*/ 115527 w 116064"/>
              <a:gd name="connsiteY0" fmla="*/ 108391 h 128047"/>
              <a:gd name="connsiteX1" fmla="*/ 94646 w 116064"/>
              <a:gd name="connsiteY1" fmla="*/ 71344 h 128047"/>
              <a:gd name="connsiteX2" fmla="*/ 79582 w 116064"/>
              <a:gd name="connsiteY2" fmla="*/ 62465 h 128047"/>
              <a:gd name="connsiteX3" fmla="*/ 84052 w 116064"/>
              <a:gd name="connsiteY3" fmla="*/ 11702 h 128047"/>
              <a:gd name="connsiteX4" fmla="*/ 35187 w 116064"/>
              <a:gd name="connsiteY4" fmla="*/ 8640 h 128047"/>
              <a:gd name="connsiteX5" fmla="*/ 23308 w 116064"/>
              <a:gd name="connsiteY5" fmla="*/ 32889 h 128047"/>
              <a:gd name="connsiteX6" fmla="*/ 36534 w 116064"/>
              <a:gd name="connsiteY6" fmla="*/ 62404 h 128047"/>
              <a:gd name="connsiteX7" fmla="*/ 35432 w 116064"/>
              <a:gd name="connsiteY7" fmla="*/ 62894 h 128047"/>
              <a:gd name="connsiteX8" fmla="*/ 4448 w 116064"/>
              <a:gd name="connsiteY8" fmla="*/ 94123 h 128047"/>
              <a:gd name="connsiteX9" fmla="*/ 100 w 116064"/>
              <a:gd name="connsiteY9" fmla="*/ 122842 h 128047"/>
              <a:gd name="connsiteX10" fmla="*/ 1631 w 116064"/>
              <a:gd name="connsiteY10" fmla="*/ 126210 h 128047"/>
              <a:gd name="connsiteX11" fmla="*/ 6407 w 116064"/>
              <a:gd name="connsiteY11" fmla="*/ 128047 h 128047"/>
              <a:gd name="connsiteX12" fmla="*/ 109648 w 116064"/>
              <a:gd name="connsiteY12" fmla="*/ 128047 h 128047"/>
              <a:gd name="connsiteX13" fmla="*/ 110995 w 116064"/>
              <a:gd name="connsiteY13" fmla="*/ 127986 h 128047"/>
              <a:gd name="connsiteX14" fmla="*/ 116016 w 116064"/>
              <a:gd name="connsiteY14" fmla="*/ 122475 h 128047"/>
              <a:gd name="connsiteX15" fmla="*/ 115465 w 116064"/>
              <a:gd name="connsiteY15" fmla="*/ 108330 h 128047"/>
              <a:gd name="connsiteX16" fmla="*/ 34881 w 116064"/>
              <a:gd name="connsiteY16" fmla="*/ 35094 h 128047"/>
              <a:gd name="connsiteX17" fmla="*/ 57721 w 116064"/>
              <a:gd name="connsiteY17" fmla="*/ 11702 h 128047"/>
              <a:gd name="connsiteX18" fmla="*/ 81235 w 116064"/>
              <a:gd name="connsiteY18" fmla="*/ 34971 h 128047"/>
              <a:gd name="connsiteX19" fmla="*/ 57966 w 116064"/>
              <a:gd name="connsiteY19" fmla="*/ 58240 h 128047"/>
              <a:gd name="connsiteX20" fmla="*/ 34881 w 116064"/>
              <a:gd name="connsiteY20" fmla="*/ 35094 h 128047"/>
              <a:gd name="connsiteX21" fmla="*/ 103280 w 116064"/>
              <a:gd name="connsiteY21" fmla="*/ 116413 h 128047"/>
              <a:gd name="connsiteX22" fmla="*/ 57966 w 116064"/>
              <a:gd name="connsiteY22" fmla="*/ 116413 h 128047"/>
              <a:gd name="connsiteX23" fmla="*/ 13082 w 116064"/>
              <a:gd name="connsiteY23" fmla="*/ 116413 h 128047"/>
              <a:gd name="connsiteX24" fmla="*/ 11612 w 116064"/>
              <a:gd name="connsiteY24" fmla="*/ 114943 h 128047"/>
              <a:gd name="connsiteX25" fmla="*/ 41494 w 116064"/>
              <a:gd name="connsiteY25" fmla="*/ 72936 h 128047"/>
              <a:gd name="connsiteX26" fmla="*/ 103219 w 116064"/>
              <a:gd name="connsiteY26" fmla="*/ 105697 h 128047"/>
              <a:gd name="connsiteX27" fmla="*/ 104443 w 116064"/>
              <a:gd name="connsiteY27" fmla="*/ 115127 h 128047"/>
              <a:gd name="connsiteX28" fmla="*/ 103219 w 116064"/>
              <a:gd name="connsiteY28" fmla="*/ 116351 h 128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16064" h="128047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bg1"/>
          </a:solidFill>
          <a:ln w="6016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1" name="Isosceles Triangle 80">
            <a:extLst>
              <a:ext uri="{FF2B5EF4-FFF2-40B4-BE49-F238E27FC236}">
                <a16:creationId xmlns:a16="http://schemas.microsoft.com/office/drawing/2014/main" id="{59106057-6687-7436-2443-36CF82D5A997}"/>
              </a:ext>
            </a:extLst>
          </p:cNvPr>
          <p:cNvSpPr/>
          <p:nvPr/>
        </p:nvSpPr>
        <p:spPr>
          <a:xfrm rot="3600000">
            <a:off x="11583174" y="388252"/>
            <a:ext cx="86542" cy="7460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32C2ADA-8B7B-4990-FB78-B27C9A79E87E}"/>
              </a:ext>
            </a:extLst>
          </p:cNvPr>
          <p:cNvSpPr txBox="1"/>
          <p:nvPr/>
        </p:nvSpPr>
        <p:spPr>
          <a:xfrm>
            <a:off x="3739299" y="738048"/>
            <a:ext cx="534152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>
                <a:solidFill>
                  <a:srgbClr val="1ED76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Poppins Medium" panose="00000600000000000000" pitchFamily="50" charset="0"/>
              </a:rPr>
              <a:t>Phát Triển Tương Lai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E4DF2C-8E3C-6B03-0972-A3B04A285B1E}"/>
              </a:ext>
            </a:extLst>
          </p:cNvPr>
          <p:cNvSpPr txBox="1"/>
          <p:nvPr/>
        </p:nvSpPr>
        <p:spPr>
          <a:xfrm>
            <a:off x="9709478" y="2255714"/>
            <a:ext cx="20824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12121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    </a:t>
            </a:r>
            <a:r>
              <a:rPr lang="en-IN" sz="2400" b="1" dirty="0">
                <a:solidFill>
                  <a:srgbClr val="12121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Goal 3</a:t>
            </a:r>
          </a:p>
          <a:p>
            <a:endParaRPr lang="en-IN" sz="2000" b="1" dirty="0">
              <a:solidFill>
                <a:srgbClr val="121212"/>
              </a:solidFill>
              <a:latin typeface="Poppins Medium" panose="00000600000000000000" pitchFamily="50" charset="0"/>
              <a:cs typeface="Poppins Medium" panose="00000600000000000000" pitchFamily="50" charset="0"/>
            </a:endParaRPr>
          </a:p>
          <a:p>
            <a:r>
              <a:rPr lang="en-IN" sz="2400" dirty="0" err="1">
                <a:solidFill>
                  <a:srgbClr val="12121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Hỗ</a:t>
            </a:r>
            <a:r>
              <a:rPr lang="en-IN" sz="2400" dirty="0">
                <a:solidFill>
                  <a:srgbClr val="12121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 </a:t>
            </a:r>
            <a:r>
              <a:rPr lang="en-IN" sz="2400" dirty="0" err="1">
                <a:solidFill>
                  <a:srgbClr val="12121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trợ</a:t>
            </a:r>
            <a:r>
              <a:rPr lang="en-IN" sz="2400" dirty="0">
                <a:solidFill>
                  <a:srgbClr val="12121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 </a:t>
            </a:r>
            <a:r>
              <a:rPr lang="en-IN" sz="2400" dirty="0" err="1">
                <a:solidFill>
                  <a:srgbClr val="12121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cho</a:t>
            </a:r>
            <a:r>
              <a:rPr lang="en-IN" sz="2400" dirty="0">
                <a:solidFill>
                  <a:srgbClr val="12121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 </a:t>
            </a:r>
            <a:r>
              <a:rPr lang="en-IN" sz="2400" dirty="0" err="1">
                <a:solidFill>
                  <a:srgbClr val="12121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mọi</a:t>
            </a:r>
            <a:r>
              <a:rPr lang="en-IN" sz="2400" dirty="0">
                <a:solidFill>
                  <a:srgbClr val="12121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 </a:t>
            </a:r>
            <a:r>
              <a:rPr lang="en-IN" sz="2400" dirty="0" err="1">
                <a:solidFill>
                  <a:srgbClr val="12121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thiết</a:t>
            </a:r>
            <a:r>
              <a:rPr lang="en-IN" sz="2400" dirty="0">
                <a:solidFill>
                  <a:srgbClr val="12121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 </a:t>
            </a:r>
            <a:r>
              <a:rPr lang="en-IN" sz="2400" dirty="0" err="1">
                <a:solidFill>
                  <a:srgbClr val="12121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bị</a:t>
            </a:r>
            <a:r>
              <a:rPr lang="en-IN" sz="2400" dirty="0">
                <a:solidFill>
                  <a:srgbClr val="12121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, </a:t>
            </a:r>
            <a:r>
              <a:rPr lang="en-IN" sz="2400" dirty="0" err="1">
                <a:solidFill>
                  <a:srgbClr val="12121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nền</a:t>
            </a:r>
            <a:r>
              <a:rPr lang="en-IN" sz="2400" dirty="0">
                <a:solidFill>
                  <a:srgbClr val="12121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 </a:t>
            </a:r>
            <a:r>
              <a:rPr lang="en-IN" sz="2400" dirty="0" err="1">
                <a:solidFill>
                  <a:srgbClr val="12121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tảng</a:t>
            </a:r>
            <a:endParaRPr lang="en-IN" sz="2400" dirty="0">
              <a:solidFill>
                <a:srgbClr val="121212"/>
              </a:solidFill>
              <a:latin typeface="Microsoft PhagsPa" panose="020B0502040204020203" pitchFamily="34" charset="0"/>
              <a:cs typeface="Poppins Medium" panose="00000600000000000000" pitchFamily="50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2B2F8AF-3B50-4906-580F-4D6A71687633}"/>
              </a:ext>
            </a:extLst>
          </p:cNvPr>
          <p:cNvGrpSpPr/>
          <p:nvPr/>
        </p:nvGrpSpPr>
        <p:grpSpPr>
          <a:xfrm>
            <a:off x="3258053" y="292100"/>
            <a:ext cx="297947" cy="297947"/>
            <a:chOff x="8892506" y="664914"/>
            <a:chExt cx="209401" cy="209401"/>
          </a:xfrm>
        </p:grpSpPr>
        <p:sp>
          <p:nvSpPr>
            <p:cNvPr id="7" name="Oval 6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8A898433-1F1A-C868-2B88-7AE7D32C71EB}"/>
                </a:ext>
              </a:extLst>
            </p:cNvPr>
            <p:cNvSpPr/>
            <p:nvPr/>
          </p:nvSpPr>
          <p:spPr>
            <a:xfrm>
              <a:off x="8892506" y="664914"/>
              <a:ext cx="209401" cy="209401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Graphic 63" descr="Caret Left with solid fill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FDAAFE85-5A3C-CD34-6B16-6402C4409C80}"/>
                </a:ext>
              </a:extLst>
            </p:cNvPr>
            <p:cNvSpPr/>
            <p:nvPr/>
          </p:nvSpPr>
          <p:spPr>
            <a:xfrm>
              <a:off x="8960350" y="717942"/>
              <a:ext cx="59427" cy="103344"/>
            </a:xfrm>
            <a:custGeom>
              <a:avLst/>
              <a:gdLst>
                <a:gd name="connsiteX0" fmla="*/ 269081 w 309505"/>
                <a:gd name="connsiteY0" fmla="*/ 538229 h 538229"/>
                <a:gd name="connsiteX1" fmla="*/ 0 w 309505"/>
                <a:gd name="connsiteY1" fmla="*/ 269091 h 538229"/>
                <a:gd name="connsiteX2" fmla="*/ 269081 w 309505"/>
                <a:gd name="connsiteY2" fmla="*/ 0 h 538229"/>
                <a:gd name="connsiteX3" fmla="*/ 309496 w 309505"/>
                <a:gd name="connsiteY3" fmla="*/ 40405 h 538229"/>
                <a:gd name="connsiteX4" fmla="*/ 80810 w 309505"/>
                <a:gd name="connsiteY4" fmla="*/ 269091 h 538229"/>
                <a:gd name="connsiteX5" fmla="*/ 309505 w 309505"/>
                <a:gd name="connsiteY5" fmla="*/ 497824 h 538229"/>
                <a:gd name="connsiteX6" fmla="*/ 269081 w 309505"/>
                <a:gd name="connsiteY6" fmla="*/ 538229 h 53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9505" h="538229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4413A95-1699-06F1-5C0E-D70B218A9F81}"/>
              </a:ext>
            </a:extLst>
          </p:cNvPr>
          <p:cNvGrpSpPr/>
          <p:nvPr/>
        </p:nvGrpSpPr>
        <p:grpSpPr>
          <a:xfrm flipH="1">
            <a:off x="3665943" y="292100"/>
            <a:ext cx="297947" cy="297947"/>
            <a:chOff x="8892506" y="664914"/>
            <a:chExt cx="209401" cy="209401"/>
          </a:xfrm>
        </p:grpSpPr>
        <p:sp>
          <p:nvSpPr>
            <p:cNvPr id="12" name="Oval 1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0CAFE273-3434-DCB7-446E-756C4A3A34EE}"/>
                </a:ext>
              </a:extLst>
            </p:cNvPr>
            <p:cNvSpPr/>
            <p:nvPr/>
          </p:nvSpPr>
          <p:spPr>
            <a:xfrm>
              <a:off x="8892506" y="664914"/>
              <a:ext cx="209401" cy="209401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Graphic 63" descr="Caret Left with solid fill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E44E6036-20C3-D660-E257-76A8F36CD3DC}"/>
                </a:ext>
              </a:extLst>
            </p:cNvPr>
            <p:cNvSpPr/>
            <p:nvPr/>
          </p:nvSpPr>
          <p:spPr>
            <a:xfrm>
              <a:off x="8960350" y="717942"/>
              <a:ext cx="59427" cy="103344"/>
            </a:xfrm>
            <a:custGeom>
              <a:avLst/>
              <a:gdLst>
                <a:gd name="connsiteX0" fmla="*/ 269081 w 309505"/>
                <a:gd name="connsiteY0" fmla="*/ 538229 h 538229"/>
                <a:gd name="connsiteX1" fmla="*/ 0 w 309505"/>
                <a:gd name="connsiteY1" fmla="*/ 269091 h 538229"/>
                <a:gd name="connsiteX2" fmla="*/ 269081 w 309505"/>
                <a:gd name="connsiteY2" fmla="*/ 0 h 538229"/>
                <a:gd name="connsiteX3" fmla="*/ 309496 w 309505"/>
                <a:gd name="connsiteY3" fmla="*/ 40405 h 538229"/>
                <a:gd name="connsiteX4" fmla="*/ 80810 w 309505"/>
                <a:gd name="connsiteY4" fmla="*/ 269091 h 538229"/>
                <a:gd name="connsiteX5" fmla="*/ 309505 w 309505"/>
                <a:gd name="connsiteY5" fmla="*/ 497824 h 538229"/>
                <a:gd name="connsiteX6" fmla="*/ 269081 w 309505"/>
                <a:gd name="connsiteY6" fmla="*/ 538229 h 53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9505" h="538229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cxnSp>
        <p:nvCxnSpPr>
          <p:cNvPr id="19" name="Straight Arrow Connector 18"/>
          <p:cNvCxnSpPr>
            <a:cxnSpLocks/>
          </p:cNvCxnSpPr>
          <p:nvPr/>
        </p:nvCxnSpPr>
        <p:spPr>
          <a:xfrm>
            <a:off x="5614982" y="3397072"/>
            <a:ext cx="707997" cy="0"/>
          </a:xfrm>
          <a:prstGeom prst="straightConnector1">
            <a:avLst/>
          </a:prstGeom>
          <a:ln>
            <a:solidFill>
              <a:srgbClr val="1ED7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4600E91-1C5F-BFB2-4A7C-2F6BFACC8E4C}"/>
              </a:ext>
            </a:extLst>
          </p:cNvPr>
          <p:cNvCxnSpPr>
            <a:cxnSpLocks/>
          </p:cNvCxnSpPr>
          <p:nvPr/>
        </p:nvCxnSpPr>
        <p:spPr>
          <a:xfrm>
            <a:off x="8811346" y="3382459"/>
            <a:ext cx="707997" cy="0"/>
          </a:xfrm>
          <a:prstGeom prst="straightConnector1">
            <a:avLst/>
          </a:prstGeom>
          <a:ln>
            <a:solidFill>
              <a:srgbClr val="1ED7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CFE55BF-112C-1A2B-F1C1-DB657B7CA6B0}"/>
              </a:ext>
            </a:extLst>
          </p:cNvPr>
          <p:cNvSpPr txBox="1"/>
          <p:nvPr/>
        </p:nvSpPr>
        <p:spPr>
          <a:xfrm>
            <a:off x="6537818" y="2272525"/>
            <a:ext cx="222905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12121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     Goal 2</a:t>
            </a:r>
          </a:p>
          <a:p>
            <a:endParaRPr lang="en-IN" sz="2000" b="1" dirty="0">
              <a:solidFill>
                <a:srgbClr val="121212"/>
              </a:solidFill>
              <a:latin typeface="Poppins Medium" panose="00000600000000000000" pitchFamily="50" charset="0"/>
              <a:cs typeface="Poppins Medium" panose="00000600000000000000" pitchFamily="50" charset="0"/>
            </a:endParaRPr>
          </a:p>
          <a:p>
            <a:r>
              <a:rPr lang="en-IN" sz="2400" dirty="0" err="1">
                <a:solidFill>
                  <a:srgbClr val="121212"/>
                </a:solidFill>
                <a:latin typeface="Bahnschrift SemiLight" panose="020B0502040204020203" pitchFamily="34" charset="0"/>
                <a:cs typeface="Poppins Medium" panose="00000600000000000000" pitchFamily="50" charset="0"/>
              </a:rPr>
              <a:t>Gợi</a:t>
            </a:r>
            <a:r>
              <a:rPr lang="en-IN" sz="2400" dirty="0">
                <a:solidFill>
                  <a:srgbClr val="121212"/>
                </a:solidFill>
                <a:latin typeface="Bahnschrift SemiLight" panose="020B0502040204020203" pitchFamily="34" charset="0"/>
                <a:cs typeface="Poppins Medium" panose="00000600000000000000" pitchFamily="50" charset="0"/>
              </a:rPr>
              <a:t> ý </a:t>
            </a:r>
            <a:r>
              <a:rPr lang="en-IN" sz="2400" dirty="0" err="1">
                <a:solidFill>
                  <a:srgbClr val="121212"/>
                </a:solidFill>
                <a:latin typeface="Bahnschrift SemiLight" panose="020B0502040204020203" pitchFamily="34" charset="0"/>
                <a:cs typeface="Poppins Medium" panose="00000600000000000000" pitchFamily="50" charset="0"/>
              </a:rPr>
              <a:t>bài</a:t>
            </a:r>
            <a:r>
              <a:rPr lang="en-IN" sz="2400" dirty="0">
                <a:solidFill>
                  <a:srgbClr val="121212"/>
                </a:solidFill>
                <a:latin typeface="Bahnschrift SemiLight" panose="020B0502040204020203" pitchFamily="34" charset="0"/>
                <a:cs typeface="Poppins Medium" panose="00000600000000000000" pitchFamily="50" charset="0"/>
              </a:rPr>
              <a:t> </a:t>
            </a:r>
            <a:r>
              <a:rPr lang="en-IN" sz="2400" dirty="0" err="1">
                <a:solidFill>
                  <a:srgbClr val="121212"/>
                </a:solidFill>
                <a:latin typeface="Bahnschrift SemiLight" panose="020B0502040204020203" pitchFamily="34" charset="0"/>
                <a:cs typeface="Poppins Medium" panose="00000600000000000000" pitchFamily="50" charset="0"/>
              </a:rPr>
              <a:t>nhạc</a:t>
            </a:r>
            <a:r>
              <a:rPr lang="en-IN" sz="2400" dirty="0">
                <a:solidFill>
                  <a:srgbClr val="121212"/>
                </a:solidFill>
                <a:latin typeface="Bahnschrift SemiLight" panose="020B0502040204020203" pitchFamily="34" charset="0"/>
                <a:cs typeface="Poppins Medium" panose="00000600000000000000" pitchFamily="50" charset="0"/>
              </a:rPr>
              <a:t> </a:t>
            </a:r>
            <a:r>
              <a:rPr lang="en-IN" sz="2400" dirty="0" err="1">
                <a:solidFill>
                  <a:srgbClr val="121212"/>
                </a:solidFill>
                <a:latin typeface="Bahnschrift SemiLight" panose="020B0502040204020203" pitchFamily="34" charset="0"/>
                <a:cs typeface="Poppins Medium" panose="00000600000000000000" pitchFamily="50" charset="0"/>
              </a:rPr>
              <a:t>theo</a:t>
            </a:r>
            <a:r>
              <a:rPr lang="en-IN" sz="2400" dirty="0">
                <a:solidFill>
                  <a:srgbClr val="121212"/>
                </a:solidFill>
                <a:latin typeface="Bahnschrift SemiLight" panose="020B0502040204020203" pitchFamily="34" charset="0"/>
                <a:cs typeface="Poppins Medium" panose="00000600000000000000" pitchFamily="50" charset="0"/>
              </a:rPr>
              <a:t> </a:t>
            </a:r>
            <a:r>
              <a:rPr lang="en-IN" sz="2400" dirty="0" err="1">
                <a:solidFill>
                  <a:srgbClr val="121212"/>
                </a:solidFill>
                <a:latin typeface="Bahnschrift SemiLight" panose="020B0502040204020203" pitchFamily="34" charset="0"/>
                <a:cs typeface="Poppins Medium" panose="00000600000000000000" pitchFamily="50" charset="0"/>
              </a:rPr>
              <a:t>phong</a:t>
            </a:r>
            <a:r>
              <a:rPr lang="en-IN" sz="2400" dirty="0">
                <a:solidFill>
                  <a:srgbClr val="121212"/>
                </a:solidFill>
                <a:latin typeface="Bahnschrift SemiLight" panose="020B0502040204020203" pitchFamily="34" charset="0"/>
                <a:cs typeface="Poppins Medium" panose="00000600000000000000" pitchFamily="50" charset="0"/>
              </a:rPr>
              <a:t> </a:t>
            </a:r>
            <a:r>
              <a:rPr lang="en-IN" sz="2400" dirty="0" err="1">
                <a:solidFill>
                  <a:srgbClr val="121212"/>
                </a:solidFill>
                <a:latin typeface="Bahnschrift SemiLight" panose="020B0502040204020203" pitchFamily="34" charset="0"/>
                <a:cs typeface="Poppins Medium" panose="00000600000000000000" pitchFamily="50" charset="0"/>
              </a:rPr>
              <a:t>cách</a:t>
            </a:r>
            <a:r>
              <a:rPr lang="en-IN" sz="2400" dirty="0">
                <a:solidFill>
                  <a:srgbClr val="121212"/>
                </a:solidFill>
                <a:latin typeface="Bahnschrift SemiLight" panose="020B0502040204020203" pitchFamily="34" charset="0"/>
                <a:cs typeface="Poppins Medium" panose="00000600000000000000" pitchFamily="50" charset="0"/>
              </a:rPr>
              <a:t> </a:t>
            </a:r>
            <a:r>
              <a:rPr lang="en-IN" sz="2400" dirty="0" err="1">
                <a:solidFill>
                  <a:srgbClr val="121212"/>
                </a:solidFill>
                <a:latin typeface="Bahnschrift SemiLight" panose="020B0502040204020203" pitchFamily="34" charset="0"/>
                <a:cs typeface="Poppins Medium" panose="00000600000000000000" pitchFamily="50" charset="0"/>
              </a:rPr>
              <a:t>của</a:t>
            </a:r>
            <a:endParaRPr lang="en-IN" sz="2400" dirty="0">
              <a:solidFill>
                <a:srgbClr val="121212"/>
              </a:solidFill>
              <a:latin typeface="Bahnschrift SemiLight" panose="020B0502040204020203" pitchFamily="34" charset="0"/>
              <a:cs typeface="Poppins Medium" panose="00000600000000000000" pitchFamily="50" charset="0"/>
            </a:endParaRPr>
          </a:p>
          <a:p>
            <a:r>
              <a:rPr lang="en-IN" sz="2400" dirty="0">
                <a:solidFill>
                  <a:srgbClr val="121212"/>
                </a:solidFill>
                <a:latin typeface="Bahnschrift SemiLight" panose="020B0502040204020203" pitchFamily="34" charset="0"/>
                <a:cs typeface="Poppins Medium" panose="00000600000000000000" pitchFamily="50" charset="0"/>
              </a:rPr>
              <a:t> </a:t>
            </a:r>
            <a:r>
              <a:rPr lang="en-IN" sz="2400" dirty="0" err="1">
                <a:solidFill>
                  <a:srgbClr val="121212"/>
                </a:solidFill>
                <a:latin typeface="Bahnschrift SemiLight" panose="020B0502040204020203" pitchFamily="34" charset="0"/>
                <a:cs typeface="Poppins Medium" panose="00000600000000000000" pitchFamily="50" charset="0"/>
              </a:rPr>
              <a:t>mình</a:t>
            </a:r>
            <a:endParaRPr lang="en-IN" sz="2400" dirty="0">
              <a:solidFill>
                <a:srgbClr val="121212"/>
              </a:solidFill>
              <a:latin typeface="Bahnschrift SemiLight" panose="020B0502040204020203" pitchFamily="34" charset="0"/>
              <a:cs typeface="Poppins Medium" panose="00000600000000000000" pitchFamily="50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E84967-0C69-FB5E-D804-1812071B31EF}"/>
              </a:ext>
            </a:extLst>
          </p:cNvPr>
          <p:cNvSpPr txBox="1"/>
          <p:nvPr/>
        </p:nvSpPr>
        <p:spPr>
          <a:xfrm>
            <a:off x="3238910" y="2234679"/>
            <a:ext cx="233987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12121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        </a:t>
            </a:r>
            <a:r>
              <a:rPr lang="en-IN" sz="2400" b="1" dirty="0">
                <a:solidFill>
                  <a:srgbClr val="12121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Goal 1</a:t>
            </a:r>
          </a:p>
          <a:p>
            <a:endParaRPr lang="en-IN" sz="1600" b="1" dirty="0">
              <a:solidFill>
                <a:srgbClr val="121212"/>
              </a:solidFill>
              <a:latin typeface="Poppins Medium" panose="00000600000000000000" pitchFamily="50" charset="0"/>
              <a:cs typeface="Poppins Medium" panose="00000600000000000000" pitchFamily="50" charset="0"/>
            </a:endParaRPr>
          </a:p>
          <a:p>
            <a:r>
              <a:rPr lang="en-IN" sz="2000" dirty="0" err="1">
                <a:solidFill>
                  <a:srgbClr val="121212"/>
                </a:solidFill>
                <a:latin typeface="Bahnschrift SemiLight" panose="020B0502040204020203" pitchFamily="34" charset="0"/>
                <a:cs typeface="Poppins Medium" panose="00000600000000000000" pitchFamily="50" charset="0"/>
              </a:rPr>
              <a:t>Thêm</a:t>
            </a:r>
            <a:r>
              <a:rPr lang="en-IN" sz="2000" dirty="0">
                <a:solidFill>
                  <a:srgbClr val="121212"/>
                </a:solidFill>
                <a:latin typeface="Bahnschrift SemiLight" panose="020B0502040204020203" pitchFamily="34" charset="0"/>
                <a:cs typeface="Poppins Medium" panose="00000600000000000000" pitchFamily="50" charset="0"/>
              </a:rPr>
              <a:t> </a:t>
            </a:r>
            <a:r>
              <a:rPr lang="en-IN" sz="2000" dirty="0" err="1">
                <a:solidFill>
                  <a:srgbClr val="121212"/>
                </a:solidFill>
                <a:latin typeface="Bahnschrift SemiLight" panose="020B0502040204020203" pitchFamily="34" charset="0"/>
                <a:cs typeface="Poppins Medium" panose="00000600000000000000" pitchFamily="50" charset="0"/>
              </a:rPr>
              <a:t>nhiều</a:t>
            </a:r>
            <a:r>
              <a:rPr lang="en-IN" sz="2000" dirty="0">
                <a:solidFill>
                  <a:srgbClr val="121212"/>
                </a:solidFill>
                <a:latin typeface="Bahnschrift SemiLight" panose="020B0502040204020203" pitchFamily="34" charset="0"/>
                <a:cs typeface="Poppins Medium" panose="00000600000000000000" pitchFamily="50" charset="0"/>
              </a:rPr>
              <a:t> </a:t>
            </a:r>
            <a:r>
              <a:rPr lang="en-IN" sz="2000" dirty="0" err="1">
                <a:solidFill>
                  <a:srgbClr val="121212"/>
                </a:solidFill>
                <a:latin typeface="Bahnschrift SemiLight" panose="020B0502040204020203" pitchFamily="34" charset="0"/>
                <a:cs typeface="Poppins Medium" panose="00000600000000000000" pitchFamily="50" charset="0"/>
              </a:rPr>
              <a:t>các</a:t>
            </a:r>
            <a:r>
              <a:rPr lang="en-IN" sz="2000" dirty="0">
                <a:solidFill>
                  <a:srgbClr val="121212"/>
                </a:solidFill>
                <a:latin typeface="Bahnschrift SemiLight" panose="020B0502040204020203" pitchFamily="34" charset="0"/>
                <a:cs typeface="Poppins Medium" panose="00000600000000000000" pitchFamily="50" charset="0"/>
              </a:rPr>
              <a:t> </a:t>
            </a:r>
            <a:r>
              <a:rPr lang="en-IN" sz="2000" dirty="0" err="1">
                <a:solidFill>
                  <a:srgbClr val="121212"/>
                </a:solidFill>
                <a:latin typeface="Bahnschrift SemiLight" panose="020B0502040204020203" pitchFamily="34" charset="0"/>
                <a:cs typeface="Poppins Medium" panose="00000600000000000000" pitchFamily="50" charset="0"/>
              </a:rPr>
              <a:t>chức</a:t>
            </a:r>
            <a:r>
              <a:rPr lang="en-IN" sz="2000" dirty="0">
                <a:solidFill>
                  <a:srgbClr val="121212"/>
                </a:solidFill>
                <a:latin typeface="Bahnschrift SemiLight" panose="020B0502040204020203" pitchFamily="34" charset="0"/>
                <a:cs typeface="Poppins Medium" panose="00000600000000000000" pitchFamily="50" charset="0"/>
              </a:rPr>
              <a:t> </a:t>
            </a:r>
            <a:r>
              <a:rPr lang="en-IN" sz="2000" dirty="0" err="1">
                <a:solidFill>
                  <a:srgbClr val="121212"/>
                </a:solidFill>
                <a:latin typeface="Bahnschrift SemiLight" panose="020B0502040204020203" pitchFamily="34" charset="0"/>
                <a:cs typeface="Poppins Medium" panose="00000600000000000000" pitchFamily="50" charset="0"/>
              </a:rPr>
              <a:t>năng</a:t>
            </a:r>
            <a:r>
              <a:rPr lang="en-IN" sz="2000" dirty="0">
                <a:solidFill>
                  <a:srgbClr val="121212"/>
                </a:solidFill>
                <a:latin typeface="Bahnschrift SemiLight" panose="020B0502040204020203" pitchFamily="34" charset="0"/>
                <a:cs typeface="Poppins Medium" panose="00000600000000000000" pitchFamily="50" charset="0"/>
              </a:rPr>
              <a:t> </a:t>
            </a:r>
            <a:r>
              <a:rPr lang="en-IN" sz="2000" dirty="0" err="1">
                <a:solidFill>
                  <a:srgbClr val="121212"/>
                </a:solidFill>
                <a:latin typeface="Bahnschrift SemiLight" panose="020B0502040204020203" pitchFamily="34" charset="0"/>
                <a:cs typeface="Poppins Medium" panose="00000600000000000000" pitchFamily="50" charset="0"/>
              </a:rPr>
              <a:t>đa</a:t>
            </a:r>
            <a:r>
              <a:rPr lang="en-IN" sz="2000" dirty="0">
                <a:solidFill>
                  <a:srgbClr val="121212"/>
                </a:solidFill>
                <a:latin typeface="Bahnschrift SemiLight" panose="020B0502040204020203" pitchFamily="34" charset="0"/>
                <a:cs typeface="Poppins Medium" panose="00000600000000000000" pitchFamily="50" charset="0"/>
              </a:rPr>
              <a:t> </a:t>
            </a:r>
            <a:r>
              <a:rPr lang="en-IN" sz="2000" dirty="0" err="1">
                <a:solidFill>
                  <a:srgbClr val="121212"/>
                </a:solidFill>
                <a:latin typeface="Bahnschrift SemiLight" panose="020B0502040204020203" pitchFamily="34" charset="0"/>
                <a:cs typeface="Poppins Medium" panose="00000600000000000000" pitchFamily="50" charset="0"/>
              </a:rPr>
              <a:t>dạng</a:t>
            </a:r>
            <a:r>
              <a:rPr lang="en-IN" sz="2000" dirty="0">
                <a:solidFill>
                  <a:srgbClr val="121212"/>
                </a:solidFill>
                <a:latin typeface="Bahnschrift SemiLight" panose="020B0502040204020203" pitchFamily="34" charset="0"/>
                <a:cs typeface="Poppins Medium" panose="00000600000000000000" pitchFamily="50" charset="0"/>
              </a:rPr>
              <a:t> </a:t>
            </a:r>
            <a:r>
              <a:rPr lang="en-IN" sz="2000" dirty="0" err="1">
                <a:solidFill>
                  <a:srgbClr val="121212"/>
                </a:solidFill>
                <a:latin typeface="Bahnschrift SemiLight" panose="020B0502040204020203" pitchFamily="34" charset="0"/>
                <a:cs typeface="Poppins Medium" panose="00000600000000000000" pitchFamily="50" charset="0"/>
              </a:rPr>
              <a:t>để</a:t>
            </a:r>
            <a:r>
              <a:rPr lang="en-IN" sz="2000" dirty="0">
                <a:solidFill>
                  <a:srgbClr val="121212"/>
                </a:solidFill>
                <a:latin typeface="Bahnschrift SemiLight" panose="020B0502040204020203" pitchFamily="34" charset="0"/>
                <a:cs typeface="Poppins Medium" panose="00000600000000000000" pitchFamily="50" charset="0"/>
              </a:rPr>
              <a:t> </a:t>
            </a:r>
            <a:r>
              <a:rPr lang="en-IN" sz="2000" dirty="0" err="1">
                <a:solidFill>
                  <a:srgbClr val="121212"/>
                </a:solidFill>
                <a:latin typeface="Bahnschrift SemiLight" panose="020B0502040204020203" pitchFamily="34" charset="0"/>
                <a:cs typeface="Poppins Medium" panose="00000600000000000000" pitchFamily="50" charset="0"/>
              </a:rPr>
              <a:t>cho</a:t>
            </a:r>
            <a:r>
              <a:rPr lang="en-IN" sz="2000" dirty="0">
                <a:solidFill>
                  <a:srgbClr val="121212"/>
                </a:solidFill>
                <a:latin typeface="Bahnschrift SemiLight" panose="020B0502040204020203" pitchFamily="34" charset="0"/>
                <a:cs typeface="Poppins Medium" panose="00000600000000000000" pitchFamily="50" charset="0"/>
              </a:rPr>
              <a:t> </a:t>
            </a:r>
            <a:r>
              <a:rPr lang="en-IN" sz="2000" dirty="0" err="1">
                <a:solidFill>
                  <a:srgbClr val="121212"/>
                </a:solidFill>
                <a:latin typeface="Bahnschrift SemiLight" panose="020B0502040204020203" pitchFamily="34" charset="0"/>
                <a:cs typeface="Poppins Medium" panose="00000600000000000000" pitchFamily="50" charset="0"/>
              </a:rPr>
              <a:t>người</a:t>
            </a:r>
            <a:r>
              <a:rPr lang="en-IN" sz="2000" dirty="0">
                <a:solidFill>
                  <a:srgbClr val="121212"/>
                </a:solidFill>
                <a:latin typeface="Bahnschrift SemiLight" panose="020B0502040204020203" pitchFamily="34" charset="0"/>
                <a:cs typeface="Poppins Medium" panose="00000600000000000000" pitchFamily="50" charset="0"/>
              </a:rPr>
              <a:t> </a:t>
            </a:r>
            <a:r>
              <a:rPr lang="en-IN" sz="2000" dirty="0" err="1">
                <a:solidFill>
                  <a:srgbClr val="121212"/>
                </a:solidFill>
                <a:latin typeface="Bahnschrift SemiLight" panose="020B0502040204020203" pitchFamily="34" charset="0"/>
                <a:cs typeface="Poppins Medium" panose="00000600000000000000" pitchFamily="50" charset="0"/>
              </a:rPr>
              <a:t>dùng</a:t>
            </a:r>
            <a:r>
              <a:rPr lang="en-IN" sz="2000" dirty="0">
                <a:solidFill>
                  <a:srgbClr val="121212"/>
                </a:solidFill>
                <a:latin typeface="Bahnschrift SemiLight" panose="020B0502040204020203" pitchFamily="34" charset="0"/>
                <a:cs typeface="Poppins Medium" panose="00000600000000000000" pitchFamily="50" charset="0"/>
              </a:rPr>
              <a:t> </a:t>
            </a:r>
            <a:r>
              <a:rPr lang="en-IN" sz="2000" dirty="0" err="1">
                <a:solidFill>
                  <a:srgbClr val="121212"/>
                </a:solidFill>
                <a:latin typeface="Bahnschrift SemiLight" panose="020B0502040204020203" pitchFamily="34" charset="0"/>
                <a:cs typeface="Poppins Medium" panose="00000600000000000000" pitchFamily="50" charset="0"/>
              </a:rPr>
              <a:t>được</a:t>
            </a:r>
            <a:r>
              <a:rPr lang="en-IN" sz="2000" dirty="0">
                <a:solidFill>
                  <a:srgbClr val="121212"/>
                </a:solidFill>
                <a:latin typeface="Bahnschrift SemiLight" panose="020B0502040204020203" pitchFamily="34" charset="0"/>
                <a:cs typeface="Poppins Medium" panose="00000600000000000000" pitchFamily="50" charset="0"/>
              </a:rPr>
              <a:t> </a:t>
            </a:r>
            <a:r>
              <a:rPr lang="en-IN" sz="2000" dirty="0" err="1">
                <a:solidFill>
                  <a:srgbClr val="121212"/>
                </a:solidFill>
                <a:latin typeface="Bahnschrift SemiLight" panose="020B0502040204020203" pitchFamily="34" charset="0"/>
                <a:cs typeface="Poppins Medium" panose="00000600000000000000" pitchFamily="50" charset="0"/>
              </a:rPr>
              <a:t>sử</a:t>
            </a:r>
            <a:r>
              <a:rPr lang="en-IN" sz="2000" dirty="0">
                <a:solidFill>
                  <a:srgbClr val="121212"/>
                </a:solidFill>
                <a:latin typeface="Bahnschrift SemiLight" panose="020B0502040204020203" pitchFamily="34" charset="0"/>
                <a:cs typeface="Poppins Medium" panose="00000600000000000000" pitchFamily="50" charset="0"/>
              </a:rPr>
              <a:t> </a:t>
            </a:r>
          </a:p>
          <a:p>
            <a:r>
              <a:rPr lang="en-IN" sz="2000" dirty="0" err="1">
                <a:solidFill>
                  <a:srgbClr val="121212"/>
                </a:solidFill>
                <a:latin typeface="Bahnschrift SemiLight" panose="020B0502040204020203" pitchFamily="34" charset="0"/>
                <a:cs typeface="Poppins Medium" panose="00000600000000000000" pitchFamily="50" charset="0"/>
              </a:rPr>
              <a:t>dụng</a:t>
            </a:r>
            <a:endParaRPr lang="en-IN" sz="2000" dirty="0">
              <a:solidFill>
                <a:srgbClr val="121212"/>
              </a:solidFill>
              <a:latin typeface="Bahnschrift SemiLight" panose="020B0502040204020203" pitchFamily="34" charset="0"/>
              <a:cs typeface="Poppins Medium" panose="00000600000000000000" pitchFamily="50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854E6CB-77B8-567B-68DE-AB9C0F4D406F}"/>
              </a:ext>
            </a:extLst>
          </p:cNvPr>
          <p:cNvGrpSpPr/>
          <p:nvPr/>
        </p:nvGrpSpPr>
        <p:grpSpPr>
          <a:xfrm>
            <a:off x="400078" y="221673"/>
            <a:ext cx="361410" cy="70427"/>
            <a:chOff x="249382" y="221673"/>
            <a:chExt cx="234616" cy="45719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F1F539B-815D-4897-DA4B-6C23FC8FD50D}"/>
                </a:ext>
              </a:extLst>
            </p:cNvPr>
            <p:cNvSpPr/>
            <p:nvPr/>
          </p:nvSpPr>
          <p:spPr>
            <a:xfrm>
              <a:off x="249382" y="22167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DE1B71B-B848-6E1E-A7EE-BB19C4B7B39A}"/>
                </a:ext>
              </a:extLst>
            </p:cNvPr>
            <p:cNvSpPr/>
            <p:nvPr/>
          </p:nvSpPr>
          <p:spPr>
            <a:xfrm>
              <a:off x="344632" y="22167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B66F467-A57E-12EF-C92E-975046DABF4F}"/>
                </a:ext>
              </a:extLst>
            </p:cNvPr>
            <p:cNvSpPr/>
            <p:nvPr/>
          </p:nvSpPr>
          <p:spPr>
            <a:xfrm>
              <a:off x="438279" y="221673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0" name="TextBox 29">
            <a:hlinkClick r:id="rId2" action="ppaction://hlinksldjump"/>
            <a:extLst>
              <a:ext uri="{FF2B5EF4-FFF2-40B4-BE49-F238E27FC236}">
                <a16:creationId xmlns:a16="http://schemas.microsoft.com/office/drawing/2014/main" id="{78B9B725-4F32-F58D-775C-477B58D2BAA8}"/>
              </a:ext>
            </a:extLst>
          </p:cNvPr>
          <p:cNvSpPr txBox="1"/>
          <p:nvPr/>
        </p:nvSpPr>
        <p:spPr>
          <a:xfrm>
            <a:off x="400078" y="1302714"/>
            <a:ext cx="14686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IN" sz="1200" dirty="0">
                <a:solidFill>
                  <a:srgbClr val="1ED760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About App</a:t>
            </a:r>
          </a:p>
        </p:txBody>
      </p:sp>
      <p:sp>
        <p:nvSpPr>
          <p:cNvPr id="31" name="Graphic 14">
            <a:hlinkClick r:id="rId2" action="ppaction://hlinksldjump"/>
            <a:extLst>
              <a:ext uri="{FF2B5EF4-FFF2-40B4-BE49-F238E27FC236}">
                <a16:creationId xmlns:a16="http://schemas.microsoft.com/office/drawing/2014/main" id="{E1071E19-2A7A-A82E-F377-1FE01F3C3ED9}"/>
              </a:ext>
            </a:extLst>
          </p:cNvPr>
          <p:cNvSpPr/>
          <p:nvPr/>
        </p:nvSpPr>
        <p:spPr>
          <a:xfrm>
            <a:off x="400079" y="1334031"/>
            <a:ext cx="205404" cy="204111"/>
          </a:xfrm>
          <a:custGeom>
            <a:avLst/>
            <a:gdLst>
              <a:gd name="connsiteX0" fmla="*/ 535467 w 535484"/>
              <a:gd name="connsiteY0" fmla="*/ 325659 h 532115"/>
              <a:gd name="connsiteX1" fmla="*/ 535467 w 535484"/>
              <a:gd name="connsiteY1" fmla="*/ 468764 h 532115"/>
              <a:gd name="connsiteX2" fmla="*/ 472362 w 535484"/>
              <a:gd name="connsiteY2" fmla="*/ 532084 h 532115"/>
              <a:gd name="connsiteX3" fmla="*/ 379443 w 535484"/>
              <a:gd name="connsiteY3" fmla="*/ 532084 h 532115"/>
              <a:gd name="connsiteX4" fmla="*/ 337191 w 535484"/>
              <a:gd name="connsiteY4" fmla="*/ 489882 h 532115"/>
              <a:gd name="connsiteX5" fmla="*/ 337191 w 535484"/>
              <a:gd name="connsiteY5" fmla="*/ 386429 h 532115"/>
              <a:gd name="connsiteX6" fmla="*/ 314400 w 535484"/>
              <a:gd name="connsiteY6" fmla="*/ 363555 h 532115"/>
              <a:gd name="connsiteX7" fmla="*/ 220852 w 535484"/>
              <a:gd name="connsiteY7" fmla="*/ 363555 h 532115"/>
              <a:gd name="connsiteX8" fmla="*/ 198393 w 535484"/>
              <a:gd name="connsiteY8" fmla="*/ 386114 h 532115"/>
              <a:gd name="connsiteX9" fmla="*/ 198393 w 535484"/>
              <a:gd name="connsiteY9" fmla="*/ 489567 h 532115"/>
              <a:gd name="connsiteX10" fmla="*/ 155825 w 535484"/>
              <a:gd name="connsiteY10" fmla="*/ 532084 h 532115"/>
              <a:gd name="connsiteX11" fmla="*/ 62277 w 535484"/>
              <a:gd name="connsiteY11" fmla="*/ 532084 h 532115"/>
              <a:gd name="connsiteX12" fmla="*/ 83 w 535484"/>
              <a:gd name="connsiteY12" fmla="*/ 469691 h 532115"/>
              <a:gd name="connsiteX13" fmla="*/ 0 w 535484"/>
              <a:gd name="connsiteY13" fmla="*/ 179772 h 532115"/>
              <a:gd name="connsiteX14" fmla="*/ 22277 w 535484"/>
              <a:gd name="connsiteY14" fmla="*/ 140584 h 532115"/>
              <a:gd name="connsiteX15" fmla="*/ 245448 w 535484"/>
              <a:gd name="connsiteY15" fmla="*/ 6737 h 532115"/>
              <a:gd name="connsiteX16" fmla="*/ 289854 w 535484"/>
              <a:gd name="connsiteY16" fmla="*/ 6605 h 532115"/>
              <a:gd name="connsiteX17" fmla="*/ 514548 w 535484"/>
              <a:gd name="connsiteY17" fmla="*/ 141412 h 532115"/>
              <a:gd name="connsiteX18" fmla="*/ 535484 w 535484"/>
              <a:gd name="connsiteY18" fmla="*/ 178844 h 532115"/>
              <a:gd name="connsiteX19" fmla="*/ 535451 w 535484"/>
              <a:gd name="connsiteY19" fmla="*/ 325676 h 53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35484" h="532115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 w="1651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3" name="TextBox 32">
            <a:hlinkClick r:id="rId3" action="ppaction://hlinksldjump"/>
            <a:extLst>
              <a:ext uri="{FF2B5EF4-FFF2-40B4-BE49-F238E27FC236}">
                <a16:creationId xmlns:a16="http://schemas.microsoft.com/office/drawing/2014/main" id="{4C841A33-0344-367B-3F3B-B89836E66783}"/>
              </a:ext>
            </a:extLst>
          </p:cNvPr>
          <p:cNvSpPr txBox="1"/>
          <p:nvPr/>
        </p:nvSpPr>
        <p:spPr>
          <a:xfrm>
            <a:off x="869323" y="889404"/>
            <a:ext cx="8114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About Me</a:t>
            </a:r>
          </a:p>
        </p:txBody>
      </p:sp>
      <p:sp>
        <p:nvSpPr>
          <p:cNvPr id="34" name="Graphic 19">
            <a:hlinkClick r:id="rId3" action="ppaction://hlinksldjump"/>
            <a:extLst>
              <a:ext uri="{FF2B5EF4-FFF2-40B4-BE49-F238E27FC236}">
                <a16:creationId xmlns:a16="http://schemas.microsoft.com/office/drawing/2014/main" id="{0288DE96-B614-1A3A-04BD-2541DB91C33A}"/>
              </a:ext>
            </a:extLst>
          </p:cNvPr>
          <p:cNvSpPr/>
          <p:nvPr/>
        </p:nvSpPr>
        <p:spPr>
          <a:xfrm>
            <a:off x="406140" y="892951"/>
            <a:ext cx="197120" cy="204111"/>
          </a:xfrm>
          <a:custGeom>
            <a:avLst/>
            <a:gdLst>
              <a:gd name="connsiteX0" fmla="*/ 3715304 w 3788950"/>
              <a:gd name="connsiteY0" fmla="*/ 3556921 h 3923333"/>
              <a:gd name="connsiteX1" fmla="*/ 2822431 w 3788950"/>
              <a:gd name="connsiteY1" fmla="*/ 2629852 h 3923333"/>
              <a:gd name="connsiteX2" fmla="*/ 2820430 w 3788950"/>
              <a:gd name="connsiteY2" fmla="*/ 2571845 h 3923333"/>
              <a:gd name="connsiteX3" fmla="*/ 3065128 w 3788950"/>
              <a:gd name="connsiteY3" fmla="*/ 2146459 h 3923333"/>
              <a:gd name="connsiteX4" fmla="*/ 3148186 w 3788950"/>
              <a:gd name="connsiteY4" fmla="*/ 1330071 h 3923333"/>
              <a:gd name="connsiteX5" fmla="*/ 2612214 w 3788950"/>
              <a:gd name="connsiteY5" fmla="*/ 381476 h 3923333"/>
              <a:gd name="connsiteX6" fmla="*/ 1888600 w 3788950"/>
              <a:gd name="connsiteY6" fmla="*/ 29432 h 3923333"/>
              <a:gd name="connsiteX7" fmla="*/ 1718483 w 3788950"/>
              <a:gd name="connsiteY7" fmla="*/ 0 h 3923333"/>
              <a:gd name="connsiteX8" fmla="*/ 1695528 w 3788950"/>
              <a:gd name="connsiteY8" fmla="*/ 0 h 3923333"/>
              <a:gd name="connsiteX9" fmla="*/ 1672573 w 3788950"/>
              <a:gd name="connsiteY9" fmla="*/ 3905 h 3923333"/>
              <a:gd name="connsiteX10" fmla="*/ 1649617 w 3788950"/>
              <a:gd name="connsiteY10" fmla="*/ 0 h 3923333"/>
              <a:gd name="connsiteX11" fmla="*/ 1511695 w 3788950"/>
              <a:gd name="connsiteY11" fmla="*/ 0 h 3923333"/>
              <a:gd name="connsiteX12" fmla="*/ 1495312 w 3788950"/>
              <a:gd name="connsiteY12" fmla="*/ 3905 h 3923333"/>
              <a:gd name="connsiteX13" fmla="*/ 1482073 w 3788950"/>
              <a:gd name="connsiteY13" fmla="*/ 3905 h 3923333"/>
              <a:gd name="connsiteX14" fmla="*/ 1465690 w 3788950"/>
              <a:gd name="connsiteY14" fmla="*/ 0 h 3923333"/>
              <a:gd name="connsiteX15" fmla="*/ 1442734 w 3788950"/>
              <a:gd name="connsiteY15" fmla="*/ 0 h 3923333"/>
              <a:gd name="connsiteX16" fmla="*/ 1374726 w 3788950"/>
              <a:gd name="connsiteY16" fmla="*/ 14288 h 3923333"/>
              <a:gd name="connsiteX17" fmla="*/ 686926 w 3788950"/>
              <a:gd name="connsiteY17" fmla="*/ 281369 h 3923333"/>
              <a:gd name="connsiteX18" fmla="*/ 143429 w 3788950"/>
              <a:gd name="connsiteY18" fmla="*/ 930402 h 3923333"/>
              <a:gd name="connsiteX19" fmla="*/ 20366 w 3788950"/>
              <a:gd name="connsiteY19" fmla="*/ 1830229 h 3923333"/>
              <a:gd name="connsiteX20" fmla="*/ 534145 w 3788950"/>
              <a:gd name="connsiteY20" fmla="*/ 2766251 h 3923333"/>
              <a:gd name="connsiteX21" fmla="*/ 1337102 w 3788950"/>
              <a:gd name="connsiteY21" fmla="*/ 3148298 h 3923333"/>
              <a:gd name="connsiteX22" fmla="*/ 2460385 w 3788950"/>
              <a:gd name="connsiteY22" fmla="*/ 2901791 h 3923333"/>
              <a:gd name="connsiteX23" fmla="*/ 2519059 w 3788950"/>
              <a:gd name="connsiteY23" fmla="*/ 2908364 h 3923333"/>
              <a:gd name="connsiteX24" fmla="*/ 3416219 w 3788950"/>
              <a:gd name="connsiteY24" fmla="*/ 3842004 h 3923333"/>
              <a:gd name="connsiteX25" fmla="*/ 3449461 w 3788950"/>
              <a:gd name="connsiteY25" fmla="*/ 3873722 h 3923333"/>
              <a:gd name="connsiteX26" fmla="*/ 3761786 w 3788950"/>
              <a:gd name="connsiteY26" fmla="*/ 3818192 h 3923333"/>
              <a:gd name="connsiteX27" fmla="*/ 3715400 w 3788950"/>
              <a:gd name="connsiteY27" fmla="*/ 3557016 h 3923333"/>
              <a:gd name="connsiteX28" fmla="*/ 1586086 w 3788950"/>
              <a:gd name="connsiteY28" fmla="*/ 2754535 h 3923333"/>
              <a:gd name="connsiteX29" fmla="*/ 414701 w 3788950"/>
              <a:gd name="connsiteY29" fmla="*/ 1584389 h 3923333"/>
              <a:gd name="connsiteX30" fmla="*/ 1585609 w 3788950"/>
              <a:gd name="connsiteY30" fmla="*/ 413480 h 3923333"/>
              <a:gd name="connsiteX31" fmla="*/ 2754803 w 3788950"/>
              <a:gd name="connsiteY31" fmla="*/ 1585817 h 3923333"/>
              <a:gd name="connsiteX32" fmla="*/ 1586086 w 3788950"/>
              <a:gd name="connsiteY32" fmla="*/ 2754440 h 3923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788950" h="3923333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35" name="TextBox 34">
            <a:hlinkClick r:id="rId4" action="ppaction://hlinksldjump"/>
            <a:extLst>
              <a:ext uri="{FF2B5EF4-FFF2-40B4-BE49-F238E27FC236}">
                <a16:creationId xmlns:a16="http://schemas.microsoft.com/office/drawing/2014/main" id="{3327801B-B0F2-24D7-0A23-AEFF61D3C661}"/>
              </a:ext>
            </a:extLst>
          </p:cNvPr>
          <p:cNvSpPr txBox="1"/>
          <p:nvPr/>
        </p:nvSpPr>
        <p:spPr>
          <a:xfrm>
            <a:off x="869323" y="1751789"/>
            <a:ext cx="16658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Kế Hoạch Phát Triển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F747199-B85E-DECF-EE24-049EE98E3162}"/>
              </a:ext>
            </a:extLst>
          </p:cNvPr>
          <p:cNvGrpSpPr/>
          <p:nvPr/>
        </p:nvGrpSpPr>
        <p:grpSpPr>
          <a:xfrm>
            <a:off x="431322" y="1774245"/>
            <a:ext cx="177294" cy="204783"/>
            <a:chOff x="431322" y="1764517"/>
            <a:chExt cx="177294" cy="204783"/>
          </a:xfrm>
        </p:grpSpPr>
        <p:sp>
          <p:nvSpPr>
            <p:cNvPr id="39" name="Freeform: Shape 38">
              <a:hlinkClick r:id="rId4" action="ppaction://hlinksldjump"/>
              <a:extLst>
                <a:ext uri="{FF2B5EF4-FFF2-40B4-BE49-F238E27FC236}">
                  <a16:creationId xmlns:a16="http://schemas.microsoft.com/office/drawing/2014/main" id="{EED6C8B0-0CD6-D1C0-9340-C0D22948EEFC}"/>
                </a:ext>
              </a:extLst>
            </p:cNvPr>
            <p:cNvSpPr/>
            <p:nvPr/>
          </p:nvSpPr>
          <p:spPr>
            <a:xfrm>
              <a:off x="431322" y="1765205"/>
              <a:ext cx="15953" cy="203670"/>
            </a:xfrm>
            <a:custGeom>
              <a:avLst/>
              <a:gdLst>
                <a:gd name="connsiteX0" fmla="*/ 42232 w 84464"/>
                <a:gd name="connsiteY0" fmla="*/ 0 h 1078327"/>
                <a:gd name="connsiteX1" fmla="*/ 84464 w 84464"/>
                <a:gd name="connsiteY1" fmla="*/ 42232 h 1078327"/>
                <a:gd name="connsiteX2" fmla="*/ 84464 w 84464"/>
                <a:gd name="connsiteY2" fmla="*/ 1036095 h 1078327"/>
                <a:gd name="connsiteX3" fmla="*/ 42232 w 84464"/>
                <a:gd name="connsiteY3" fmla="*/ 1078327 h 1078327"/>
                <a:gd name="connsiteX4" fmla="*/ 42232 w 84464"/>
                <a:gd name="connsiteY4" fmla="*/ 1078327 h 1078327"/>
                <a:gd name="connsiteX5" fmla="*/ 0 w 84464"/>
                <a:gd name="connsiteY5" fmla="*/ 1036095 h 1078327"/>
                <a:gd name="connsiteX6" fmla="*/ 0 w 84464"/>
                <a:gd name="connsiteY6" fmla="*/ 42232 h 1078327"/>
                <a:gd name="connsiteX7" fmla="*/ 42232 w 84464"/>
                <a:gd name="connsiteY7" fmla="*/ 0 h 107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464" h="1078327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 w="560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0" name="Freeform: Shape 39">
              <a:hlinkClick r:id="rId4" action="ppaction://hlinksldjump"/>
              <a:extLst>
                <a:ext uri="{FF2B5EF4-FFF2-40B4-BE49-F238E27FC236}">
                  <a16:creationId xmlns:a16="http://schemas.microsoft.com/office/drawing/2014/main" id="{48E14C27-5CB6-AD51-CE92-C6FCB819BB48}"/>
                </a:ext>
              </a:extLst>
            </p:cNvPr>
            <p:cNvSpPr/>
            <p:nvPr/>
          </p:nvSpPr>
          <p:spPr>
            <a:xfrm>
              <a:off x="469291" y="1765205"/>
              <a:ext cx="15953" cy="203670"/>
            </a:xfrm>
            <a:custGeom>
              <a:avLst/>
              <a:gdLst>
                <a:gd name="connsiteX0" fmla="*/ 42232 w 84464"/>
                <a:gd name="connsiteY0" fmla="*/ 0 h 1078327"/>
                <a:gd name="connsiteX1" fmla="*/ 84464 w 84464"/>
                <a:gd name="connsiteY1" fmla="*/ 42232 h 1078327"/>
                <a:gd name="connsiteX2" fmla="*/ 84464 w 84464"/>
                <a:gd name="connsiteY2" fmla="*/ 1036095 h 1078327"/>
                <a:gd name="connsiteX3" fmla="*/ 42232 w 84464"/>
                <a:gd name="connsiteY3" fmla="*/ 1078327 h 1078327"/>
                <a:gd name="connsiteX4" fmla="*/ 42232 w 84464"/>
                <a:gd name="connsiteY4" fmla="*/ 1078327 h 1078327"/>
                <a:gd name="connsiteX5" fmla="*/ 0 w 84464"/>
                <a:gd name="connsiteY5" fmla="*/ 1036095 h 1078327"/>
                <a:gd name="connsiteX6" fmla="*/ 0 w 84464"/>
                <a:gd name="connsiteY6" fmla="*/ 42232 h 1078327"/>
                <a:gd name="connsiteX7" fmla="*/ 42232 w 84464"/>
                <a:gd name="connsiteY7" fmla="*/ 0 h 107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464" h="1078327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 w="560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1" name="Freeform: Shape 40">
              <a:hlinkClick r:id="rId4" action="ppaction://hlinksldjump"/>
              <a:extLst>
                <a:ext uri="{FF2B5EF4-FFF2-40B4-BE49-F238E27FC236}">
                  <a16:creationId xmlns:a16="http://schemas.microsoft.com/office/drawing/2014/main" id="{51ED92EA-2C84-7DBB-F464-36112F994E32}"/>
                </a:ext>
              </a:extLst>
            </p:cNvPr>
            <p:cNvSpPr/>
            <p:nvPr/>
          </p:nvSpPr>
          <p:spPr>
            <a:xfrm>
              <a:off x="509599" y="1764517"/>
              <a:ext cx="99017" cy="204783"/>
            </a:xfrm>
            <a:custGeom>
              <a:avLst/>
              <a:gdLst>
                <a:gd name="connsiteX0" fmla="*/ 482010 w 524241"/>
                <a:gd name="connsiteY0" fmla="*/ 1083659 h 1084222"/>
                <a:gd name="connsiteX1" fmla="*/ 42232 w 524241"/>
                <a:gd name="connsiteY1" fmla="*/ 1083659 h 1084222"/>
                <a:gd name="connsiteX2" fmla="*/ 0 w 524241"/>
                <a:gd name="connsiteY2" fmla="*/ 1041427 h 1084222"/>
                <a:gd name="connsiteX3" fmla="*/ 0 w 524241"/>
                <a:gd name="connsiteY3" fmla="*/ 41933 h 1084222"/>
                <a:gd name="connsiteX4" fmla="*/ 19708 w 524241"/>
                <a:gd name="connsiteY4" fmla="*/ 6458 h 1084222"/>
                <a:gd name="connsiteX5" fmla="*/ 60251 w 524241"/>
                <a:gd name="connsiteY5" fmla="*/ 4206 h 1084222"/>
                <a:gd name="connsiteX6" fmla="*/ 500029 w 524241"/>
                <a:gd name="connsiteY6" fmla="*/ 213114 h 1084222"/>
                <a:gd name="connsiteX7" fmla="*/ 524242 w 524241"/>
                <a:gd name="connsiteY7" fmla="*/ 251405 h 1084222"/>
                <a:gd name="connsiteX8" fmla="*/ 524242 w 524241"/>
                <a:gd name="connsiteY8" fmla="*/ 1041990 h 1084222"/>
                <a:gd name="connsiteX9" fmla="*/ 482010 w 524241"/>
                <a:gd name="connsiteY9" fmla="*/ 1084222 h 1084222"/>
                <a:gd name="connsiteX10" fmla="*/ 84464 w 524241"/>
                <a:gd name="connsiteY10" fmla="*/ 999195 h 1084222"/>
                <a:gd name="connsiteX11" fmla="*/ 439777 w 524241"/>
                <a:gd name="connsiteY11" fmla="*/ 999195 h 1084222"/>
                <a:gd name="connsiteX12" fmla="*/ 439777 w 524241"/>
                <a:gd name="connsiteY12" fmla="*/ 277307 h 1084222"/>
                <a:gd name="connsiteX13" fmla="*/ 84464 w 524241"/>
                <a:gd name="connsiteY13" fmla="*/ 108941 h 1084222"/>
                <a:gd name="connsiteX14" fmla="*/ 84464 w 524241"/>
                <a:gd name="connsiteY14" fmla="*/ 999195 h 108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24241" h="1084222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 w="560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sp>
        <p:nvSpPr>
          <p:cNvPr id="42" name="TextBox 41">
            <a:hlinkClick r:id="rId5" action="ppaction://hlinksldjump"/>
            <a:extLst>
              <a:ext uri="{FF2B5EF4-FFF2-40B4-BE49-F238E27FC236}">
                <a16:creationId xmlns:a16="http://schemas.microsoft.com/office/drawing/2014/main" id="{B283338D-7A4E-CFB3-7168-574C83B69E82}"/>
              </a:ext>
            </a:extLst>
          </p:cNvPr>
          <p:cNvSpPr txBox="1"/>
          <p:nvPr/>
        </p:nvSpPr>
        <p:spPr>
          <a:xfrm>
            <a:off x="869323" y="2239786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Demo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DB03458-BF63-B5A4-017D-B1D7964EA9F6}"/>
              </a:ext>
            </a:extLst>
          </p:cNvPr>
          <p:cNvGrpSpPr/>
          <p:nvPr/>
        </p:nvGrpSpPr>
        <p:grpSpPr>
          <a:xfrm>
            <a:off x="431322" y="2253685"/>
            <a:ext cx="203670" cy="203670"/>
            <a:chOff x="431322" y="2214773"/>
            <a:chExt cx="203670" cy="203670"/>
          </a:xfrm>
        </p:grpSpPr>
        <p:sp>
          <p:nvSpPr>
            <p:cNvPr id="44" name="Rectangle: Rounded Corners 43">
              <a:hlinkClick r:id="rId5" action="ppaction://hlinksldjump"/>
              <a:extLst>
                <a:ext uri="{FF2B5EF4-FFF2-40B4-BE49-F238E27FC236}">
                  <a16:creationId xmlns:a16="http://schemas.microsoft.com/office/drawing/2014/main" id="{2E2D34AB-CD79-0F32-67D6-5F627D28959F}"/>
                </a:ext>
              </a:extLst>
            </p:cNvPr>
            <p:cNvSpPr/>
            <p:nvPr/>
          </p:nvSpPr>
          <p:spPr>
            <a:xfrm>
              <a:off x="431322" y="2214773"/>
              <a:ext cx="203670" cy="203670"/>
            </a:xfrm>
            <a:prstGeom prst="roundRect">
              <a:avLst>
                <a:gd name="adj" fmla="val 12600"/>
              </a:avLst>
            </a:prstGeom>
            <a:solidFill>
              <a:srgbClr val="C1C1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45" name="Graphic 44" descr="Add with solid fill">
              <a:hlinkClick r:id="rId5" action="ppaction://hlinksldjump"/>
              <a:extLst>
                <a:ext uri="{FF2B5EF4-FFF2-40B4-BE49-F238E27FC236}">
                  <a16:creationId xmlns:a16="http://schemas.microsoft.com/office/drawing/2014/main" id="{97341AE1-4313-5378-BC1C-2689A9491F4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72263" y="2255714"/>
              <a:ext cx="121788" cy="121788"/>
            </a:xfrm>
            <a:prstGeom prst="rect">
              <a:avLst/>
            </a:prstGeom>
          </p:spPr>
        </p:pic>
      </p:grpSp>
      <p:sp>
        <p:nvSpPr>
          <p:cNvPr id="46" name="TextBox 45">
            <a:hlinkClick r:id="rId5" action="ppaction://hlinksldjump"/>
            <a:extLst>
              <a:ext uri="{FF2B5EF4-FFF2-40B4-BE49-F238E27FC236}">
                <a16:creationId xmlns:a16="http://schemas.microsoft.com/office/drawing/2014/main" id="{2E3ED816-B76C-7C9C-3D00-0A7EE014ED92}"/>
              </a:ext>
            </a:extLst>
          </p:cNvPr>
          <p:cNvSpPr txBox="1"/>
          <p:nvPr/>
        </p:nvSpPr>
        <p:spPr>
          <a:xfrm>
            <a:off x="876017" y="2751252"/>
            <a:ext cx="12955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Microsoft PhagsPa" panose="020B0502040204020203" pitchFamily="34" charset="0"/>
                <a:cs typeface="Poppins Medium" panose="00000600000000000000" pitchFamily="50" charset="0"/>
              </a:rPr>
              <a:t>Ưu Nhược Điểm</a:t>
            </a:r>
          </a:p>
        </p:txBody>
      </p:sp>
      <p:sp>
        <p:nvSpPr>
          <p:cNvPr id="47" name="Freeform: Shape 46">
            <a:hlinkClick r:id="rId5" action="ppaction://hlinksldjump"/>
            <a:extLst>
              <a:ext uri="{FF2B5EF4-FFF2-40B4-BE49-F238E27FC236}">
                <a16:creationId xmlns:a16="http://schemas.microsoft.com/office/drawing/2014/main" id="{30AF604F-07AF-D889-C974-8815F284248A}"/>
              </a:ext>
            </a:extLst>
          </p:cNvPr>
          <p:cNvSpPr/>
          <p:nvPr/>
        </p:nvSpPr>
        <p:spPr>
          <a:xfrm>
            <a:off x="446053" y="2760578"/>
            <a:ext cx="154752" cy="204786"/>
          </a:xfrm>
          <a:custGeom>
            <a:avLst/>
            <a:gdLst>
              <a:gd name="connsiteX0" fmla="*/ 467584 w 469298"/>
              <a:gd name="connsiteY0" fmla="*/ 62389 h 621030"/>
              <a:gd name="connsiteX1" fmla="*/ 394242 w 469298"/>
              <a:gd name="connsiteY1" fmla="*/ 0 h 621030"/>
              <a:gd name="connsiteX2" fmla="*/ 75059 w 469298"/>
              <a:gd name="connsiteY2" fmla="*/ 191 h 621030"/>
              <a:gd name="connsiteX3" fmla="*/ 51913 w 469298"/>
              <a:gd name="connsiteY3" fmla="*/ 3715 h 621030"/>
              <a:gd name="connsiteX4" fmla="*/ 1240 w 469298"/>
              <a:gd name="connsiteY4" fmla="*/ 65342 h 621030"/>
              <a:gd name="connsiteX5" fmla="*/ 192 w 469298"/>
              <a:gd name="connsiteY5" fmla="*/ 96203 h 621030"/>
              <a:gd name="connsiteX6" fmla="*/ 192 w 469298"/>
              <a:gd name="connsiteY6" fmla="*/ 590455 h 621030"/>
              <a:gd name="connsiteX7" fmla="*/ 22671 w 469298"/>
              <a:gd name="connsiteY7" fmla="*/ 621030 h 621030"/>
              <a:gd name="connsiteX8" fmla="*/ 32387 w 469298"/>
              <a:gd name="connsiteY8" fmla="*/ 621030 h 621030"/>
              <a:gd name="connsiteX9" fmla="*/ 46674 w 469298"/>
              <a:gd name="connsiteY9" fmla="*/ 615315 h 621030"/>
              <a:gd name="connsiteX10" fmla="*/ 61819 w 469298"/>
              <a:gd name="connsiteY10" fmla="*/ 604171 h 621030"/>
              <a:gd name="connsiteX11" fmla="*/ 227364 w 469298"/>
              <a:gd name="connsiteY11" fmla="*/ 479965 h 621030"/>
              <a:gd name="connsiteX12" fmla="*/ 242223 w 469298"/>
              <a:gd name="connsiteY12" fmla="*/ 479774 h 621030"/>
              <a:gd name="connsiteX13" fmla="*/ 420912 w 469298"/>
              <a:gd name="connsiteY13" fmla="*/ 613791 h 621030"/>
              <a:gd name="connsiteX14" fmla="*/ 435866 w 469298"/>
              <a:gd name="connsiteY14" fmla="*/ 621030 h 621030"/>
              <a:gd name="connsiteX15" fmla="*/ 445581 w 469298"/>
              <a:gd name="connsiteY15" fmla="*/ 621030 h 621030"/>
              <a:gd name="connsiteX16" fmla="*/ 469299 w 469298"/>
              <a:gd name="connsiteY16" fmla="*/ 592265 h 621030"/>
              <a:gd name="connsiteX17" fmla="*/ 469299 w 469298"/>
              <a:gd name="connsiteY17" fmla="*/ 588645 h 621030"/>
              <a:gd name="connsiteX18" fmla="*/ 469299 w 469298"/>
              <a:gd name="connsiteY18" fmla="*/ 79915 h 621030"/>
              <a:gd name="connsiteX19" fmla="*/ 467679 w 469298"/>
              <a:gd name="connsiteY19" fmla="*/ 62484 h 621030"/>
              <a:gd name="connsiteX20" fmla="*/ 415292 w 469298"/>
              <a:gd name="connsiteY20" fmla="*/ 543211 h 621030"/>
              <a:gd name="connsiteX21" fmla="*/ 319470 w 469298"/>
              <a:gd name="connsiteY21" fmla="*/ 471297 h 621030"/>
              <a:gd name="connsiteX22" fmla="*/ 253176 w 469298"/>
              <a:gd name="connsiteY22" fmla="*/ 421577 h 621030"/>
              <a:gd name="connsiteX23" fmla="*/ 216315 w 469298"/>
              <a:gd name="connsiteY23" fmla="*/ 421577 h 621030"/>
              <a:gd name="connsiteX24" fmla="*/ 59438 w 469298"/>
              <a:gd name="connsiteY24" fmla="*/ 539211 h 621030"/>
              <a:gd name="connsiteX25" fmla="*/ 55152 w 469298"/>
              <a:gd name="connsiteY25" fmla="*/ 542354 h 621030"/>
              <a:gd name="connsiteX26" fmla="*/ 54009 w 469298"/>
              <a:gd name="connsiteY26" fmla="*/ 537877 h 621030"/>
              <a:gd name="connsiteX27" fmla="*/ 54009 w 469298"/>
              <a:gd name="connsiteY27" fmla="*/ 79915 h 621030"/>
              <a:gd name="connsiteX28" fmla="*/ 81536 w 469298"/>
              <a:gd name="connsiteY28" fmla="*/ 52388 h 621030"/>
              <a:gd name="connsiteX29" fmla="*/ 388050 w 469298"/>
              <a:gd name="connsiteY29" fmla="*/ 52388 h 621030"/>
              <a:gd name="connsiteX30" fmla="*/ 415578 w 469298"/>
              <a:gd name="connsiteY30" fmla="*/ 79915 h 621030"/>
              <a:gd name="connsiteX31" fmla="*/ 415578 w 469298"/>
              <a:gd name="connsiteY31" fmla="*/ 537877 h 621030"/>
              <a:gd name="connsiteX32" fmla="*/ 415387 w 469298"/>
              <a:gd name="connsiteY32" fmla="*/ 543020 h 621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469298" h="621030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8" name="TextBox 47">
            <a:hlinkClick r:id="rId8" action="ppaction://hlinksldjump"/>
            <a:extLst>
              <a:ext uri="{FF2B5EF4-FFF2-40B4-BE49-F238E27FC236}">
                <a16:creationId xmlns:a16="http://schemas.microsoft.com/office/drawing/2014/main" id="{2F0684EB-63E2-C3F6-F0C3-20981A8FB92E}"/>
              </a:ext>
            </a:extLst>
          </p:cNvPr>
          <p:cNvSpPr txBox="1"/>
          <p:nvPr/>
        </p:nvSpPr>
        <p:spPr>
          <a:xfrm>
            <a:off x="869323" y="3309423"/>
            <a:ext cx="17092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B4B5B2"/>
                </a:solidFill>
                <a:latin typeface="Poppins Medium" panose="00000600000000000000" pitchFamily="50" charset="0"/>
                <a:cs typeface="Poppins Medium" panose="00000600000000000000" pitchFamily="50" charset="0"/>
              </a:rPr>
              <a:t>Phát Triển Tương Lai</a:t>
            </a:r>
          </a:p>
        </p:txBody>
      </p:sp>
      <p:sp>
        <p:nvSpPr>
          <p:cNvPr id="49" name="Freeform: Shape 48">
            <a:hlinkClick r:id="rId8" action="ppaction://hlinksldjump"/>
            <a:extLst>
              <a:ext uri="{FF2B5EF4-FFF2-40B4-BE49-F238E27FC236}">
                <a16:creationId xmlns:a16="http://schemas.microsoft.com/office/drawing/2014/main" id="{4EA3D105-0CF6-399A-4FF1-92775C993632}"/>
              </a:ext>
            </a:extLst>
          </p:cNvPr>
          <p:cNvSpPr/>
          <p:nvPr/>
        </p:nvSpPr>
        <p:spPr>
          <a:xfrm>
            <a:off x="439826" y="3323112"/>
            <a:ext cx="177405" cy="205826"/>
          </a:xfrm>
          <a:custGeom>
            <a:avLst/>
            <a:gdLst>
              <a:gd name="connsiteX0" fmla="*/ 250564 w 254310"/>
              <a:gd name="connsiteY0" fmla="*/ 139515 h 299233"/>
              <a:gd name="connsiteX1" fmla="*/ 215595 w 254310"/>
              <a:gd name="connsiteY1" fmla="*/ 93041 h 299233"/>
              <a:gd name="connsiteX2" fmla="*/ 215466 w 254310"/>
              <a:gd name="connsiteY2" fmla="*/ 86609 h 299233"/>
              <a:gd name="connsiteX3" fmla="*/ 250434 w 254310"/>
              <a:gd name="connsiteY3" fmla="*/ 40135 h 299233"/>
              <a:gd name="connsiteX4" fmla="*/ 254190 w 254310"/>
              <a:gd name="connsiteY4" fmla="*/ 31631 h 299233"/>
              <a:gd name="connsiteX5" fmla="*/ 238001 w 254310"/>
              <a:gd name="connsiteY5" fmla="*/ 14924 h 299233"/>
              <a:gd name="connsiteX6" fmla="*/ 63353 w 254310"/>
              <a:gd name="connsiteY6" fmla="*/ 14967 h 299233"/>
              <a:gd name="connsiteX7" fmla="*/ 59360 w 254310"/>
              <a:gd name="connsiteY7" fmla="*/ 11923 h 299233"/>
              <a:gd name="connsiteX8" fmla="*/ 45999 w 254310"/>
              <a:gd name="connsiteY8" fmla="*/ 30 h 299233"/>
              <a:gd name="connsiteX9" fmla="*/ 30716 w 254310"/>
              <a:gd name="connsiteY9" fmla="*/ 9916 h 299233"/>
              <a:gd name="connsiteX10" fmla="*/ 29788 w 254310"/>
              <a:gd name="connsiteY10" fmla="*/ 17169 h 299233"/>
              <a:gd name="connsiteX11" fmla="*/ 29788 w 254310"/>
              <a:gd name="connsiteY11" fmla="*/ 140615 h 299233"/>
              <a:gd name="connsiteX12" fmla="*/ 29788 w 254310"/>
              <a:gd name="connsiteY12" fmla="*/ 156049 h 299233"/>
              <a:gd name="connsiteX13" fmla="*/ 29853 w 254310"/>
              <a:gd name="connsiteY13" fmla="*/ 265811 h 299233"/>
              <a:gd name="connsiteX14" fmla="*/ 26205 w 254310"/>
              <a:gd name="connsiteY14" fmla="*/ 269437 h 299233"/>
              <a:gd name="connsiteX15" fmla="*/ 14290 w 254310"/>
              <a:gd name="connsiteY15" fmla="*/ 269437 h 299233"/>
              <a:gd name="connsiteX16" fmla="*/ 0 w 254310"/>
              <a:gd name="connsiteY16" fmla="*/ 284180 h 299233"/>
              <a:gd name="connsiteX17" fmla="*/ 14052 w 254310"/>
              <a:gd name="connsiteY17" fmla="*/ 299095 h 299233"/>
              <a:gd name="connsiteX18" fmla="*/ 75420 w 254310"/>
              <a:gd name="connsiteY18" fmla="*/ 299095 h 299233"/>
              <a:gd name="connsiteX19" fmla="*/ 89752 w 254310"/>
              <a:gd name="connsiteY19" fmla="*/ 284331 h 299233"/>
              <a:gd name="connsiteX20" fmla="*/ 75182 w 254310"/>
              <a:gd name="connsiteY20" fmla="*/ 269415 h 299233"/>
              <a:gd name="connsiteX21" fmla="*/ 63267 w 254310"/>
              <a:gd name="connsiteY21" fmla="*/ 269437 h 299233"/>
              <a:gd name="connsiteX22" fmla="*/ 59706 w 254310"/>
              <a:gd name="connsiteY22" fmla="*/ 265746 h 299233"/>
              <a:gd name="connsiteX23" fmla="*/ 59706 w 254310"/>
              <a:gd name="connsiteY23" fmla="*/ 168245 h 299233"/>
              <a:gd name="connsiteX24" fmla="*/ 63440 w 254310"/>
              <a:gd name="connsiteY24" fmla="*/ 164381 h 299233"/>
              <a:gd name="connsiteX25" fmla="*/ 235994 w 254310"/>
              <a:gd name="connsiteY25" fmla="*/ 164467 h 299233"/>
              <a:gd name="connsiteX26" fmla="*/ 240548 w 254310"/>
              <a:gd name="connsiteY26" fmla="*/ 164381 h 299233"/>
              <a:gd name="connsiteX27" fmla="*/ 250823 w 254310"/>
              <a:gd name="connsiteY27" fmla="*/ 159092 h 299233"/>
              <a:gd name="connsiteX28" fmla="*/ 250542 w 254310"/>
              <a:gd name="connsiteY28" fmla="*/ 139471 h 299233"/>
              <a:gd name="connsiteX29" fmla="*/ 228374 w 254310"/>
              <a:gd name="connsiteY29" fmla="*/ 147091 h 299233"/>
              <a:gd name="connsiteX30" fmla="*/ 69311 w 254310"/>
              <a:gd name="connsiteY30" fmla="*/ 147091 h 299233"/>
              <a:gd name="connsiteX31" fmla="*/ 59749 w 254310"/>
              <a:gd name="connsiteY31" fmla="*/ 138349 h 299233"/>
              <a:gd name="connsiteX32" fmla="*/ 59749 w 254310"/>
              <a:gd name="connsiteY32" fmla="*/ 40999 h 299233"/>
              <a:gd name="connsiteX33" fmla="*/ 69311 w 254310"/>
              <a:gd name="connsiteY33" fmla="*/ 32257 h 299233"/>
              <a:gd name="connsiteX34" fmla="*/ 228374 w 254310"/>
              <a:gd name="connsiteY34" fmla="*/ 32257 h 299233"/>
              <a:gd name="connsiteX35" fmla="*/ 230166 w 254310"/>
              <a:gd name="connsiteY35" fmla="*/ 32321 h 299233"/>
              <a:gd name="connsiteX36" fmla="*/ 205191 w 254310"/>
              <a:gd name="connsiteY36" fmla="*/ 62757 h 299233"/>
              <a:gd name="connsiteX37" fmla="*/ 187901 w 254310"/>
              <a:gd name="connsiteY37" fmla="*/ 83824 h 299233"/>
              <a:gd name="connsiteX38" fmla="*/ 187901 w 254310"/>
              <a:gd name="connsiteY38" fmla="*/ 95524 h 299233"/>
              <a:gd name="connsiteX39" fmla="*/ 228763 w 254310"/>
              <a:gd name="connsiteY39" fmla="*/ 145343 h 299233"/>
              <a:gd name="connsiteX40" fmla="*/ 229842 w 254310"/>
              <a:gd name="connsiteY40" fmla="*/ 146702 h 299233"/>
              <a:gd name="connsiteX41" fmla="*/ 228309 w 254310"/>
              <a:gd name="connsiteY41" fmla="*/ 147069 h 299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54310" h="299233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 w="2099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pic>
        <p:nvPicPr>
          <p:cNvPr id="50" name="Picture Placeholder 73" descr="A picture containing text, bottle&#10;&#10;Description automatically generated">
            <a:extLst>
              <a:ext uri="{FF2B5EF4-FFF2-40B4-BE49-F238E27FC236}">
                <a16:creationId xmlns:a16="http://schemas.microsoft.com/office/drawing/2014/main" id="{211DFA3B-1E31-C177-7C37-A5073127A86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31" r="13931"/>
          <a:stretch>
            <a:fillRect/>
          </a:stretch>
        </p:blipFill>
        <p:spPr>
          <a:xfrm>
            <a:off x="4474723" y="3793786"/>
            <a:ext cx="992222" cy="870711"/>
          </a:xfrm>
        </p:spPr>
      </p:pic>
      <p:pic>
        <p:nvPicPr>
          <p:cNvPr id="51" name="Picture Placeholder 81" descr="A picture containing dart, projectile, pinwheel, gazania&#10;&#10;Description automatically generated">
            <a:extLst>
              <a:ext uri="{FF2B5EF4-FFF2-40B4-BE49-F238E27FC236}">
                <a16:creationId xmlns:a16="http://schemas.microsoft.com/office/drawing/2014/main" id="{664BCB8C-2CCF-F63B-B7D0-67AE29BC66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97" r="13997"/>
          <a:stretch>
            <a:fillRect/>
          </a:stretch>
        </p:blipFill>
        <p:spPr>
          <a:xfrm>
            <a:off x="10704055" y="3793786"/>
            <a:ext cx="1096918" cy="931382"/>
          </a:xfrm>
          <a:custGeom>
            <a:avLst/>
            <a:gdLst>
              <a:gd name="connsiteX0" fmla="*/ 572712 w 1115604"/>
              <a:gd name="connsiteY0" fmla="*/ 0 h 1031640"/>
              <a:gd name="connsiteX1" fmla="*/ 1115603 w 1115604"/>
              <a:gd name="connsiteY1" fmla="*/ 357923 h 1031640"/>
              <a:gd name="connsiteX2" fmla="*/ 1115604 w 1115604"/>
              <a:gd name="connsiteY2" fmla="*/ 932281 h 1031640"/>
              <a:gd name="connsiteX3" fmla="*/ 1016245 w 1115604"/>
              <a:gd name="connsiteY3" fmla="*/ 1031640 h 1031640"/>
              <a:gd name="connsiteX4" fmla="*/ 247173 w 1115604"/>
              <a:gd name="connsiteY4" fmla="*/ 1031639 h 1031640"/>
              <a:gd name="connsiteX5" fmla="*/ 0 w 1115604"/>
              <a:gd name="connsiteY5" fmla="*/ 868682 h 103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15604" h="1031640">
                <a:moveTo>
                  <a:pt x="572712" y="0"/>
                </a:moveTo>
                <a:lnTo>
                  <a:pt x="1115603" y="357923"/>
                </a:lnTo>
                <a:lnTo>
                  <a:pt x="1115604" y="932281"/>
                </a:lnTo>
                <a:cubicBezTo>
                  <a:pt x="1115604" y="987155"/>
                  <a:pt x="1071119" y="1031639"/>
                  <a:pt x="1016245" y="1031640"/>
                </a:cubicBezTo>
                <a:lnTo>
                  <a:pt x="247173" y="1031639"/>
                </a:lnTo>
                <a:lnTo>
                  <a:pt x="0" y="868682"/>
                </a:lnTo>
                <a:close/>
              </a:path>
            </a:pathLst>
          </a:custGeom>
        </p:spPr>
      </p:pic>
      <p:pic>
        <p:nvPicPr>
          <p:cNvPr id="52" name="Picture Placeholder 88">
            <a:extLst>
              <a:ext uri="{FF2B5EF4-FFF2-40B4-BE49-F238E27FC236}">
                <a16:creationId xmlns:a16="http://schemas.microsoft.com/office/drawing/2014/main" id="{BC1111C9-D4FB-4B91-CFD3-5A732A5B4A8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80" r="9380"/>
          <a:stretch>
            <a:fillRect/>
          </a:stretch>
        </p:blipFill>
        <p:spPr>
          <a:xfrm>
            <a:off x="7684851" y="3700900"/>
            <a:ext cx="1008988" cy="958259"/>
          </a:xfrm>
          <a:custGeom>
            <a:avLst/>
            <a:gdLst>
              <a:gd name="connsiteX0" fmla="*/ 572712 w 1115604"/>
              <a:gd name="connsiteY0" fmla="*/ 0 h 1031640"/>
              <a:gd name="connsiteX1" fmla="*/ 1115603 w 1115604"/>
              <a:gd name="connsiteY1" fmla="*/ 357923 h 1031640"/>
              <a:gd name="connsiteX2" fmla="*/ 1115604 w 1115604"/>
              <a:gd name="connsiteY2" fmla="*/ 932281 h 1031640"/>
              <a:gd name="connsiteX3" fmla="*/ 1016245 w 1115604"/>
              <a:gd name="connsiteY3" fmla="*/ 1031640 h 1031640"/>
              <a:gd name="connsiteX4" fmla="*/ 247173 w 1115604"/>
              <a:gd name="connsiteY4" fmla="*/ 1031639 h 1031640"/>
              <a:gd name="connsiteX5" fmla="*/ 0 w 1115604"/>
              <a:gd name="connsiteY5" fmla="*/ 868682 h 103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15604" h="1031640">
                <a:moveTo>
                  <a:pt x="572712" y="0"/>
                </a:moveTo>
                <a:lnTo>
                  <a:pt x="1115603" y="357923"/>
                </a:lnTo>
                <a:lnTo>
                  <a:pt x="1115604" y="932281"/>
                </a:lnTo>
                <a:cubicBezTo>
                  <a:pt x="1115604" y="987155"/>
                  <a:pt x="1071119" y="1031639"/>
                  <a:pt x="1016245" y="1031640"/>
                </a:cubicBezTo>
                <a:lnTo>
                  <a:pt x="247173" y="1031639"/>
                </a:lnTo>
                <a:lnTo>
                  <a:pt x="0" y="868682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58307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roup 80">
            <a:extLst>
              <a:ext uri="{FF2B5EF4-FFF2-40B4-BE49-F238E27FC236}">
                <a16:creationId xmlns:a16="http://schemas.microsoft.com/office/drawing/2014/main" id="{9DDCADB4-5178-7675-F376-C1FB902957F3}"/>
              </a:ext>
            </a:extLst>
          </p:cNvPr>
          <p:cNvGrpSpPr/>
          <p:nvPr/>
        </p:nvGrpSpPr>
        <p:grpSpPr>
          <a:xfrm rot="359448">
            <a:off x="9040246" y="3027351"/>
            <a:ext cx="4630230" cy="4630230"/>
            <a:chOff x="8037188" y="991138"/>
            <a:chExt cx="4630230" cy="4630230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237E6F27-518F-A501-F981-383F69C30079}"/>
                </a:ext>
              </a:extLst>
            </p:cNvPr>
            <p:cNvGrpSpPr/>
            <p:nvPr/>
          </p:nvGrpSpPr>
          <p:grpSpPr>
            <a:xfrm rot="213823">
              <a:off x="8388037" y="1314721"/>
              <a:ext cx="3936450" cy="3909428"/>
              <a:chOff x="9334160" y="1416946"/>
              <a:chExt cx="1105240" cy="1097654"/>
            </a:xfrm>
            <a:solidFill>
              <a:srgbClr val="6A00BA"/>
            </a:solidFill>
          </p:grpSpPr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6DD1EAC0-CF48-EF26-4FE9-CA5591423570}"/>
                  </a:ext>
                </a:extLst>
              </p:cNvPr>
              <p:cNvSpPr/>
              <p:nvPr/>
            </p:nvSpPr>
            <p:spPr>
              <a:xfrm>
                <a:off x="9334500" y="1422400"/>
                <a:ext cx="558800" cy="558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D6777D07-BCF7-0533-625D-4CC5D58B62B5}"/>
                  </a:ext>
                </a:extLst>
              </p:cNvPr>
              <p:cNvSpPr/>
              <p:nvPr/>
            </p:nvSpPr>
            <p:spPr>
              <a:xfrm>
                <a:off x="9880600" y="1422400"/>
                <a:ext cx="558800" cy="558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44F9C891-15DC-37E2-9325-EDC34256B7A4}"/>
                  </a:ext>
                </a:extLst>
              </p:cNvPr>
              <p:cNvSpPr/>
              <p:nvPr/>
            </p:nvSpPr>
            <p:spPr>
              <a:xfrm>
                <a:off x="9334500" y="1955800"/>
                <a:ext cx="558800" cy="558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00570C0D-2B53-D4E2-C70C-BFC388EC91F2}"/>
                  </a:ext>
                </a:extLst>
              </p:cNvPr>
              <p:cNvSpPr/>
              <p:nvPr/>
            </p:nvSpPr>
            <p:spPr>
              <a:xfrm>
                <a:off x="9880600" y="1955800"/>
                <a:ext cx="558800" cy="558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BAF11C8D-D387-578C-54AC-A2F1E88F5E96}"/>
                  </a:ext>
                </a:extLst>
              </p:cNvPr>
              <p:cNvSpPr/>
              <p:nvPr/>
            </p:nvSpPr>
            <p:spPr>
              <a:xfrm>
                <a:off x="9334160" y="1416946"/>
                <a:ext cx="558800" cy="558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pic>
          <p:nvPicPr>
            <p:cNvPr id="79" name="Graphic 78">
              <a:extLst>
                <a:ext uri="{FF2B5EF4-FFF2-40B4-BE49-F238E27FC236}">
                  <a16:creationId xmlns:a16="http://schemas.microsoft.com/office/drawing/2014/main" id="{17A1AFA4-D0AC-F373-C41E-3B659975E6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037188" y="991138"/>
              <a:ext cx="4630230" cy="4630230"/>
            </a:xfrm>
            <a:prstGeom prst="rect">
              <a:avLst/>
            </a:prstGeom>
          </p:spPr>
        </p:pic>
        <p:pic>
          <p:nvPicPr>
            <p:cNvPr id="80" name="Graphic 79">
              <a:extLst>
                <a:ext uri="{FF2B5EF4-FFF2-40B4-BE49-F238E27FC236}">
                  <a16:creationId xmlns:a16="http://schemas.microsoft.com/office/drawing/2014/main" id="{1D385FC4-45E5-B196-6E7D-4941BD0E29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095214">
              <a:off x="8837617" y="1779793"/>
              <a:ext cx="3112039" cy="3225719"/>
            </a:xfrm>
            <a:prstGeom prst="rect">
              <a:avLst/>
            </a:prstGeom>
          </p:spPr>
        </p:pic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404E5656-8EB6-0C31-5157-3628B051F933}"/>
              </a:ext>
            </a:extLst>
          </p:cNvPr>
          <p:cNvGrpSpPr/>
          <p:nvPr/>
        </p:nvGrpSpPr>
        <p:grpSpPr>
          <a:xfrm rot="20439188">
            <a:off x="241110" y="1370087"/>
            <a:ext cx="2099959" cy="4051402"/>
            <a:chOff x="8818515" y="1028700"/>
            <a:chExt cx="2547985" cy="4761749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9D8BBF2D-2B49-1F05-7548-9E5833CA1A22}"/>
                </a:ext>
              </a:extLst>
            </p:cNvPr>
            <p:cNvGrpSpPr/>
            <p:nvPr/>
          </p:nvGrpSpPr>
          <p:grpSpPr>
            <a:xfrm>
              <a:off x="8818515" y="1028700"/>
              <a:ext cx="2505169" cy="4761749"/>
              <a:chOff x="730250" y="1181100"/>
              <a:chExt cx="2505169" cy="4761749"/>
            </a:xfrm>
          </p:grpSpPr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C0814CB6-663F-7F6B-FDD8-364C9753CE23}"/>
                  </a:ext>
                </a:extLst>
              </p:cNvPr>
              <p:cNvSpPr/>
              <p:nvPr/>
            </p:nvSpPr>
            <p:spPr>
              <a:xfrm>
                <a:off x="730250" y="1181100"/>
                <a:ext cx="2505169" cy="4761749"/>
              </a:xfrm>
              <a:prstGeom prst="roundRect">
                <a:avLst>
                  <a:gd name="adj" fmla="val 11296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00EC6744-1D3F-81CD-6374-BBD14FD26A26}"/>
                  </a:ext>
                </a:extLst>
              </p:cNvPr>
              <p:cNvSpPr/>
              <p:nvPr/>
            </p:nvSpPr>
            <p:spPr>
              <a:xfrm>
                <a:off x="1647554" y="1318260"/>
                <a:ext cx="670560" cy="106680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10DA0B9D-3E1F-B1D0-7212-99CB9A37CE0A}"/>
                </a:ext>
              </a:extLst>
            </p:cNvPr>
            <p:cNvGrpSpPr/>
            <p:nvPr/>
          </p:nvGrpSpPr>
          <p:grpSpPr>
            <a:xfrm>
              <a:off x="8886218" y="1656290"/>
              <a:ext cx="2369762" cy="2369762"/>
              <a:chOff x="8886218" y="1808690"/>
              <a:chExt cx="2369762" cy="2369762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63656070-55A4-793C-EF34-6D80CE3692C4}"/>
                  </a:ext>
                </a:extLst>
              </p:cNvPr>
              <p:cNvGrpSpPr/>
              <p:nvPr/>
            </p:nvGrpSpPr>
            <p:grpSpPr>
              <a:xfrm>
                <a:off x="9164465" y="2115443"/>
                <a:ext cx="1776680" cy="1756257"/>
                <a:chOff x="9334500" y="1422400"/>
                <a:chExt cx="1104900" cy="1092200"/>
              </a:xfrm>
              <a:solidFill>
                <a:srgbClr val="6A00BA"/>
              </a:solidFill>
            </p:grpSpPr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EDE3BF31-A4EE-2DBF-C85B-FBCA4F40472D}"/>
                    </a:ext>
                  </a:extLst>
                </p:cNvPr>
                <p:cNvSpPr/>
                <p:nvPr/>
              </p:nvSpPr>
              <p:spPr>
                <a:xfrm>
                  <a:off x="9334500" y="1422400"/>
                  <a:ext cx="558800" cy="5588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84F7C60C-290D-B38D-452E-EE3BE01ABC7F}"/>
                    </a:ext>
                  </a:extLst>
                </p:cNvPr>
                <p:cNvSpPr/>
                <p:nvPr/>
              </p:nvSpPr>
              <p:spPr>
                <a:xfrm>
                  <a:off x="9880600" y="1422400"/>
                  <a:ext cx="558800" cy="5588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0AE85BA5-B594-FD1D-E66E-A0B9ACDF7012}"/>
                    </a:ext>
                  </a:extLst>
                </p:cNvPr>
                <p:cNvSpPr/>
                <p:nvPr/>
              </p:nvSpPr>
              <p:spPr>
                <a:xfrm>
                  <a:off x="9334500" y="1955800"/>
                  <a:ext cx="558800" cy="5588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19770F60-0A81-3955-D8D2-14AC8E18AB67}"/>
                    </a:ext>
                  </a:extLst>
                </p:cNvPr>
                <p:cNvSpPr/>
                <p:nvPr/>
              </p:nvSpPr>
              <p:spPr>
                <a:xfrm>
                  <a:off x="9880600" y="1955800"/>
                  <a:ext cx="558800" cy="5588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pic>
            <p:nvPicPr>
              <p:cNvPr id="35" name="Graphic 34">
                <a:extLst>
                  <a:ext uri="{FF2B5EF4-FFF2-40B4-BE49-F238E27FC236}">
                    <a16:creationId xmlns:a16="http://schemas.microsoft.com/office/drawing/2014/main" id="{B1F31C6D-1E11-C1DC-E864-4486649284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886218" y="1808690"/>
                <a:ext cx="2369762" cy="2369762"/>
              </a:xfrm>
              <a:prstGeom prst="rect">
                <a:avLst/>
              </a:prstGeom>
            </p:spPr>
          </p:pic>
          <p:pic>
            <p:nvPicPr>
              <p:cNvPr id="40" name="Graphic 39">
                <a:extLst>
                  <a:ext uri="{FF2B5EF4-FFF2-40B4-BE49-F238E27FC236}">
                    <a16:creationId xmlns:a16="http://schemas.microsoft.com/office/drawing/2014/main" id="{863A750A-C754-D29A-D446-90B69BCA8D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rot="18881391">
                <a:off x="9370320" y="2315487"/>
                <a:ext cx="1405022" cy="1456346"/>
              </a:xfrm>
              <a:prstGeom prst="rect">
                <a:avLst/>
              </a:prstGeom>
            </p:spPr>
          </p:pic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752FB8AC-2A17-EB89-57C0-070972FDE2A9}"/>
                </a:ext>
              </a:extLst>
            </p:cNvPr>
            <p:cNvGrpSpPr/>
            <p:nvPr/>
          </p:nvGrpSpPr>
          <p:grpSpPr>
            <a:xfrm>
              <a:off x="9013146" y="5296213"/>
              <a:ext cx="900112" cy="253916"/>
              <a:chOff x="623888" y="5883727"/>
              <a:chExt cx="1056667" cy="298080"/>
            </a:xfrm>
          </p:grpSpPr>
          <p:pic>
            <p:nvPicPr>
              <p:cNvPr id="50" name="Graphic 49">
                <a:extLst>
                  <a:ext uri="{FF2B5EF4-FFF2-40B4-BE49-F238E27FC236}">
                    <a16:creationId xmlns:a16="http://schemas.microsoft.com/office/drawing/2014/main" id="{4E7A43B6-C9AE-2155-E60E-51D01BDEBA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23888" y="5904848"/>
                <a:ext cx="255846" cy="255846"/>
              </a:xfrm>
              <a:prstGeom prst="rect">
                <a:avLst/>
              </a:prstGeom>
            </p:spPr>
          </p:pic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1C04B71-526A-D387-9333-70782BBAADEB}"/>
                  </a:ext>
                </a:extLst>
              </p:cNvPr>
              <p:cNvSpPr txBox="1"/>
              <p:nvPr/>
            </p:nvSpPr>
            <p:spPr>
              <a:xfrm>
                <a:off x="909426" y="5883727"/>
                <a:ext cx="771129" cy="2980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050" dirty="0">
                    <a:solidFill>
                      <a:srgbClr val="F3F242"/>
                    </a:solidFill>
                    <a:latin typeface="Archivo" pitchFamily="2" charset="0"/>
                    <a:cs typeface="Archivo" pitchFamily="2" charset="0"/>
                  </a:rPr>
                  <a:t>S</a:t>
                </a:r>
                <a:r>
                  <a:rPr lang="en-IN" sz="1050" dirty="0">
                    <a:solidFill>
                      <a:srgbClr val="F3F242"/>
                    </a:solidFill>
                    <a:latin typeface="Archivo" pitchFamily="2" charset="0"/>
                    <a:cs typeface="Archivo" pitchFamily="2" charset="0"/>
                  </a:rPr>
                  <a:t>potify</a:t>
                </a:r>
              </a:p>
            </p:txBody>
          </p: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AE22A89-B2E9-EC35-E3A6-15D6BDC160A2}"/>
                </a:ext>
              </a:extLst>
            </p:cNvPr>
            <p:cNvSpPr txBox="1"/>
            <p:nvPr/>
          </p:nvSpPr>
          <p:spPr>
            <a:xfrm>
              <a:off x="9967896" y="5332311"/>
              <a:ext cx="1207015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b="1" dirty="0">
                  <a:solidFill>
                    <a:srgbClr val="F3F242"/>
                  </a:solidFill>
                  <a:latin typeface="Archivo" pitchFamily="2" charset="0"/>
                  <a:cs typeface="Archivo" pitchFamily="2" charset="0"/>
                </a:rPr>
                <a:t>S</a:t>
              </a:r>
              <a:r>
                <a:rPr lang="en-IN" sz="600" b="1" dirty="0">
                  <a:solidFill>
                    <a:srgbClr val="F3F242"/>
                  </a:solidFill>
                  <a:latin typeface="Archivo" pitchFamily="2" charset="0"/>
                  <a:cs typeface="Archivo" pitchFamily="2" charset="0"/>
                </a:rPr>
                <a:t>POTIFY.COM / WRAPPED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86055A7-EAB7-0514-BA9E-309C02D28FF6}"/>
                </a:ext>
              </a:extLst>
            </p:cNvPr>
            <p:cNvSpPr txBox="1"/>
            <p:nvPr/>
          </p:nvSpPr>
          <p:spPr>
            <a:xfrm>
              <a:off x="8953500" y="4008874"/>
              <a:ext cx="76962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000" dirty="0">
                  <a:solidFill>
                    <a:srgbClr val="F3F242"/>
                  </a:solidFill>
                </a:rPr>
                <a:t>Top Artists</a:t>
              </a:r>
            </a:p>
          </p:txBody>
        </p:sp>
        <p:sp>
          <p:nvSpPr>
            <p:cNvPr id="55" name="Rectangle 1">
              <a:extLst>
                <a:ext uri="{FF2B5EF4-FFF2-40B4-BE49-F238E27FC236}">
                  <a16:creationId xmlns:a16="http://schemas.microsoft.com/office/drawing/2014/main" id="{10E4FD12-D056-9ED5-BE6C-6CAA21169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1600" y="4091351"/>
              <a:ext cx="1043939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AutoNum type="arabicPeriod"/>
                <a:tabLst/>
              </a:pPr>
              <a:endParaRPr kumimoji="0" lang="en-US" altLang="en-US" sz="600" b="0" i="0" u="none" strike="noStrike" cap="none" normalizeH="0" baseline="0" dirty="0">
                <a:ln>
                  <a:noFill/>
                </a:ln>
                <a:solidFill>
                  <a:srgbClr val="F3F242"/>
                </a:solidFill>
                <a:effectLst/>
                <a:latin typeface="Arial" panose="020B0604020202020204" pitchFamily="34" charset="0"/>
              </a:endParaRPr>
            </a:p>
            <a:p>
              <a:pPr marL="228600" marR="0" lvl="0" indent="-2286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AutoNum type="arabicPeriod"/>
                <a:tabLst/>
              </a:pPr>
              <a:r>
                <a:rPr kumimoji="0" lang="en-US" altLang="en-US" sz="600" b="0" i="0" u="none" strike="noStrike" cap="none" normalizeH="0" baseline="0" dirty="0">
                  <a:ln>
                    <a:noFill/>
                  </a:ln>
                  <a:solidFill>
                    <a:srgbClr val="F3F242"/>
                  </a:solidFill>
                  <a:effectLst/>
                  <a:latin typeface="Arial" panose="020B0604020202020204" pitchFamily="34" charset="0"/>
                </a:rPr>
                <a:t>Arijit Singh</a:t>
              </a:r>
            </a:p>
            <a:p>
              <a:pPr marL="228600" marR="0" lvl="0" indent="-2286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AutoNum type="arabicPeriod"/>
                <a:tabLst/>
              </a:pPr>
              <a:r>
                <a:rPr kumimoji="0" lang="en-US" altLang="en-US" sz="600" b="0" i="0" u="none" strike="noStrike" cap="none" normalizeH="0" baseline="0" dirty="0">
                  <a:ln>
                    <a:noFill/>
                  </a:ln>
                  <a:solidFill>
                    <a:srgbClr val="F3F242"/>
                  </a:solidFill>
                  <a:effectLst/>
                  <a:latin typeface="Arial" panose="020B0604020202020204" pitchFamily="34" charset="0"/>
                </a:rPr>
                <a:t>Pritam</a:t>
              </a:r>
            </a:p>
            <a:p>
              <a:pPr marL="228600" marR="0" lvl="0" indent="-2286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AutoNum type="arabicPeriod"/>
                <a:tabLst/>
              </a:pPr>
              <a:r>
                <a:rPr kumimoji="0" lang="en-US" altLang="en-US" sz="600" b="0" i="0" u="none" strike="noStrike" cap="none" normalizeH="0" baseline="0" dirty="0">
                  <a:ln>
                    <a:noFill/>
                  </a:ln>
                  <a:solidFill>
                    <a:srgbClr val="F3F242"/>
                  </a:solidFill>
                  <a:effectLst/>
                  <a:latin typeface="Arial" panose="020B0604020202020204" pitchFamily="34" charset="0"/>
                </a:rPr>
                <a:t>Yasser Desai</a:t>
              </a:r>
            </a:p>
            <a:p>
              <a:pPr marL="228600" marR="0" lvl="0" indent="-2286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AutoNum type="arabicPeriod"/>
                <a:tabLst/>
              </a:pPr>
              <a:r>
                <a:rPr kumimoji="0" lang="en-US" altLang="en-US" sz="600" b="0" i="0" u="none" strike="noStrike" cap="none" normalizeH="0" baseline="0" dirty="0">
                  <a:ln>
                    <a:noFill/>
                  </a:ln>
                  <a:solidFill>
                    <a:srgbClr val="F3F242"/>
                  </a:solidFill>
                  <a:effectLst/>
                  <a:latin typeface="Arial" panose="020B0604020202020204" pitchFamily="34" charset="0"/>
                </a:rPr>
                <a:t>KK</a:t>
              </a:r>
            </a:p>
            <a:p>
              <a:pPr marL="228600" marR="0" lvl="0" indent="-2286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AutoNum type="arabicPeriod"/>
                <a:tabLst/>
              </a:pPr>
              <a:r>
                <a:rPr kumimoji="0" lang="en-US" altLang="en-US" sz="600" b="0" i="0" u="none" strike="noStrike" cap="none" normalizeH="0" baseline="0" dirty="0">
                  <a:ln>
                    <a:noFill/>
                  </a:ln>
                  <a:solidFill>
                    <a:srgbClr val="F3F242"/>
                  </a:solidFill>
                  <a:effectLst/>
                  <a:latin typeface="Arial" panose="020B0604020202020204" pitchFamily="34" charset="0"/>
                </a:rPr>
                <a:t>Shreya Ghoshal 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086B7D7-D62C-D62F-3488-757A8811D37C}"/>
                </a:ext>
              </a:extLst>
            </p:cNvPr>
            <p:cNvSpPr txBox="1"/>
            <p:nvPr/>
          </p:nvSpPr>
          <p:spPr>
            <a:xfrm>
              <a:off x="10104120" y="4008874"/>
              <a:ext cx="76962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000" dirty="0">
                  <a:solidFill>
                    <a:srgbClr val="F3F242"/>
                  </a:solidFill>
                </a:rPr>
                <a:t>Top Songs</a:t>
              </a:r>
            </a:p>
          </p:txBody>
        </p:sp>
        <p:sp>
          <p:nvSpPr>
            <p:cNvPr id="62" name="Rectangle 2">
              <a:extLst>
                <a:ext uri="{FF2B5EF4-FFF2-40B4-BE49-F238E27FC236}">
                  <a16:creationId xmlns:a16="http://schemas.microsoft.com/office/drawing/2014/main" id="{B49B0BC8-87A6-07E4-7C63-4D92DD6CB4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2141" y="4119478"/>
              <a:ext cx="1167307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342900" indent="-342900" eaLnBrk="0" fontAlgn="base" hangingPunct="0">
                <a:spcBef>
                  <a:spcPct val="0"/>
                </a:spcBef>
                <a:spcAft>
                  <a:spcPct val="0"/>
                </a:spcAft>
                <a:buFont typeface="+mj-lt"/>
                <a:buAutoNum type="arabicPeriod"/>
              </a:pPr>
              <a:endParaRPr lang="en-US" altLang="en-US" sz="600" dirty="0">
                <a:solidFill>
                  <a:srgbClr val="F3F242"/>
                </a:solidFill>
                <a:latin typeface="Arial" panose="020B0604020202020204" pitchFamily="34" charset="0"/>
              </a:endParaRPr>
            </a:p>
            <a:p>
              <a:pPr marL="342900" indent="-342900" eaLnBrk="0" fontAlgn="base" hangingPunct="0">
                <a:spcBef>
                  <a:spcPct val="0"/>
                </a:spcBef>
                <a:spcAft>
                  <a:spcPct val="0"/>
                </a:spcAft>
                <a:buFont typeface="+mj-lt"/>
                <a:buAutoNum type="arabicPeriod"/>
              </a:pPr>
              <a:r>
                <a:rPr lang="en-US" altLang="en-US" sz="600" dirty="0">
                  <a:solidFill>
                    <a:srgbClr val="F3F242"/>
                  </a:solidFill>
                  <a:latin typeface="Arial" panose="020B0604020202020204" pitchFamily="34" charset="0"/>
                </a:rPr>
                <a:t>shut up</a:t>
              </a:r>
            </a:p>
            <a:p>
              <a:pPr marL="342900" indent="-342900" eaLnBrk="0" fontAlgn="base" hangingPunct="0">
                <a:spcBef>
                  <a:spcPct val="0"/>
                </a:spcBef>
                <a:spcAft>
                  <a:spcPct val="0"/>
                </a:spcAft>
                <a:buFont typeface="+mj-lt"/>
                <a:buAutoNum type="arabicPeriod"/>
              </a:pPr>
              <a:r>
                <a:rPr lang="en-US" altLang="en-US" sz="600" dirty="0" err="1">
                  <a:solidFill>
                    <a:srgbClr val="F3F242"/>
                  </a:solidFill>
                  <a:latin typeface="Arial" panose="020B0604020202020204" pitchFamily="34" charset="0"/>
                </a:rPr>
                <a:t>Didaar</a:t>
              </a:r>
              <a:r>
                <a:rPr lang="en-US" altLang="en-US" sz="600" dirty="0">
                  <a:solidFill>
                    <a:srgbClr val="F3F242"/>
                  </a:solidFill>
                  <a:latin typeface="Arial" panose="020B0604020202020204" pitchFamily="34" charset="0"/>
                </a:rPr>
                <a:t> (Stand...)</a:t>
              </a:r>
            </a:p>
            <a:p>
              <a:pPr marL="342900" indent="-342900" eaLnBrk="0" fontAlgn="base" hangingPunct="0">
                <a:spcBef>
                  <a:spcPct val="0"/>
                </a:spcBef>
                <a:spcAft>
                  <a:spcPct val="0"/>
                </a:spcAft>
                <a:buFont typeface="+mj-lt"/>
                <a:buAutoNum type="arabicPeriod"/>
              </a:pPr>
              <a:r>
                <a:rPr lang="en-US" altLang="en-US" sz="600" dirty="0">
                  <a:solidFill>
                    <a:srgbClr val="F3F242"/>
                  </a:solidFill>
                  <a:latin typeface="Arial" panose="020B0604020202020204" pitchFamily="34" charset="0"/>
                </a:rPr>
                <a:t>Throwaway (wit...</a:t>
              </a:r>
            </a:p>
            <a:p>
              <a:pPr marL="342900" indent="-342900" eaLnBrk="0" fontAlgn="base" hangingPunct="0">
                <a:spcBef>
                  <a:spcPct val="0"/>
                </a:spcBef>
                <a:spcAft>
                  <a:spcPct val="0"/>
                </a:spcAft>
                <a:buFont typeface="+mj-lt"/>
                <a:buAutoNum type="arabicPeriod"/>
              </a:pPr>
              <a:r>
                <a:rPr lang="en-US" altLang="en-US" sz="600" dirty="0">
                  <a:solidFill>
                    <a:srgbClr val="F3F242"/>
                  </a:solidFill>
                  <a:latin typeface="Arial" panose="020B0604020202020204" pitchFamily="34" charset="0"/>
                </a:rPr>
                <a:t>Jiya </a:t>
              </a:r>
              <a:r>
                <a:rPr lang="en-US" altLang="en-US" sz="600" dirty="0" err="1">
                  <a:solidFill>
                    <a:srgbClr val="F3F242"/>
                  </a:solidFill>
                  <a:latin typeface="Arial" panose="020B0604020202020204" pitchFamily="34" charset="0"/>
                </a:rPr>
                <a:t>Dhadak</a:t>
              </a:r>
              <a:r>
                <a:rPr lang="en-US" altLang="en-US" sz="600" dirty="0">
                  <a:solidFill>
                    <a:srgbClr val="F3F242"/>
                  </a:solidFill>
                  <a:latin typeface="Arial" panose="020B0604020202020204" pitchFamily="34" charset="0"/>
                </a:rPr>
                <a:t> Dh..."</a:t>
              </a:r>
            </a:p>
            <a:p>
              <a:pPr marL="342900" indent="-342900" eaLnBrk="0" fontAlgn="base" hangingPunct="0">
                <a:spcBef>
                  <a:spcPct val="0"/>
                </a:spcBef>
                <a:spcAft>
                  <a:spcPct val="0"/>
                </a:spcAft>
                <a:buFont typeface="+mj-lt"/>
                <a:buAutoNum type="arabicPeriod"/>
              </a:pPr>
              <a:r>
                <a:rPr lang="en-US" altLang="en-US" sz="600" dirty="0">
                  <a:solidFill>
                    <a:srgbClr val="F3F242"/>
                  </a:solidFill>
                  <a:latin typeface="Arial" panose="020B0604020202020204" pitchFamily="34" charset="0"/>
                </a:rPr>
                <a:t>Dandelions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5630A5A-4DDC-F396-A906-B517CABDE711}"/>
                </a:ext>
              </a:extLst>
            </p:cNvPr>
            <p:cNvSpPr txBox="1"/>
            <p:nvPr/>
          </p:nvSpPr>
          <p:spPr>
            <a:xfrm>
              <a:off x="8953500" y="4796274"/>
              <a:ext cx="1206500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700" b="1" dirty="0">
                  <a:solidFill>
                    <a:srgbClr val="F3F242"/>
                  </a:solidFill>
                  <a:latin typeface="Archivo" pitchFamily="2" charset="0"/>
                  <a:cs typeface="Archivo" pitchFamily="2" charset="0"/>
                </a:rPr>
                <a:t>Total Minutes Listened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0F690EA-3BB9-9607-549E-349A27111773}"/>
                </a:ext>
              </a:extLst>
            </p:cNvPr>
            <p:cNvSpPr txBox="1"/>
            <p:nvPr/>
          </p:nvSpPr>
          <p:spPr>
            <a:xfrm>
              <a:off x="8978900" y="4953000"/>
              <a:ext cx="71120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050" b="1" dirty="0">
                  <a:solidFill>
                    <a:srgbClr val="F3F242"/>
                  </a:solidFill>
                  <a:latin typeface="Archivo" pitchFamily="2" charset="0"/>
                  <a:cs typeface="Archivo" pitchFamily="2" charset="0"/>
                </a:rPr>
                <a:t>16,815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D30DACB-BB3C-DD0C-9F4C-1348106BF2CF}"/>
                </a:ext>
              </a:extLst>
            </p:cNvPr>
            <p:cNvSpPr txBox="1"/>
            <p:nvPr/>
          </p:nvSpPr>
          <p:spPr>
            <a:xfrm>
              <a:off x="10160000" y="4796274"/>
              <a:ext cx="1206500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700" b="1" dirty="0">
                  <a:solidFill>
                    <a:srgbClr val="F3F242"/>
                  </a:solidFill>
                  <a:latin typeface="Archivo" pitchFamily="2" charset="0"/>
                  <a:cs typeface="Archivo" pitchFamily="2" charset="0"/>
                </a:rPr>
                <a:t>Top Genre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A28AC49D-45A0-96AA-FF1A-72C0059C21E1}"/>
                </a:ext>
              </a:extLst>
            </p:cNvPr>
            <p:cNvSpPr txBox="1"/>
            <p:nvPr/>
          </p:nvSpPr>
          <p:spPr>
            <a:xfrm>
              <a:off x="10185400" y="4953000"/>
              <a:ext cx="71120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050" b="1" dirty="0">
                  <a:solidFill>
                    <a:srgbClr val="F3F242"/>
                  </a:solidFill>
                  <a:latin typeface="Archivo" pitchFamily="2" charset="0"/>
                  <a:cs typeface="Archivo" pitchFamily="2" charset="0"/>
                </a:rPr>
                <a:t>Hip Hop</a:t>
              </a:r>
            </a:p>
          </p:txBody>
        </p:sp>
        <p:pic>
          <p:nvPicPr>
            <p:cNvPr id="69" name="Picture Placeholder 128" descr="A person wearing a hat and a red shirt&#10;&#10;Description automatically generated">
              <a:extLst>
                <a:ext uri="{FF2B5EF4-FFF2-40B4-BE49-F238E27FC236}">
                  <a16:creationId xmlns:a16="http://schemas.microsoft.com/office/drawing/2014/main" id="{835C8F67-1D6C-1220-E5F3-2BE22D244C5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541" t="10969" r="25541" b="10969"/>
            <a:stretch/>
          </p:blipFill>
          <p:spPr>
            <a:xfrm>
              <a:off x="9412515" y="2224314"/>
              <a:ext cx="1320800" cy="1320800"/>
            </a:xfrm>
            <a:custGeom>
              <a:avLst/>
              <a:gdLst>
                <a:gd name="connsiteX0" fmla="*/ 0 w 801145"/>
                <a:gd name="connsiteY0" fmla="*/ 0 h 801145"/>
                <a:gd name="connsiteX1" fmla="*/ 801145 w 801145"/>
                <a:gd name="connsiteY1" fmla="*/ 0 h 801145"/>
                <a:gd name="connsiteX2" fmla="*/ 801145 w 801145"/>
                <a:gd name="connsiteY2" fmla="*/ 801145 h 801145"/>
                <a:gd name="connsiteX3" fmla="*/ 0 w 801145"/>
                <a:gd name="connsiteY3" fmla="*/ 801145 h 80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1145" h="801145">
                  <a:moveTo>
                    <a:pt x="0" y="0"/>
                  </a:moveTo>
                  <a:lnTo>
                    <a:pt x="801145" y="0"/>
                  </a:lnTo>
                  <a:lnTo>
                    <a:pt x="801145" y="801145"/>
                  </a:lnTo>
                  <a:lnTo>
                    <a:pt x="0" y="801145"/>
                  </a:lnTo>
                  <a:close/>
                </a:path>
              </a:pathLst>
            </a:cu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FE4BEF4F-16A7-27D9-FB12-30D2128537F1}"/>
              </a:ext>
            </a:extLst>
          </p:cNvPr>
          <p:cNvSpPr txBox="1"/>
          <p:nvPr/>
        </p:nvSpPr>
        <p:spPr>
          <a:xfrm>
            <a:off x="2309630" y="1341660"/>
            <a:ext cx="80970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7200" b="1" dirty="0" err="1">
                <a:solidFill>
                  <a:srgbClr val="1ED760"/>
                </a:solidFill>
                <a:latin typeface="Microsoft PhagsPa" panose="020B0502040204020203" pitchFamily="34" charset="0"/>
                <a:cs typeface="Poppins SemiBold" panose="00000700000000000000" pitchFamily="50" charset="0"/>
              </a:rPr>
              <a:t>Câu</a:t>
            </a:r>
            <a:r>
              <a:rPr lang="en-IN" sz="7200" b="1" dirty="0">
                <a:solidFill>
                  <a:srgbClr val="1ED760"/>
                </a:solidFill>
                <a:latin typeface="Microsoft PhagsPa" panose="020B0502040204020203" pitchFamily="34" charset="0"/>
                <a:cs typeface="Poppins SemiBold" panose="00000700000000000000" pitchFamily="50" charset="0"/>
              </a:rPr>
              <a:t> </a:t>
            </a:r>
            <a:r>
              <a:rPr lang="en-IN" sz="7200" b="1" dirty="0" err="1">
                <a:solidFill>
                  <a:srgbClr val="1ED760"/>
                </a:solidFill>
                <a:latin typeface="Microsoft PhagsPa" panose="020B0502040204020203" pitchFamily="34" charset="0"/>
                <a:cs typeface="Poppins SemiBold" panose="00000700000000000000" pitchFamily="50" charset="0"/>
              </a:rPr>
              <a:t>Hỏi</a:t>
            </a:r>
            <a:r>
              <a:rPr lang="en-IN" sz="7200" b="1" dirty="0">
                <a:solidFill>
                  <a:srgbClr val="1ED760"/>
                </a:solidFill>
                <a:latin typeface="Microsoft PhagsPa" panose="020B0502040204020203" pitchFamily="34" charset="0"/>
                <a:cs typeface="Poppins SemiBold" panose="00000700000000000000" pitchFamily="50" charset="0"/>
              </a:rPr>
              <a:t> </a:t>
            </a:r>
            <a:r>
              <a:rPr lang="en-IN" sz="7200" b="1" dirty="0" err="1">
                <a:solidFill>
                  <a:srgbClr val="1ED760"/>
                </a:solidFill>
                <a:latin typeface="Microsoft PhagsPa" panose="020B0502040204020203" pitchFamily="34" charset="0"/>
                <a:cs typeface="Poppins SemiBold" panose="00000700000000000000" pitchFamily="50" charset="0"/>
              </a:rPr>
              <a:t>Và</a:t>
            </a:r>
            <a:r>
              <a:rPr lang="en-IN" sz="7200" b="1" dirty="0">
                <a:solidFill>
                  <a:srgbClr val="1ED760"/>
                </a:solidFill>
                <a:latin typeface="Microsoft PhagsPa" panose="020B0502040204020203" pitchFamily="34" charset="0"/>
                <a:cs typeface="Poppins SemiBold" panose="00000700000000000000" pitchFamily="50" charset="0"/>
              </a:rPr>
              <a:t> </a:t>
            </a:r>
            <a:r>
              <a:rPr lang="en-IN" sz="7200" b="1" dirty="0" err="1">
                <a:solidFill>
                  <a:srgbClr val="1ED760"/>
                </a:solidFill>
                <a:latin typeface="Microsoft PhagsPa" panose="020B0502040204020203" pitchFamily="34" charset="0"/>
                <a:cs typeface="Poppins SemiBold" panose="00000700000000000000" pitchFamily="50" charset="0"/>
              </a:rPr>
              <a:t>Trả</a:t>
            </a:r>
            <a:r>
              <a:rPr lang="en-IN" sz="7200" b="1" dirty="0">
                <a:solidFill>
                  <a:srgbClr val="1ED760"/>
                </a:solidFill>
                <a:latin typeface="Microsoft PhagsPa" panose="020B0502040204020203" pitchFamily="34" charset="0"/>
                <a:cs typeface="Poppins SemiBold" panose="00000700000000000000" pitchFamily="50" charset="0"/>
              </a:rPr>
              <a:t> </a:t>
            </a:r>
            <a:r>
              <a:rPr lang="en-IN" sz="7200" b="1" dirty="0" err="1">
                <a:solidFill>
                  <a:srgbClr val="1ED760"/>
                </a:solidFill>
                <a:latin typeface="Microsoft PhagsPa" panose="020B0502040204020203" pitchFamily="34" charset="0"/>
                <a:cs typeface="Poppins SemiBold" panose="00000700000000000000" pitchFamily="50" charset="0"/>
              </a:rPr>
              <a:t>Lời</a:t>
            </a:r>
            <a:endParaRPr lang="en-IN" sz="7200" b="1" dirty="0">
              <a:solidFill>
                <a:srgbClr val="1ED760"/>
              </a:solidFill>
              <a:latin typeface="Microsoft PhagsPa" panose="020B0502040204020203" pitchFamily="34" charset="0"/>
              <a:cs typeface="Poppins SemiBold" panose="00000700000000000000" pitchFamily="50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371FB22-7FA7-46A2-F082-E8B4A3E0E664}"/>
              </a:ext>
            </a:extLst>
          </p:cNvPr>
          <p:cNvSpPr/>
          <p:nvPr/>
        </p:nvSpPr>
        <p:spPr>
          <a:xfrm>
            <a:off x="0" y="5689950"/>
            <a:ext cx="12192000" cy="1168889"/>
          </a:xfrm>
          <a:custGeom>
            <a:avLst/>
            <a:gdLst>
              <a:gd name="connsiteX0" fmla="*/ 0 w 12192000"/>
              <a:gd name="connsiteY0" fmla="*/ 0 h 1168889"/>
              <a:gd name="connsiteX1" fmla="*/ 12192000 w 12192000"/>
              <a:gd name="connsiteY1" fmla="*/ 0 h 1168889"/>
              <a:gd name="connsiteX2" fmla="*/ 12192000 w 12192000"/>
              <a:gd name="connsiteY2" fmla="*/ 1168890 h 1168889"/>
              <a:gd name="connsiteX3" fmla="*/ 0 w 12192000"/>
              <a:gd name="connsiteY3" fmla="*/ 1168890 h 1168889"/>
              <a:gd name="connsiteX4" fmla="*/ 0 w 12192000"/>
              <a:gd name="connsiteY4" fmla="*/ 0 h 1168889"/>
              <a:gd name="connsiteX5" fmla="*/ 0 w 12192000"/>
              <a:gd name="connsiteY5" fmla="*/ 0 h 1168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168889">
                <a:moveTo>
                  <a:pt x="0" y="0"/>
                </a:moveTo>
                <a:lnTo>
                  <a:pt x="12192000" y="0"/>
                </a:lnTo>
                <a:lnTo>
                  <a:pt x="12192000" y="1168890"/>
                </a:lnTo>
                <a:lnTo>
                  <a:pt x="0" y="11688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171717"/>
          </a:solidFill>
          <a:ln>
            <a:noFill/>
          </a:ln>
          <a:effectLst>
            <a:outerShdw blurRad="127000" dist="381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8B75710E-7F2F-8634-D2E3-AA2677355D59}"/>
              </a:ext>
            </a:extLst>
          </p:cNvPr>
          <p:cNvSpPr/>
          <p:nvPr/>
        </p:nvSpPr>
        <p:spPr>
          <a:xfrm>
            <a:off x="422440" y="5873860"/>
            <a:ext cx="801144" cy="801144"/>
          </a:xfrm>
          <a:custGeom>
            <a:avLst/>
            <a:gdLst>
              <a:gd name="connsiteX0" fmla="*/ 0 w 801144"/>
              <a:gd name="connsiteY0" fmla="*/ 0 h 801144"/>
              <a:gd name="connsiteX1" fmla="*/ 801145 w 801144"/>
              <a:gd name="connsiteY1" fmla="*/ 0 h 801144"/>
              <a:gd name="connsiteX2" fmla="*/ 801145 w 801144"/>
              <a:gd name="connsiteY2" fmla="*/ 801145 h 801144"/>
              <a:gd name="connsiteX3" fmla="*/ 0 w 801144"/>
              <a:gd name="connsiteY3" fmla="*/ 801145 h 801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1144" h="801144">
                <a:moveTo>
                  <a:pt x="0" y="0"/>
                </a:moveTo>
                <a:lnTo>
                  <a:pt x="801145" y="0"/>
                </a:lnTo>
                <a:lnTo>
                  <a:pt x="801145" y="801145"/>
                </a:lnTo>
                <a:lnTo>
                  <a:pt x="0" y="801145"/>
                </a:lnTo>
                <a:close/>
              </a:path>
            </a:pathLst>
          </a:custGeom>
          <a:solidFill>
            <a:srgbClr val="DDDFDA"/>
          </a:solidFill>
          <a:ln w="7634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1594D2-253A-09F1-EB23-B2FF63A499F4}"/>
              </a:ext>
            </a:extLst>
          </p:cNvPr>
          <p:cNvSpPr txBox="1"/>
          <p:nvPr/>
        </p:nvSpPr>
        <p:spPr>
          <a:xfrm>
            <a:off x="1295672" y="6281466"/>
            <a:ext cx="17684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1000" spc="0" baseline="0" dirty="0">
                <a:ln/>
                <a:solidFill>
                  <a:srgbClr val="A3A3A3"/>
                </a:solidFill>
                <a:latin typeface="Poppins-Regular"/>
                <a:cs typeface="Poppins-Regular"/>
                <a:sym typeface="Poppins-Regular"/>
                <a:rtl val="0"/>
              </a:rPr>
              <a:t>Luis </a:t>
            </a:r>
            <a:r>
              <a:rPr lang="en-IN" sz="1000" spc="0" baseline="0" dirty="0" err="1">
                <a:ln/>
                <a:solidFill>
                  <a:srgbClr val="A3A3A3"/>
                </a:solidFill>
                <a:latin typeface="Poppins-Regular"/>
                <a:cs typeface="Poppins-Regular"/>
                <a:sym typeface="Poppins-Regular"/>
                <a:rtl val="0"/>
              </a:rPr>
              <a:t>Fonsi</a:t>
            </a:r>
            <a:r>
              <a:rPr lang="en-IN" sz="1000" spc="0" baseline="0" dirty="0">
                <a:ln/>
                <a:solidFill>
                  <a:srgbClr val="A3A3A3"/>
                </a:solidFill>
                <a:latin typeface="Poppins-Regular"/>
                <a:cs typeface="Poppins-Regular"/>
                <a:sym typeface="Poppins-Regular"/>
                <a:rtl val="0"/>
              </a:rPr>
              <a:t>, Daddy Yankee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A8AE424-DCFE-238E-0E73-69A9BC93C1A5}"/>
              </a:ext>
            </a:extLst>
          </p:cNvPr>
          <p:cNvSpPr txBox="1"/>
          <p:nvPr/>
        </p:nvSpPr>
        <p:spPr>
          <a:xfrm>
            <a:off x="1291091" y="5986094"/>
            <a:ext cx="19103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200" spc="0" baseline="0" dirty="0">
                <a:ln/>
                <a:solidFill>
                  <a:srgbClr val="FFFFFF"/>
                </a:solidFill>
                <a:latin typeface="Poppins-Medium"/>
                <a:cs typeface="Poppins-Medium"/>
                <a:sym typeface="Poppins-Medium"/>
                <a:rtl val="0"/>
              </a:rPr>
              <a:t>Despacito</a:t>
            </a:r>
          </a:p>
        </p:txBody>
      </p:sp>
      <p:grpSp>
        <p:nvGrpSpPr>
          <p:cNvPr id="37" name="Graphic 22">
            <a:extLst>
              <a:ext uri="{FF2B5EF4-FFF2-40B4-BE49-F238E27FC236}">
                <a16:creationId xmlns:a16="http://schemas.microsoft.com/office/drawing/2014/main" id="{F04A90F6-E788-E953-0DF5-E3D3F1F1A524}"/>
              </a:ext>
            </a:extLst>
          </p:cNvPr>
          <p:cNvGrpSpPr/>
          <p:nvPr/>
        </p:nvGrpSpPr>
        <p:grpSpPr>
          <a:xfrm>
            <a:off x="3107581" y="6207327"/>
            <a:ext cx="141998" cy="134058"/>
            <a:chOff x="3193815" y="6207327"/>
            <a:chExt cx="141998" cy="134058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322DDAFE-54BD-7E32-65D5-EBF8BA291472}"/>
                </a:ext>
              </a:extLst>
            </p:cNvPr>
            <p:cNvSpPr/>
            <p:nvPr/>
          </p:nvSpPr>
          <p:spPr>
            <a:xfrm>
              <a:off x="3193815" y="6207327"/>
              <a:ext cx="141998" cy="134058"/>
            </a:xfrm>
            <a:custGeom>
              <a:avLst/>
              <a:gdLst>
                <a:gd name="connsiteX0" fmla="*/ 106499 w 141998"/>
                <a:gd name="connsiteY0" fmla="*/ 0 h 134058"/>
                <a:gd name="connsiteX1" fmla="*/ 70999 w 141998"/>
                <a:gd name="connsiteY1" fmla="*/ 27942 h 134058"/>
                <a:gd name="connsiteX2" fmla="*/ 35500 w 141998"/>
                <a:gd name="connsiteY2" fmla="*/ 0 h 134058"/>
                <a:gd name="connsiteX3" fmla="*/ 0 w 141998"/>
                <a:gd name="connsiteY3" fmla="*/ 36263 h 134058"/>
                <a:gd name="connsiteX4" fmla="*/ 70999 w 141998"/>
                <a:gd name="connsiteY4" fmla="*/ 134059 h 134058"/>
                <a:gd name="connsiteX5" fmla="*/ 141998 w 141998"/>
                <a:gd name="connsiteY5" fmla="*/ 36263 h 134058"/>
                <a:gd name="connsiteX6" fmla="*/ 106499 w 141998"/>
                <a:gd name="connsiteY6" fmla="*/ 0 h 134058"/>
                <a:gd name="connsiteX7" fmla="*/ 106499 w 141998"/>
                <a:gd name="connsiteY7" fmla="*/ 0 h 134058"/>
                <a:gd name="connsiteX8" fmla="*/ 70999 w 141998"/>
                <a:gd name="connsiteY8" fmla="*/ 128791 h 134058"/>
                <a:gd name="connsiteX9" fmla="*/ 4123 w 141998"/>
                <a:gd name="connsiteY9" fmla="*/ 36263 h 134058"/>
                <a:gd name="connsiteX10" fmla="*/ 13665 w 141998"/>
                <a:gd name="connsiteY10" fmla="*/ 14353 h 134058"/>
                <a:gd name="connsiteX11" fmla="*/ 35500 w 141998"/>
                <a:gd name="connsiteY11" fmla="*/ 4199 h 134058"/>
                <a:gd name="connsiteX12" fmla="*/ 67258 w 141998"/>
                <a:gd name="connsiteY12" fmla="*/ 29850 h 134058"/>
                <a:gd name="connsiteX13" fmla="*/ 70999 w 141998"/>
                <a:gd name="connsiteY13" fmla="*/ 37255 h 134058"/>
                <a:gd name="connsiteX14" fmla="*/ 74740 w 141998"/>
                <a:gd name="connsiteY14" fmla="*/ 29850 h 134058"/>
                <a:gd name="connsiteX15" fmla="*/ 106499 w 141998"/>
                <a:gd name="connsiteY15" fmla="*/ 4199 h 134058"/>
                <a:gd name="connsiteX16" fmla="*/ 137876 w 141998"/>
                <a:gd name="connsiteY16" fmla="*/ 36339 h 134058"/>
                <a:gd name="connsiteX17" fmla="*/ 70999 w 141998"/>
                <a:gd name="connsiteY17" fmla="*/ 128867 h 134058"/>
                <a:gd name="connsiteX18" fmla="*/ 70999 w 141998"/>
                <a:gd name="connsiteY18" fmla="*/ 128867 h 134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1998" h="134058">
                  <a:moveTo>
                    <a:pt x="106499" y="0"/>
                  </a:moveTo>
                  <a:cubicBezTo>
                    <a:pt x="94360" y="0"/>
                    <a:pt x="81305" y="7634"/>
                    <a:pt x="70999" y="27942"/>
                  </a:cubicBezTo>
                  <a:cubicBezTo>
                    <a:pt x="60693" y="7634"/>
                    <a:pt x="47638" y="0"/>
                    <a:pt x="35500" y="0"/>
                  </a:cubicBezTo>
                  <a:cubicBezTo>
                    <a:pt x="16566" y="0"/>
                    <a:pt x="0" y="18551"/>
                    <a:pt x="0" y="36263"/>
                  </a:cubicBezTo>
                  <a:cubicBezTo>
                    <a:pt x="0" y="80008"/>
                    <a:pt x="70999" y="134059"/>
                    <a:pt x="70999" y="134059"/>
                  </a:cubicBezTo>
                  <a:cubicBezTo>
                    <a:pt x="70999" y="134059"/>
                    <a:pt x="141998" y="79931"/>
                    <a:pt x="141998" y="36263"/>
                  </a:cubicBezTo>
                  <a:cubicBezTo>
                    <a:pt x="141998" y="18475"/>
                    <a:pt x="125432" y="0"/>
                    <a:pt x="106499" y="0"/>
                  </a:cubicBezTo>
                  <a:lnTo>
                    <a:pt x="106499" y="0"/>
                  </a:lnTo>
                  <a:close/>
                  <a:moveTo>
                    <a:pt x="70999" y="128791"/>
                  </a:moveTo>
                  <a:cubicBezTo>
                    <a:pt x="58479" y="118714"/>
                    <a:pt x="4123" y="72908"/>
                    <a:pt x="4123" y="36263"/>
                  </a:cubicBezTo>
                  <a:cubicBezTo>
                    <a:pt x="4428" y="28018"/>
                    <a:pt x="7863" y="20231"/>
                    <a:pt x="13665" y="14353"/>
                  </a:cubicBezTo>
                  <a:cubicBezTo>
                    <a:pt x="19238" y="8169"/>
                    <a:pt x="27102" y="4428"/>
                    <a:pt x="35500" y="4199"/>
                  </a:cubicBezTo>
                  <a:cubicBezTo>
                    <a:pt x="47791" y="4199"/>
                    <a:pt x="58784" y="13055"/>
                    <a:pt x="67258" y="29850"/>
                  </a:cubicBezTo>
                  <a:lnTo>
                    <a:pt x="70999" y="37255"/>
                  </a:lnTo>
                  <a:lnTo>
                    <a:pt x="74740" y="29850"/>
                  </a:lnTo>
                  <a:cubicBezTo>
                    <a:pt x="83214" y="13055"/>
                    <a:pt x="94207" y="4199"/>
                    <a:pt x="106499" y="4199"/>
                  </a:cubicBezTo>
                  <a:cubicBezTo>
                    <a:pt x="122302" y="4199"/>
                    <a:pt x="137876" y="20078"/>
                    <a:pt x="137876" y="36339"/>
                  </a:cubicBezTo>
                  <a:cubicBezTo>
                    <a:pt x="137876" y="72908"/>
                    <a:pt x="83519" y="118790"/>
                    <a:pt x="70999" y="128867"/>
                  </a:cubicBezTo>
                  <a:lnTo>
                    <a:pt x="70999" y="128867"/>
                  </a:lnTo>
                  <a:close/>
                </a:path>
              </a:pathLst>
            </a:custGeom>
            <a:solidFill>
              <a:srgbClr val="B4B5B2"/>
            </a:solidFill>
            <a:ln w="76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9523B0A2-DA63-4010-AA5F-74DAF1DE9D7B}"/>
                </a:ext>
              </a:extLst>
            </p:cNvPr>
            <p:cNvSpPr/>
            <p:nvPr/>
          </p:nvSpPr>
          <p:spPr>
            <a:xfrm>
              <a:off x="3193815" y="6207327"/>
              <a:ext cx="141998" cy="134058"/>
            </a:xfrm>
            <a:custGeom>
              <a:avLst/>
              <a:gdLst>
                <a:gd name="connsiteX0" fmla="*/ 106499 w 141998"/>
                <a:gd name="connsiteY0" fmla="*/ 0 h 134058"/>
                <a:gd name="connsiteX1" fmla="*/ 70999 w 141998"/>
                <a:gd name="connsiteY1" fmla="*/ 27942 h 134058"/>
                <a:gd name="connsiteX2" fmla="*/ 35500 w 141998"/>
                <a:gd name="connsiteY2" fmla="*/ 0 h 134058"/>
                <a:gd name="connsiteX3" fmla="*/ 0 w 141998"/>
                <a:gd name="connsiteY3" fmla="*/ 36263 h 134058"/>
                <a:gd name="connsiteX4" fmla="*/ 70999 w 141998"/>
                <a:gd name="connsiteY4" fmla="*/ 134059 h 134058"/>
                <a:gd name="connsiteX5" fmla="*/ 141998 w 141998"/>
                <a:gd name="connsiteY5" fmla="*/ 36263 h 134058"/>
                <a:gd name="connsiteX6" fmla="*/ 106499 w 141998"/>
                <a:gd name="connsiteY6" fmla="*/ 0 h 134058"/>
                <a:gd name="connsiteX7" fmla="*/ 106499 w 141998"/>
                <a:gd name="connsiteY7" fmla="*/ 0 h 134058"/>
                <a:gd name="connsiteX8" fmla="*/ 70999 w 141998"/>
                <a:gd name="connsiteY8" fmla="*/ 128791 h 134058"/>
                <a:gd name="connsiteX9" fmla="*/ 4123 w 141998"/>
                <a:gd name="connsiteY9" fmla="*/ 36263 h 134058"/>
                <a:gd name="connsiteX10" fmla="*/ 13665 w 141998"/>
                <a:gd name="connsiteY10" fmla="*/ 14353 h 134058"/>
                <a:gd name="connsiteX11" fmla="*/ 35500 w 141998"/>
                <a:gd name="connsiteY11" fmla="*/ 4199 h 134058"/>
                <a:gd name="connsiteX12" fmla="*/ 67258 w 141998"/>
                <a:gd name="connsiteY12" fmla="*/ 29850 h 134058"/>
                <a:gd name="connsiteX13" fmla="*/ 70999 w 141998"/>
                <a:gd name="connsiteY13" fmla="*/ 37255 h 134058"/>
                <a:gd name="connsiteX14" fmla="*/ 74740 w 141998"/>
                <a:gd name="connsiteY14" fmla="*/ 29850 h 134058"/>
                <a:gd name="connsiteX15" fmla="*/ 106499 w 141998"/>
                <a:gd name="connsiteY15" fmla="*/ 4199 h 134058"/>
                <a:gd name="connsiteX16" fmla="*/ 137876 w 141998"/>
                <a:gd name="connsiteY16" fmla="*/ 36339 h 134058"/>
                <a:gd name="connsiteX17" fmla="*/ 70999 w 141998"/>
                <a:gd name="connsiteY17" fmla="*/ 128867 h 134058"/>
                <a:gd name="connsiteX18" fmla="*/ 70999 w 141998"/>
                <a:gd name="connsiteY18" fmla="*/ 128867 h 134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1998" h="134058">
                  <a:moveTo>
                    <a:pt x="106499" y="0"/>
                  </a:moveTo>
                  <a:cubicBezTo>
                    <a:pt x="94360" y="0"/>
                    <a:pt x="81305" y="7634"/>
                    <a:pt x="70999" y="27942"/>
                  </a:cubicBezTo>
                  <a:cubicBezTo>
                    <a:pt x="60693" y="7634"/>
                    <a:pt x="47638" y="0"/>
                    <a:pt x="35500" y="0"/>
                  </a:cubicBezTo>
                  <a:cubicBezTo>
                    <a:pt x="16566" y="0"/>
                    <a:pt x="0" y="18551"/>
                    <a:pt x="0" y="36263"/>
                  </a:cubicBezTo>
                  <a:cubicBezTo>
                    <a:pt x="0" y="80008"/>
                    <a:pt x="70999" y="134059"/>
                    <a:pt x="70999" y="134059"/>
                  </a:cubicBezTo>
                  <a:cubicBezTo>
                    <a:pt x="70999" y="134059"/>
                    <a:pt x="141998" y="79931"/>
                    <a:pt x="141998" y="36263"/>
                  </a:cubicBezTo>
                  <a:cubicBezTo>
                    <a:pt x="141998" y="18475"/>
                    <a:pt x="125432" y="0"/>
                    <a:pt x="106499" y="0"/>
                  </a:cubicBezTo>
                  <a:lnTo>
                    <a:pt x="106499" y="0"/>
                  </a:lnTo>
                  <a:close/>
                  <a:moveTo>
                    <a:pt x="70999" y="128791"/>
                  </a:moveTo>
                  <a:cubicBezTo>
                    <a:pt x="58479" y="118714"/>
                    <a:pt x="4123" y="72908"/>
                    <a:pt x="4123" y="36263"/>
                  </a:cubicBezTo>
                  <a:cubicBezTo>
                    <a:pt x="4428" y="28018"/>
                    <a:pt x="7863" y="20231"/>
                    <a:pt x="13665" y="14353"/>
                  </a:cubicBezTo>
                  <a:cubicBezTo>
                    <a:pt x="19238" y="8169"/>
                    <a:pt x="27102" y="4428"/>
                    <a:pt x="35500" y="4199"/>
                  </a:cubicBezTo>
                  <a:cubicBezTo>
                    <a:pt x="47791" y="4199"/>
                    <a:pt x="58784" y="13055"/>
                    <a:pt x="67258" y="29850"/>
                  </a:cubicBezTo>
                  <a:lnTo>
                    <a:pt x="70999" y="37255"/>
                  </a:lnTo>
                  <a:lnTo>
                    <a:pt x="74740" y="29850"/>
                  </a:lnTo>
                  <a:cubicBezTo>
                    <a:pt x="83214" y="13055"/>
                    <a:pt x="94207" y="4199"/>
                    <a:pt x="106499" y="4199"/>
                  </a:cubicBezTo>
                  <a:cubicBezTo>
                    <a:pt x="122302" y="4199"/>
                    <a:pt x="137876" y="20078"/>
                    <a:pt x="137876" y="36339"/>
                  </a:cubicBezTo>
                  <a:cubicBezTo>
                    <a:pt x="137876" y="72908"/>
                    <a:pt x="83519" y="118790"/>
                    <a:pt x="70999" y="128867"/>
                  </a:cubicBezTo>
                  <a:lnTo>
                    <a:pt x="70999" y="128867"/>
                  </a:lnTo>
                  <a:close/>
                </a:path>
              </a:pathLst>
            </a:custGeom>
            <a:noFill/>
            <a:ln w="5726" cap="flat">
              <a:solidFill>
                <a:srgbClr val="B4B5B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92DCCBEF-6FD4-1922-F281-7241E0CA1A9D}"/>
              </a:ext>
            </a:extLst>
          </p:cNvPr>
          <p:cNvSpPr txBox="1"/>
          <p:nvPr/>
        </p:nvSpPr>
        <p:spPr>
          <a:xfrm>
            <a:off x="3997540" y="6425602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1000" spc="0" baseline="0" dirty="0">
                <a:ln/>
                <a:solidFill>
                  <a:srgbClr val="A3A3A3"/>
                </a:solidFill>
                <a:latin typeface="Poppins-Regular"/>
                <a:cs typeface="Poppins-Regular"/>
                <a:sym typeface="Poppins-Regular"/>
                <a:rtl val="0"/>
              </a:rPr>
              <a:t>0:23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2409ACF-257C-445B-CD01-A89D16FA258D}"/>
              </a:ext>
            </a:extLst>
          </p:cNvPr>
          <p:cNvSpPr txBox="1"/>
          <p:nvPr/>
        </p:nvSpPr>
        <p:spPr>
          <a:xfrm>
            <a:off x="8518660" y="6425602"/>
            <a:ext cx="5116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1000" spc="0" baseline="0" dirty="0">
                <a:ln/>
                <a:solidFill>
                  <a:srgbClr val="A3A3A3"/>
                </a:solidFill>
                <a:latin typeface="Poppins-Regular"/>
                <a:cs typeface="Poppins-Regular"/>
                <a:sym typeface="Poppins-Regular"/>
                <a:rtl val="0"/>
              </a:rPr>
              <a:t>-3:25</a:t>
            </a:r>
          </a:p>
        </p:txBody>
      </p:sp>
      <p:grpSp>
        <p:nvGrpSpPr>
          <p:cNvPr id="46" name="Graphic 22">
            <a:extLst>
              <a:ext uri="{FF2B5EF4-FFF2-40B4-BE49-F238E27FC236}">
                <a16:creationId xmlns:a16="http://schemas.microsoft.com/office/drawing/2014/main" id="{0B8CE4B4-F590-184F-9CED-B46833E2F959}"/>
              </a:ext>
            </a:extLst>
          </p:cNvPr>
          <p:cNvGrpSpPr/>
          <p:nvPr/>
        </p:nvGrpSpPr>
        <p:grpSpPr>
          <a:xfrm>
            <a:off x="4474933" y="6565987"/>
            <a:ext cx="4007480" cy="7634"/>
            <a:chOff x="4300409" y="6565987"/>
            <a:chExt cx="4007480" cy="7634"/>
          </a:xfrm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02C3BDCF-FDFC-9079-D9ED-C887FEFE3341}"/>
                </a:ext>
              </a:extLst>
            </p:cNvPr>
            <p:cNvSpPr/>
            <p:nvPr/>
          </p:nvSpPr>
          <p:spPr>
            <a:xfrm>
              <a:off x="4300409" y="6565987"/>
              <a:ext cx="4007480" cy="7634"/>
            </a:xfrm>
            <a:custGeom>
              <a:avLst/>
              <a:gdLst>
                <a:gd name="connsiteX0" fmla="*/ 0 w 4007480"/>
                <a:gd name="connsiteY0" fmla="*/ 0 h 7634"/>
                <a:gd name="connsiteX1" fmla="*/ 4007481 w 4007480"/>
                <a:gd name="connsiteY1" fmla="*/ 0 h 7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007480" h="7634">
                  <a:moveTo>
                    <a:pt x="0" y="0"/>
                  </a:moveTo>
                  <a:lnTo>
                    <a:pt x="4007481" y="0"/>
                  </a:lnTo>
                </a:path>
              </a:pathLst>
            </a:custGeom>
            <a:ln w="22903" cap="rnd">
              <a:solidFill>
                <a:srgbClr val="A3A3A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47CBC3A7-B7B2-D763-ED83-4224245CDE3B}"/>
                </a:ext>
              </a:extLst>
            </p:cNvPr>
            <p:cNvSpPr/>
            <p:nvPr/>
          </p:nvSpPr>
          <p:spPr>
            <a:xfrm>
              <a:off x="4300409" y="6565987"/>
              <a:ext cx="324992" cy="7634"/>
            </a:xfrm>
            <a:custGeom>
              <a:avLst/>
              <a:gdLst>
                <a:gd name="connsiteX0" fmla="*/ 0 w 324992"/>
                <a:gd name="connsiteY0" fmla="*/ 0 h 7634"/>
                <a:gd name="connsiteX1" fmla="*/ 324993 w 324992"/>
                <a:gd name="connsiteY1" fmla="*/ 0 h 7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4992" h="7634">
                  <a:moveTo>
                    <a:pt x="0" y="0"/>
                  </a:moveTo>
                  <a:lnTo>
                    <a:pt x="324993" y="0"/>
                  </a:lnTo>
                </a:path>
              </a:pathLst>
            </a:custGeom>
            <a:ln w="22903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56" name="Graphic 22">
            <a:extLst>
              <a:ext uri="{FF2B5EF4-FFF2-40B4-BE49-F238E27FC236}">
                <a16:creationId xmlns:a16="http://schemas.microsoft.com/office/drawing/2014/main" id="{31CCF217-3D6B-8A4C-E780-6E9E2E261FF9}"/>
              </a:ext>
            </a:extLst>
          </p:cNvPr>
          <p:cNvGrpSpPr/>
          <p:nvPr/>
        </p:nvGrpSpPr>
        <p:grpSpPr>
          <a:xfrm>
            <a:off x="6014976" y="5942566"/>
            <a:ext cx="1010457" cy="347287"/>
            <a:chOff x="5985836" y="6055175"/>
            <a:chExt cx="682813" cy="234678"/>
          </a:xfrm>
        </p:grpSpPr>
        <p:grpSp>
          <p:nvGrpSpPr>
            <p:cNvPr id="57" name="Graphic 22">
              <a:extLst>
                <a:ext uri="{FF2B5EF4-FFF2-40B4-BE49-F238E27FC236}">
                  <a16:creationId xmlns:a16="http://schemas.microsoft.com/office/drawing/2014/main" id="{42A7CF39-2212-C555-4303-3484A2263C13}"/>
                </a:ext>
              </a:extLst>
            </p:cNvPr>
            <p:cNvGrpSpPr/>
            <p:nvPr/>
          </p:nvGrpSpPr>
          <p:grpSpPr>
            <a:xfrm>
              <a:off x="6209903" y="6055175"/>
              <a:ext cx="234678" cy="234678"/>
              <a:chOff x="6209903" y="6055175"/>
              <a:chExt cx="234678" cy="234678"/>
            </a:xfrm>
          </p:grpSpPr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C8D29D25-41E9-8A4F-1EA6-CC62418E3E95}"/>
                  </a:ext>
                </a:extLst>
              </p:cNvPr>
              <p:cNvSpPr/>
              <p:nvPr/>
            </p:nvSpPr>
            <p:spPr>
              <a:xfrm>
                <a:off x="6209903" y="6055175"/>
                <a:ext cx="234678" cy="234678"/>
              </a:xfrm>
              <a:custGeom>
                <a:avLst/>
                <a:gdLst>
                  <a:gd name="connsiteX0" fmla="*/ 234679 w 234678"/>
                  <a:gd name="connsiteY0" fmla="*/ 117339 h 234678"/>
                  <a:gd name="connsiteX1" fmla="*/ 117339 w 234678"/>
                  <a:gd name="connsiteY1" fmla="*/ 234679 h 234678"/>
                  <a:gd name="connsiteX2" fmla="*/ 0 w 234678"/>
                  <a:gd name="connsiteY2" fmla="*/ 117339 h 234678"/>
                  <a:gd name="connsiteX3" fmla="*/ 117339 w 234678"/>
                  <a:gd name="connsiteY3" fmla="*/ 0 h 234678"/>
                  <a:gd name="connsiteX4" fmla="*/ 234679 w 234678"/>
                  <a:gd name="connsiteY4" fmla="*/ 117339 h 2346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4678" h="234678">
                    <a:moveTo>
                      <a:pt x="234679" y="117339"/>
                    </a:moveTo>
                    <a:cubicBezTo>
                      <a:pt x="234679" y="182144"/>
                      <a:pt x="182144" y="234679"/>
                      <a:pt x="117339" y="234679"/>
                    </a:cubicBezTo>
                    <a:cubicBezTo>
                      <a:pt x="52535" y="234679"/>
                      <a:pt x="0" y="182144"/>
                      <a:pt x="0" y="117339"/>
                    </a:cubicBezTo>
                    <a:cubicBezTo>
                      <a:pt x="0" y="52535"/>
                      <a:pt x="52535" y="0"/>
                      <a:pt x="117339" y="0"/>
                    </a:cubicBezTo>
                    <a:cubicBezTo>
                      <a:pt x="182144" y="0"/>
                      <a:pt x="234679" y="52535"/>
                      <a:pt x="234679" y="1173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60" name="Graphic 22">
                <a:extLst>
                  <a:ext uri="{FF2B5EF4-FFF2-40B4-BE49-F238E27FC236}">
                    <a16:creationId xmlns:a16="http://schemas.microsoft.com/office/drawing/2014/main" id="{76421D9D-D3CA-59A3-0AAA-36F1A3D2CA89}"/>
                  </a:ext>
                </a:extLst>
              </p:cNvPr>
              <p:cNvGrpSpPr/>
              <p:nvPr/>
            </p:nvGrpSpPr>
            <p:grpSpPr>
              <a:xfrm>
                <a:off x="6289224" y="6120601"/>
                <a:ext cx="76037" cy="103750"/>
                <a:chOff x="6289224" y="6120601"/>
                <a:chExt cx="76037" cy="103750"/>
              </a:xfrm>
              <a:solidFill>
                <a:srgbClr val="000000"/>
              </a:solidFill>
            </p:grpSpPr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34850E5A-91B2-D584-D5B5-C8A97A07463B}"/>
                    </a:ext>
                  </a:extLst>
                </p:cNvPr>
                <p:cNvSpPr/>
                <p:nvPr/>
              </p:nvSpPr>
              <p:spPr>
                <a:xfrm>
                  <a:off x="6289224" y="6120601"/>
                  <a:ext cx="25345" cy="103750"/>
                </a:xfrm>
                <a:custGeom>
                  <a:avLst/>
                  <a:gdLst>
                    <a:gd name="connsiteX0" fmla="*/ 0 w 25345"/>
                    <a:gd name="connsiteY0" fmla="*/ 0 h 103750"/>
                    <a:gd name="connsiteX1" fmla="*/ 25346 w 25345"/>
                    <a:gd name="connsiteY1" fmla="*/ 0 h 103750"/>
                    <a:gd name="connsiteX2" fmla="*/ 25346 w 25345"/>
                    <a:gd name="connsiteY2" fmla="*/ 103750 h 103750"/>
                    <a:gd name="connsiteX3" fmla="*/ 0 w 25345"/>
                    <a:gd name="connsiteY3" fmla="*/ 103750 h 103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45" h="103750">
                      <a:moveTo>
                        <a:pt x="0" y="0"/>
                      </a:moveTo>
                      <a:lnTo>
                        <a:pt x="25346" y="0"/>
                      </a:lnTo>
                      <a:lnTo>
                        <a:pt x="25346" y="103750"/>
                      </a:lnTo>
                      <a:lnTo>
                        <a:pt x="0" y="1037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763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43826244-9B2E-081E-D626-37DA1CA39C60}"/>
                    </a:ext>
                  </a:extLst>
                </p:cNvPr>
                <p:cNvSpPr/>
                <p:nvPr/>
              </p:nvSpPr>
              <p:spPr>
                <a:xfrm>
                  <a:off x="6339916" y="6120601"/>
                  <a:ext cx="25345" cy="103750"/>
                </a:xfrm>
                <a:custGeom>
                  <a:avLst/>
                  <a:gdLst>
                    <a:gd name="connsiteX0" fmla="*/ 0 w 25345"/>
                    <a:gd name="connsiteY0" fmla="*/ 0 h 103750"/>
                    <a:gd name="connsiteX1" fmla="*/ 25346 w 25345"/>
                    <a:gd name="connsiteY1" fmla="*/ 0 h 103750"/>
                    <a:gd name="connsiteX2" fmla="*/ 25346 w 25345"/>
                    <a:gd name="connsiteY2" fmla="*/ 103750 h 103750"/>
                    <a:gd name="connsiteX3" fmla="*/ 0 w 25345"/>
                    <a:gd name="connsiteY3" fmla="*/ 103750 h 103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45" h="103750">
                      <a:moveTo>
                        <a:pt x="0" y="0"/>
                      </a:moveTo>
                      <a:lnTo>
                        <a:pt x="25346" y="0"/>
                      </a:lnTo>
                      <a:lnTo>
                        <a:pt x="25346" y="103750"/>
                      </a:lnTo>
                      <a:lnTo>
                        <a:pt x="0" y="1037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763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66" name="Graphic 22">
              <a:extLst>
                <a:ext uri="{FF2B5EF4-FFF2-40B4-BE49-F238E27FC236}">
                  <a16:creationId xmlns:a16="http://schemas.microsoft.com/office/drawing/2014/main" id="{195409B4-8E68-9776-5C4C-62B6600DF0D2}"/>
                </a:ext>
              </a:extLst>
            </p:cNvPr>
            <p:cNvGrpSpPr/>
            <p:nvPr/>
          </p:nvGrpSpPr>
          <p:grpSpPr>
            <a:xfrm>
              <a:off x="6565205" y="6114036"/>
              <a:ext cx="103444" cy="111613"/>
              <a:chOff x="6565205" y="6114036"/>
              <a:chExt cx="103444" cy="111613"/>
            </a:xfrm>
            <a:solidFill>
              <a:srgbClr val="FFFFFF"/>
            </a:solidFill>
          </p:grpSpPr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6AAAB4F8-7B40-0BEF-F04A-7B3A113ABCFD}"/>
                  </a:ext>
                </a:extLst>
              </p:cNvPr>
              <p:cNvSpPr/>
              <p:nvPr/>
            </p:nvSpPr>
            <p:spPr>
              <a:xfrm>
                <a:off x="6565205" y="6114036"/>
                <a:ext cx="96650" cy="111613"/>
              </a:xfrm>
              <a:custGeom>
                <a:avLst/>
                <a:gdLst>
                  <a:gd name="connsiteX0" fmla="*/ 96650 w 96650"/>
                  <a:gd name="connsiteY0" fmla="*/ 55807 h 111613"/>
                  <a:gd name="connsiteX1" fmla="*/ 0 w 96650"/>
                  <a:gd name="connsiteY1" fmla="*/ 0 h 111613"/>
                  <a:gd name="connsiteX2" fmla="*/ 0 w 96650"/>
                  <a:gd name="connsiteY2" fmla="*/ 111614 h 111613"/>
                  <a:gd name="connsiteX3" fmla="*/ 96650 w 96650"/>
                  <a:gd name="connsiteY3" fmla="*/ 55807 h 1116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650" h="111613">
                    <a:moveTo>
                      <a:pt x="96650" y="55807"/>
                    </a:moveTo>
                    <a:lnTo>
                      <a:pt x="0" y="0"/>
                    </a:lnTo>
                    <a:lnTo>
                      <a:pt x="0" y="111614"/>
                    </a:lnTo>
                    <a:lnTo>
                      <a:pt x="96650" y="55807"/>
                    </a:lnTo>
                    <a:close/>
                  </a:path>
                </a:pathLst>
              </a:custGeom>
              <a:solidFill>
                <a:srgbClr val="FFFFFF"/>
              </a:solidFill>
              <a:ln w="76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E809CEF5-0C63-A9CC-DAC0-5750FC57AE05}"/>
                  </a:ext>
                </a:extLst>
              </p:cNvPr>
              <p:cNvSpPr/>
              <p:nvPr/>
            </p:nvSpPr>
            <p:spPr>
              <a:xfrm>
                <a:off x="6655060" y="6114036"/>
                <a:ext cx="13589" cy="111613"/>
              </a:xfrm>
              <a:custGeom>
                <a:avLst/>
                <a:gdLst>
                  <a:gd name="connsiteX0" fmla="*/ 0 w 13589"/>
                  <a:gd name="connsiteY0" fmla="*/ 0 h 111613"/>
                  <a:gd name="connsiteX1" fmla="*/ 13589 w 13589"/>
                  <a:gd name="connsiteY1" fmla="*/ 0 h 111613"/>
                  <a:gd name="connsiteX2" fmla="*/ 13589 w 13589"/>
                  <a:gd name="connsiteY2" fmla="*/ 111614 h 111613"/>
                  <a:gd name="connsiteX3" fmla="*/ 0 w 13589"/>
                  <a:gd name="connsiteY3" fmla="*/ 111614 h 1116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89" h="111613">
                    <a:moveTo>
                      <a:pt x="0" y="0"/>
                    </a:moveTo>
                    <a:lnTo>
                      <a:pt x="13589" y="0"/>
                    </a:lnTo>
                    <a:lnTo>
                      <a:pt x="13589" y="111614"/>
                    </a:lnTo>
                    <a:lnTo>
                      <a:pt x="0" y="111614"/>
                    </a:lnTo>
                    <a:close/>
                  </a:path>
                </a:pathLst>
              </a:custGeom>
              <a:solidFill>
                <a:srgbClr val="FFFFFF"/>
              </a:solidFill>
              <a:ln w="76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82" name="Graphic 22">
              <a:extLst>
                <a:ext uri="{FF2B5EF4-FFF2-40B4-BE49-F238E27FC236}">
                  <a16:creationId xmlns:a16="http://schemas.microsoft.com/office/drawing/2014/main" id="{9E623AAD-3785-E80E-2980-5096A52075B3}"/>
                </a:ext>
              </a:extLst>
            </p:cNvPr>
            <p:cNvGrpSpPr/>
            <p:nvPr/>
          </p:nvGrpSpPr>
          <p:grpSpPr>
            <a:xfrm>
              <a:off x="5985836" y="6114036"/>
              <a:ext cx="103521" cy="111613"/>
              <a:chOff x="5985836" y="6114036"/>
              <a:chExt cx="103521" cy="111613"/>
            </a:xfrm>
            <a:solidFill>
              <a:srgbClr val="FFFFFF"/>
            </a:solidFill>
          </p:grpSpPr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6AA657D1-4956-1596-65B3-795D04D6DE75}"/>
                  </a:ext>
                </a:extLst>
              </p:cNvPr>
              <p:cNvSpPr/>
              <p:nvPr/>
            </p:nvSpPr>
            <p:spPr>
              <a:xfrm>
                <a:off x="5992631" y="6114036"/>
                <a:ext cx="96726" cy="111613"/>
              </a:xfrm>
              <a:custGeom>
                <a:avLst/>
                <a:gdLst>
                  <a:gd name="connsiteX0" fmla="*/ 0 w 96726"/>
                  <a:gd name="connsiteY0" fmla="*/ 55807 h 111613"/>
                  <a:gd name="connsiteX1" fmla="*/ 96727 w 96726"/>
                  <a:gd name="connsiteY1" fmla="*/ 0 h 111613"/>
                  <a:gd name="connsiteX2" fmla="*/ 96727 w 96726"/>
                  <a:gd name="connsiteY2" fmla="*/ 111614 h 111613"/>
                  <a:gd name="connsiteX3" fmla="*/ 0 w 96726"/>
                  <a:gd name="connsiteY3" fmla="*/ 55807 h 1116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726" h="111613">
                    <a:moveTo>
                      <a:pt x="0" y="55807"/>
                    </a:moveTo>
                    <a:lnTo>
                      <a:pt x="96727" y="0"/>
                    </a:lnTo>
                    <a:lnTo>
                      <a:pt x="96727" y="111614"/>
                    </a:lnTo>
                    <a:lnTo>
                      <a:pt x="0" y="55807"/>
                    </a:lnTo>
                    <a:close/>
                  </a:path>
                </a:pathLst>
              </a:custGeom>
              <a:solidFill>
                <a:srgbClr val="FFFFFF"/>
              </a:solidFill>
              <a:ln w="76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674F7BF8-CCF7-863A-D314-5A5F61C72936}"/>
                  </a:ext>
                </a:extLst>
              </p:cNvPr>
              <p:cNvSpPr/>
              <p:nvPr/>
            </p:nvSpPr>
            <p:spPr>
              <a:xfrm rot="-10800000">
                <a:off x="5985836" y="6114036"/>
                <a:ext cx="13589" cy="111613"/>
              </a:xfrm>
              <a:custGeom>
                <a:avLst/>
                <a:gdLst>
                  <a:gd name="connsiteX0" fmla="*/ 0 w 13589"/>
                  <a:gd name="connsiteY0" fmla="*/ 0 h 111613"/>
                  <a:gd name="connsiteX1" fmla="*/ 13589 w 13589"/>
                  <a:gd name="connsiteY1" fmla="*/ 0 h 111613"/>
                  <a:gd name="connsiteX2" fmla="*/ 13589 w 13589"/>
                  <a:gd name="connsiteY2" fmla="*/ 111614 h 111613"/>
                  <a:gd name="connsiteX3" fmla="*/ 0 w 13589"/>
                  <a:gd name="connsiteY3" fmla="*/ 111614 h 1116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89" h="111613">
                    <a:moveTo>
                      <a:pt x="0" y="0"/>
                    </a:moveTo>
                    <a:lnTo>
                      <a:pt x="13589" y="0"/>
                    </a:lnTo>
                    <a:lnTo>
                      <a:pt x="13589" y="111614"/>
                    </a:lnTo>
                    <a:lnTo>
                      <a:pt x="0" y="111614"/>
                    </a:lnTo>
                    <a:close/>
                  </a:path>
                </a:pathLst>
              </a:custGeom>
              <a:solidFill>
                <a:srgbClr val="FFFFFF"/>
              </a:solidFill>
              <a:ln w="76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grpSp>
        <p:nvGrpSpPr>
          <p:cNvPr id="142" name="Graphic 22">
            <a:extLst>
              <a:ext uri="{FF2B5EF4-FFF2-40B4-BE49-F238E27FC236}">
                <a16:creationId xmlns:a16="http://schemas.microsoft.com/office/drawing/2014/main" id="{2BE2AB2F-E7A8-E0E4-226F-2C8B453AB524}"/>
              </a:ext>
            </a:extLst>
          </p:cNvPr>
          <p:cNvGrpSpPr/>
          <p:nvPr/>
        </p:nvGrpSpPr>
        <p:grpSpPr>
          <a:xfrm>
            <a:off x="10818745" y="6205799"/>
            <a:ext cx="75350" cy="150701"/>
            <a:chOff x="10727127" y="6205800"/>
            <a:chExt cx="75350" cy="150701"/>
          </a:xfrm>
          <a:noFill/>
        </p:grpSpPr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23054A5B-34A1-72E0-C28E-EB4D26DEC857}"/>
                </a:ext>
              </a:extLst>
            </p:cNvPr>
            <p:cNvSpPr/>
            <p:nvPr/>
          </p:nvSpPr>
          <p:spPr>
            <a:xfrm>
              <a:off x="10727127" y="6205800"/>
              <a:ext cx="75350" cy="150701"/>
            </a:xfrm>
            <a:custGeom>
              <a:avLst/>
              <a:gdLst>
                <a:gd name="connsiteX0" fmla="*/ 0 w 75350"/>
                <a:gd name="connsiteY0" fmla="*/ 0 h 150701"/>
                <a:gd name="connsiteX1" fmla="*/ 75351 w 75350"/>
                <a:gd name="connsiteY1" fmla="*/ 75351 h 150701"/>
                <a:gd name="connsiteX2" fmla="*/ 0 w 75350"/>
                <a:gd name="connsiteY2" fmla="*/ 150701 h 150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350" h="150701">
                  <a:moveTo>
                    <a:pt x="0" y="0"/>
                  </a:moveTo>
                  <a:cubicBezTo>
                    <a:pt x="41607" y="0"/>
                    <a:pt x="75351" y="33744"/>
                    <a:pt x="75351" y="75351"/>
                  </a:cubicBezTo>
                  <a:cubicBezTo>
                    <a:pt x="75351" y="116958"/>
                    <a:pt x="41607" y="150701"/>
                    <a:pt x="0" y="150701"/>
                  </a:cubicBezTo>
                </a:path>
              </a:pathLst>
            </a:custGeom>
            <a:noFill/>
            <a:ln w="15269" cap="flat">
              <a:solidFill>
                <a:srgbClr val="A3A3A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D76056CF-9257-10EC-7CDA-C1BB0FE47D44}"/>
                </a:ext>
              </a:extLst>
            </p:cNvPr>
            <p:cNvSpPr/>
            <p:nvPr/>
          </p:nvSpPr>
          <p:spPr>
            <a:xfrm>
              <a:off x="10727127" y="6236032"/>
              <a:ext cx="45119" cy="90237"/>
            </a:xfrm>
            <a:custGeom>
              <a:avLst/>
              <a:gdLst>
                <a:gd name="connsiteX0" fmla="*/ 0 w 45119"/>
                <a:gd name="connsiteY0" fmla="*/ 0 h 90237"/>
                <a:gd name="connsiteX1" fmla="*/ 45119 w 45119"/>
                <a:gd name="connsiteY1" fmla="*/ 45119 h 90237"/>
                <a:gd name="connsiteX2" fmla="*/ 0 w 45119"/>
                <a:gd name="connsiteY2" fmla="*/ 90238 h 9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119" h="90237">
                  <a:moveTo>
                    <a:pt x="0" y="0"/>
                  </a:moveTo>
                  <a:cubicBezTo>
                    <a:pt x="24888" y="0"/>
                    <a:pt x="45119" y="20155"/>
                    <a:pt x="45119" y="45119"/>
                  </a:cubicBezTo>
                  <a:cubicBezTo>
                    <a:pt x="45119" y="70083"/>
                    <a:pt x="24964" y="90238"/>
                    <a:pt x="0" y="90238"/>
                  </a:cubicBezTo>
                </a:path>
              </a:pathLst>
            </a:custGeom>
            <a:noFill/>
            <a:ln w="15269" cap="flat">
              <a:solidFill>
                <a:srgbClr val="A3A3A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46" name="Graphic 22">
            <a:extLst>
              <a:ext uri="{FF2B5EF4-FFF2-40B4-BE49-F238E27FC236}">
                <a16:creationId xmlns:a16="http://schemas.microsoft.com/office/drawing/2014/main" id="{385BF348-D130-6AFE-9C03-411722F54EE1}"/>
              </a:ext>
            </a:extLst>
          </p:cNvPr>
          <p:cNvGrpSpPr/>
          <p:nvPr/>
        </p:nvGrpSpPr>
        <p:grpSpPr>
          <a:xfrm>
            <a:off x="11050447" y="6302527"/>
            <a:ext cx="725717" cy="7634"/>
            <a:chOff x="10958829" y="6302527"/>
            <a:chExt cx="725717" cy="7634"/>
          </a:xfrm>
        </p:grpSpPr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FA90F580-F742-5433-2050-50F824095147}"/>
                </a:ext>
              </a:extLst>
            </p:cNvPr>
            <p:cNvSpPr/>
            <p:nvPr/>
          </p:nvSpPr>
          <p:spPr>
            <a:xfrm>
              <a:off x="10958829" y="6302527"/>
              <a:ext cx="725717" cy="7634"/>
            </a:xfrm>
            <a:custGeom>
              <a:avLst/>
              <a:gdLst>
                <a:gd name="connsiteX0" fmla="*/ 0 w 725717"/>
                <a:gd name="connsiteY0" fmla="*/ 0 h 7634"/>
                <a:gd name="connsiteX1" fmla="*/ 725718 w 725717"/>
                <a:gd name="connsiteY1" fmla="*/ 0 h 7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717" h="7634">
                  <a:moveTo>
                    <a:pt x="0" y="0"/>
                  </a:moveTo>
                  <a:lnTo>
                    <a:pt x="725718" y="0"/>
                  </a:lnTo>
                </a:path>
              </a:pathLst>
            </a:custGeom>
            <a:ln w="22903" cap="rnd">
              <a:solidFill>
                <a:srgbClr val="A3A3A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ADE69317-F0A5-46B8-682F-2AC4EB2F9B53}"/>
                </a:ext>
              </a:extLst>
            </p:cNvPr>
            <p:cNvSpPr/>
            <p:nvPr/>
          </p:nvSpPr>
          <p:spPr>
            <a:xfrm>
              <a:off x="10958829" y="6302527"/>
              <a:ext cx="609829" cy="7634"/>
            </a:xfrm>
            <a:custGeom>
              <a:avLst/>
              <a:gdLst>
                <a:gd name="connsiteX0" fmla="*/ 0 w 609829"/>
                <a:gd name="connsiteY0" fmla="*/ 0 h 7634"/>
                <a:gd name="connsiteX1" fmla="*/ 609829 w 609829"/>
                <a:gd name="connsiteY1" fmla="*/ 0 h 7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9829" h="7634">
                  <a:moveTo>
                    <a:pt x="0" y="0"/>
                  </a:moveTo>
                  <a:lnTo>
                    <a:pt x="609829" y="0"/>
                  </a:lnTo>
                </a:path>
              </a:pathLst>
            </a:custGeom>
            <a:ln w="22903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pic>
        <p:nvPicPr>
          <p:cNvPr id="154" name="Graphic 153">
            <a:extLst>
              <a:ext uri="{FF2B5EF4-FFF2-40B4-BE49-F238E27FC236}">
                <a16:creationId xmlns:a16="http://schemas.microsoft.com/office/drawing/2014/main" id="{9C8D998C-CF4B-E90B-5C51-374F7AAB039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624019" y="6166835"/>
            <a:ext cx="157675" cy="228629"/>
          </a:xfrm>
          <a:prstGeom prst="rect">
            <a:avLst/>
          </a:prstGeom>
        </p:spPr>
      </p:pic>
      <p:pic>
        <p:nvPicPr>
          <p:cNvPr id="157" name="Picture Placeholder 156" descr="Text&#10;&#10;Description automatically generated">
            <a:extLst>
              <a:ext uri="{FF2B5EF4-FFF2-40B4-BE49-F238E27FC236}">
                <a16:creationId xmlns:a16="http://schemas.microsoft.com/office/drawing/2014/main" id="{C24F1819-70E8-7961-1322-5BCAD655518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784081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E4BEF4F-16A7-27D9-FB12-30D2128537F1}"/>
              </a:ext>
            </a:extLst>
          </p:cNvPr>
          <p:cNvSpPr txBox="1"/>
          <p:nvPr/>
        </p:nvSpPr>
        <p:spPr>
          <a:xfrm>
            <a:off x="3232524" y="167168"/>
            <a:ext cx="6455613" cy="5139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600" dirty="0">
                <a:solidFill>
                  <a:srgbClr val="1ED760"/>
                </a:solidFill>
                <a:latin typeface="Bahnschrift SemiLight SemiConde" panose="020B0502040204020203" pitchFamily="34" charset="0"/>
                <a:cs typeface="Poppins SemiBold" panose="00000700000000000000" pitchFamily="50" charset="0"/>
              </a:rPr>
              <a:t>C</a:t>
            </a:r>
            <a:r>
              <a:rPr lang="en-IN" sz="11500" dirty="0">
                <a:solidFill>
                  <a:srgbClr val="1ED760"/>
                </a:solidFill>
                <a:latin typeface="Bahnschrift SemiLight SemiConde" panose="020B0502040204020203" pitchFamily="34" charset="0"/>
                <a:cs typeface="Poppins SemiBold" panose="00000700000000000000" pitchFamily="50" charset="0"/>
              </a:rPr>
              <a:t>ảm </a:t>
            </a:r>
            <a:r>
              <a:rPr lang="en-IN" sz="16600" dirty="0">
                <a:solidFill>
                  <a:srgbClr val="1ED760"/>
                </a:solidFill>
                <a:latin typeface="Bahnschrift SemiLight SemiConde" panose="020B0502040204020203" pitchFamily="34" charset="0"/>
                <a:cs typeface="Poppins SemiBold" panose="00000700000000000000" pitchFamily="50" charset="0"/>
              </a:rPr>
              <a:t>ơ</a:t>
            </a:r>
            <a:r>
              <a:rPr lang="en-IN" sz="11500" dirty="0">
                <a:solidFill>
                  <a:srgbClr val="1ED760"/>
                </a:solidFill>
                <a:latin typeface="Bahnschrift SemiLight SemiConde" panose="020B0502040204020203" pitchFamily="34" charset="0"/>
                <a:cs typeface="Poppins SemiBold" panose="00000700000000000000" pitchFamily="50" charset="0"/>
              </a:rPr>
              <a:t>n </a:t>
            </a:r>
          </a:p>
          <a:p>
            <a:pPr algn="ctr"/>
            <a:r>
              <a:rPr lang="en-IN" sz="5400" dirty="0">
                <a:solidFill>
                  <a:srgbClr val="B4B5B2"/>
                </a:solidFill>
                <a:latin typeface="Microsoft PhagsPa" panose="020B0502040204020203" pitchFamily="34" charset="0"/>
                <a:cs typeface="Poppins SemiBold" panose="00000700000000000000" pitchFamily="50" charset="0"/>
              </a:rPr>
              <a:t>Thầy Cô Và Các Bạn </a:t>
            </a:r>
          </a:p>
          <a:p>
            <a:pPr algn="ctr"/>
            <a:r>
              <a:rPr lang="en-IN" sz="5400" dirty="0">
                <a:solidFill>
                  <a:srgbClr val="B4B5B2"/>
                </a:solidFill>
                <a:latin typeface="Microsoft PhagsPa" panose="020B0502040204020203" pitchFamily="34" charset="0"/>
                <a:cs typeface="Poppins SemiBold" panose="00000700000000000000" pitchFamily="50" charset="0"/>
              </a:rPr>
              <a:t>Đã Lắng Nghe Bài </a:t>
            </a:r>
          </a:p>
          <a:p>
            <a:pPr algn="ctr"/>
            <a:r>
              <a:rPr lang="en-IN" sz="5400" dirty="0">
                <a:solidFill>
                  <a:srgbClr val="B4B5B2"/>
                </a:solidFill>
                <a:latin typeface="Microsoft PhagsPa" panose="020B0502040204020203" pitchFamily="34" charset="0"/>
                <a:cs typeface="Poppins SemiBold" panose="00000700000000000000" pitchFamily="50" charset="0"/>
              </a:rPr>
              <a:t>Thuyết Trình Của Em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371FB22-7FA7-46A2-F082-E8B4A3E0E664}"/>
              </a:ext>
            </a:extLst>
          </p:cNvPr>
          <p:cNvSpPr/>
          <p:nvPr/>
        </p:nvSpPr>
        <p:spPr>
          <a:xfrm>
            <a:off x="0" y="5689950"/>
            <a:ext cx="12192000" cy="1168889"/>
          </a:xfrm>
          <a:custGeom>
            <a:avLst/>
            <a:gdLst>
              <a:gd name="connsiteX0" fmla="*/ 0 w 12192000"/>
              <a:gd name="connsiteY0" fmla="*/ 0 h 1168889"/>
              <a:gd name="connsiteX1" fmla="*/ 12192000 w 12192000"/>
              <a:gd name="connsiteY1" fmla="*/ 0 h 1168889"/>
              <a:gd name="connsiteX2" fmla="*/ 12192000 w 12192000"/>
              <a:gd name="connsiteY2" fmla="*/ 1168890 h 1168889"/>
              <a:gd name="connsiteX3" fmla="*/ 0 w 12192000"/>
              <a:gd name="connsiteY3" fmla="*/ 1168890 h 1168889"/>
              <a:gd name="connsiteX4" fmla="*/ 0 w 12192000"/>
              <a:gd name="connsiteY4" fmla="*/ 0 h 1168889"/>
              <a:gd name="connsiteX5" fmla="*/ 0 w 12192000"/>
              <a:gd name="connsiteY5" fmla="*/ 0 h 1168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168889">
                <a:moveTo>
                  <a:pt x="0" y="0"/>
                </a:moveTo>
                <a:lnTo>
                  <a:pt x="12192000" y="0"/>
                </a:lnTo>
                <a:lnTo>
                  <a:pt x="12192000" y="1168890"/>
                </a:lnTo>
                <a:lnTo>
                  <a:pt x="0" y="11688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171717"/>
          </a:solidFill>
          <a:ln>
            <a:noFill/>
          </a:ln>
          <a:effectLst>
            <a:outerShdw blurRad="127000" dist="381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lt1"/>
              </a:solidFill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8B75710E-7F2F-8634-D2E3-AA2677355D59}"/>
              </a:ext>
            </a:extLst>
          </p:cNvPr>
          <p:cNvSpPr/>
          <p:nvPr/>
        </p:nvSpPr>
        <p:spPr>
          <a:xfrm>
            <a:off x="422440" y="5873860"/>
            <a:ext cx="801144" cy="801144"/>
          </a:xfrm>
          <a:custGeom>
            <a:avLst/>
            <a:gdLst>
              <a:gd name="connsiteX0" fmla="*/ 0 w 801144"/>
              <a:gd name="connsiteY0" fmla="*/ 0 h 801144"/>
              <a:gd name="connsiteX1" fmla="*/ 801145 w 801144"/>
              <a:gd name="connsiteY1" fmla="*/ 0 h 801144"/>
              <a:gd name="connsiteX2" fmla="*/ 801145 w 801144"/>
              <a:gd name="connsiteY2" fmla="*/ 801145 h 801144"/>
              <a:gd name="connsiteX3" fmla="*/ 0 w 801144"/>
              <a:gd name="connsiteY3" fmla="*/ 801145 h 801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1144" h="801144">
                <a:moveTo>
                  <a:pt x="0" y="0"/>
                </a:moveTo>
                <a:lnTo>
                  <a:pt x="801145" y="0"/>
                </a:lnTo>
                <a:lnTo>
                  <a:pt x="801145" y="801145"/>
                </a:lnTo>
                <a:lnTo>
                  <a:pt x="0" y="801145"/>
                </a:lnTo>
                <a:close/>
              </a:path>
            </a:pathLst>
          </a:custGeom>
          <a:solidFill>
            <a:srgbClr val="DDDFDA"/>
          </a:solidFill>
          <a:ln w="7634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1594D2-253A-09F1-EB23-B2FF63A499F4}"/>
              </a:ext>
            </a:extLst>
          </p:cNvPr>
          <p:cNvSpPr txBox="1"/>
          <p:nvPr/>
        </p:nvSpPr>
        <p:spPr>
          <a:xfrm>
            <a:off x="1295672" y="6281466"/>
            <a:ext cx="17684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1000" spc="0" baseline="0" dirty="0">
                <a:ln/>
                <a:solidFill>
                  <a:srgbClr val="A3A3A3"/>
                </a:solidFill>
                <a:latin typeface="Poppins-Regular"/>
                <a:cs typeface="Poppins-Regular"/>
                <a:sym typeface="Poppins-Regular"/>
                <a:rtl val="0"/>
              </a:rPr>
              <a:t>Luis </a:t>
            </a:r>
            <a:r>
              <a:rPr lang="en-IN" sz="1000" spc="0" baseline="0" dirty="0" err="1">
                <a:ln/>
                <a:solidFill>
                  <a:srgbClr val="A3A3A3"/>
                </a:solidFill>
                <a:latin typeface="Poppins-Regular"/>
                <a:cs typeface="Poppins-Regular"/>
                <a:sym typeface="Poppins-Regular"/>
                <a:rtl val="0"/>
              </a:rPr>
              <a:t>Fonsi</a:t>
            </a:r>
            <a:r>
              <a:rPr lang="en-IN" sz="1000" spc="0" baseline="0" dirty="0">
                <a:ln/>
                <a:solidFill>
                  <a:srgbClr val="A3A3A3"/>
                </a:solidFill>
                <a:latin typeface="Poppins-Regular"/>
                <a:cs typeface="Poppins-Regular"/>
                <a:sym typeface="Poppins-Regular"/>
                <a:rtl val="0"/>
              </a:rPr>
              <a:t>, Daddy Yankee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A8AE424-DCFE-238E-0E73-69A9BC93C1A5}"/>
              </a:ext>
            </a:extLst>
          </p:cNvPr>
          <p:cNvSpPr txBox="1"/>
          <p:nvPr/>
        </p:nvSpPr>
        <p:spPr>
          <a:xfrm>
            <a:off x="1291091" y="5986094"/>
            <a:ext cx="19103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200" spc="0" baseline="0" dirty="0">
                <a:ln/>
                <a:solidFill>
                  <a:srgbClr val="FFFFFF"/>
                </a:solidFill>
                <a:latin typeface="Poppins-Medium"/>
                <a:cs typeface="Poppins-Medium"/>
                <a:sym typeface="Poppins-Medium"/>
                <a:rtl val="0"/>
              </a:rPr>
              <a:t>Despacito</a:t>
            </a:r>
          </a:p>
        </p:txBody>
      </p:sp>
      <p:grpSp>
        <p:nvGrpSpPr>
          <p:cNvPr id="37" name="Graphic 22">
            <a:extLst>
              <a:ext uri="{FF2B5EF4-FFF2-40B4-BE49-F238E27FC236}">
                <a16:creationId xmlns:a16="http://schemas.microsoft.com/office/drawing/2014/main" id="{F04A90F6-E788-E953-0DF5-E3D3F1F1A524}"/>
              </a:ext>
            </a:extLst>
          </p:cNvPr>
          <p:cNvGrpSpPr/>
          <p:nvPr/>
        </p:nvGrpSpPr>
        <p:grpSpPr>
          <a:xfrm>
            <a:off x="3107581" y="6207327"/>
            <a:ext cx="141998" cy="134058"/>
            <a:chOff x="3193815" y="6207327"/>
            <a:chExt cx="141998" cy="134058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322DDAFE-54BD-7E32-65D5-EBF8BA291472}"/>
                </a:ext>
              </a:extLst>
            </p:cNvPr>
            <p:cNvSpPr/>
            <p:nvPr/>
          </p:nvSpPr>
          <p:spPr>
            <a:xfrm>
              <a:off x="3193815" y="6207327"/>
              <a:ext cx="141998" cy="134058"/>
            </a:xfrm>
            <a:custGeom>
              <a:avLst/>
              <a:gdLst>
                <a:gd name="connsiteX0" fmla="*/ 106499 w 141998"/>
                <a:gd name="connsiteY0" fmla="*/ 0 h 134058"/>
                <a:gd name="connsiteX1" fmla="*/ 70999 w 141998"/>
                <a:gd name="connsiteY1" fmla="*/ 27942 h 134058"/>
                <a:gd name="connsiteX2" fmla="*/ 35500 w 141998"/>
                <a:gd name="connsiteY2" fmla="*/ 0 h 134058"/>
                <a:gd name="connsiteX3" fmla="*/ 0 w 141998"/>
                <a:gd name="connsiteY3" fmla="*/ 36263 h 134058"/>
                <a:gd name="connsiteX4" fmla="*/ 70999 w 141998"/>
                <a:gd name="connsiteY4" fmla="*/ 134059 h 134058"/>
                <a:gd name="connsiteX5" fmla="*/ 141998 w 141998"/>
                <a:gd name="connsiteY5" fmla="*/ 36263 h 134058"/>
                <a:gd name="connsiteX6" fmla="*/ 106499 w 141998"/>
                <a:gd name="connsiteY6" fmla="*/ 0 h 134058"/>
                <a:gd name="connsiteX7" fmla="*/ 106499 w 141998"/>
                <a:gd name="connsiteY7" fmla="*/ 0 h 134058"/>
                <a:gd name="connsiteX8" fmla="*/ 70999 w 141998"/>
                <a:gd name="connsiteY8" fmla="*/ 128791 h 134058"/>
                <a:gd name="connsiteX9" fmla="*/ 4123 w 141998"/>
                <a:gd name="connsiteY9" fmla="*/ 36263 h 134058"/>
                <a:gd name="connsiteX10" fmla="*/ 13665 w 141998"/>
                <a:gd name="connsiteY10" fmla="*/ 14353 h 134058"/>
                <a:gd name="connsiteX11" fmla="*/ 35500 w 141998"/>
                <a:gd name="connsiteY11" fmla="*/ 4199 h 134058"/>
                <a:gd name="connsiteX12" fmla="*/ 67258 w 141998"/>
                <a:gd name="connsiteY12" fmla="*/ 29850 h 134058"/>
                <a:gd name="connsiteX13" fmla="*/ 70999 w 141998"/>
                <a:gd name="connsiteY13" fmla="*/ 37255 h 134058"/>
                <a:gd name="connsiteX14" fmla="*/ 74740 w 141998"/>
                <a:gd name="connsiteY14" fmla="*/ 29850 h 134058"/>
                <a:gd name="connsiteX15" fmla="*/ 106499 w 141998"/>
                <a:gd name="connsiteY15" fmla="*/ 4199 h 134058"/>
                <a:gd name="connsiteX16" fmla="*/ 137876 w 141998"/>
                <a:gd name="connsiteY16" fmla="*/ 36339 h 134058"/>
                <a:gd name="connsiteX17" fmla="*/ 70999 w 141998"/>
                <a:gd name="connsiteY17" fmla="*/ 128867 h 134058"/>
                <a:gd name="connsiteX18" fmla="*/ 70999 w 141998"/>
                <a:gd name="connsiteY18" fmla="*/ 128867 h 134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1998" h="134058">
                  <a:moveTo>
                    <a:pt x="106499" y="0"/>
                  </a:moveTo>
                  <a:cubicBezTo>
                    <a:pt x="94360" y="0"/>
                    <a:pt x="81305" y="7634"/>
                    <a:pt x="70999" y="27942"/>
                  </a:cubicBezTo>
                  <a:cubicBezTo>
                    <a:pt x="60693" y="7634"/>
                    <a:pt x="47638" y="0"/>
                    <a:pt x="35500" y="0"/>
                  </a:cubicBezTo>
                  <a:cubicBezTo>
                    <a:pt x="16566" y="0"/>
                    <a:pt x="0" y="18551"/>
                    <a:pt x="0" y="36263"/>
                  </a:cubicBezTo>
                  <a:cubicBezTo>
                    <a:pt x="0" y="80008"/>
                    <a:pt x="70999" y="134059"/>
                    <a:pt x="70999" y="134059"/>
                  </a:cubicBezTo>
                  <a:cubicBezTo>
                    <a:pt x="70999" y="134059"/>
                    <a:pt x="141998" y="79931"/>
                    <a:pt x="141998" y="36263"/>
                  </a:cubicBezTo>
                  <a:cubicBezTo>
                    <a:pt x="141998" y="18475"/>
                    <a:pt x="125432" y="0"/>
                    <a:pt x="106499" y="0"/>
                  </a:cubicBezTo>
                  <a:lnTo>
                    <a:pt x="106499" y="0"/>
                  </a:lnTo>
                  <a:close/>
                  <a:moveTo>
                    <a:pt x="70999" y="128791"/>
                  </a:moveTo>
                  <a:cubicBezTo>
                    <a:pt x="58479" y="118714"/>
                    <a:pt x="4123" y="72908"/>
                    <a:pt x="4123" y="36263"/>
                  </a:cubicBezTo>
                  <a:cubicBezTo>
                    <a:pt x="4428" y="28018"/>
                    <a:pt x="7863" y="20231"/>
                    <a:pt x="13665" y="14353"/>
                  </a:cubicBezTo>
                  <a:cubicBezTo>
                    <a:pt x="19238" y="8169"/>
                    <a:pt x="27102" y="4428"/>
                    <a:pt x="35500" y="4199"/>
                  </a:cubicBezTo>
                  <a:cubicBezTo>
                    <a:pt x="47791" y="4199"/>
                    <a:pt x="58784" y="13055"/>
                    <a:pt x="67258" y="29850"/>
                  </a:cubicBezTo>
                  <a:lnTo>
                    <a:pt x="70999" y="37255"/>
                  </a:lnTo>
                  <a:lnTo>
                    <a:pt x="74740" y="29850"/>
                  </a:lnTo>
                  <a:cubicBezTo>
                    <a:pt x="83214" y="13055"/>
                    <a:pt x="94207" y="4199"/>
                    <a:pt x="106499" y="4199"/>
                  </a:cubicBezTo>
                  <a:cubicBezTo>
                    <a:pt x="122302" y="4199"/>
                    <a:pt x="137876" y="20078"/>
                    <a:pt x="137876" y="36339"/>
                  </a:cubicBezTo>
                  <a:cubicBezTo>
                    <a:pt x="137876" y="72908"/>
                    <a:pt x="83519" y="118790"/>
                    <a:pt x="70999" y="128867"/>
                  </a:cubicBezTo>
                  <a:lnTo>
                    <a:pt x="70999" y="128867"/>
                  </a:lnTo>
                  <a:close/>
                </a:path>
              </a:pathLst>
            </a:custGeom>
            <a:solidFill>
              <a:srgbClr val="B4B5B2"/>
            </a:solidFill>
            <a:ln w="76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9523B0A2-DA63-4010-AA5F-74DAF1DE9D7B}"/>
                </a:ext>
              </a:extLst>
            </p:cNvPr>
            <p:cNvSpPr/>
            <p:nvPr/>
          </p:nvSpPr>
          <p:spPr>
            <a:xfrm>
              <a:off x="3193815" y="6207327"/>
              <a:ext cx="141998" cy="134058"/>
            </a:xfrm>
            <a:custGeom>
              <a:avLst/>
              <a:gdLst>
                <a:gd name="connsiteX0" fmla="*/ 106499 w 141998"/>
                <a:gd name="connsiteY0" fmla="*/ 0 h 134058"/>
                <a:gd name="connsiteX1" fmla="*/ 70999 w 141998"/>
                <a:gd name="connsiteY1" fmla="*/ 27942 h 134058"/>
                <a:gd name="connsiteX2" fmla="*/ 35500 w 141998"/>
                <a:gd name="connsiteY2" fmla="*/ 0 h 134058"/>
                <a:gd name="connsiteX3" fmla="*/ 0 w 141998"/>
                <a:gd name="connsiteY3" fmla="*/ 36263 h 134058"/>
                <a:gd name="connsiteX4" fmla="*/ 70999 w 141998"/>
                <a:gd name="connsiteY4" fmla="*/ 134059 h 134058"/>
                <a:gd name="connsiteX5" fmla="*/ 141998 w 141998"/>
                <a:gd name="connsiteY5" fmla="*/ 36263 h 134058"/>
                <a:gd name="connsiteX6" fmla="*/ 106499 w 141998"/>
                <a:gd name="connsiteY6" fmla="*/ 0 h 134058"/>
                <a:gd name="connsiteX7" fmla="*/ 106499 w 141998"/>
                <a:gd name="connsiteY7" fmla="*/ 0 h 134058"/>
                <a:gd name="connsiteX8" fmla="*/ 70999 w 141998"/>
                <a:gd name="connsiteY8" fmla="*/ 128791 h 134058"/>
                <a:gd name="connsiteX9" fmla="*/ 4123 w 141998"/>
                <a:gd name="connsiteY9" fmla="*/ 36263 h 134058"/>
                <a:gd name="connsiteX10" fmla="*/ 13665 w 141998"/>
                <a:gd name="connsiteY10" fmla="*/ 14353 h 134058"/>
                <a:gd name="connsiteX11" fmla="*/ 35500 w 141998"/>
                <a:gd name="connsiteY11" fmla="*/ 4199 h 134058"/>
                <a:gd name="connsiteX12" fmla="*/ 67258 w 141998"/>
                <a:gd name="connsiteY12" fmla="*/ 29850 h 134058"/>
                <a:gd name="connsiteX13" fmla="*/ 70999 w 141998"/>
                <a:gd name="connsiteY13" fmla="*/ 37255 h 134058"/>
                <a:gd name="connsiteX14" fmla="*/ 74740 w 141998"/>
                <a:gd name="connsiteY14" fmla="*/ 29850 h 134058"/>
                <a:gd name="connsiteX15" fmla="*/ 106499 w 141998"/>
                <a:gd name="connsiteY15" fmla="*/ 4199 h 134058"/>
                <a:gd name="connsiteX16" fmla="*/ 137876 w 141998"/>
                <a:gd name="connsiteY16" fmla="*/ 36339 h 134058"/>
                <a:gd name="connsiteX17" fmla="*/ 70999 w 141998"/>
                <a:gd name="connsiteY17" fmla="*/ 128867 h 134058"/>
                <a:gd name="connsiteX18" fmla="*/ 70999 w 141998"/>
                <a:gd name="connsiteY18" fmla="*/ 128867 h 134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1998" h="134058">
                  <a:moveTo>
                    <a:pt x="106499" y="0"/>
                  </a:moveTo>
                  <a:cubicBezTo>
                    <a:pt x="94360" y="0"/>
                    <a:pt x="81305" y="7634"/>
                    <a:pt x="70999" y="27942"/>
                  </a:cubicBezTo>
                  <a:cubicBezTo>
                    <a:pt x="60693" y="7634"/>
                    <a:pt x="47638" y="0"/>
                    <a:pt x="35500" y="0"/>
                  </a:cubicBezTo>
                  <a:cubicBezTo>
                    <a:pt x="16566" y="0"/>
                    <a:pt x="0" y="18551"/>
                    <a:pt x="0" y="36263"/>
                  </a:cubicBezTo>
                  <a:cubicBezTo>
                    <a:pt x="0" y="80008"/>
                    <a:pt x="70999" y="134059"/>
                    <a:pt x="70999" y="134059"/>
                  </a:cubicBezTo>
                  <a:cubicBezTo>
                    <a:pt x="70999" y="134059"/>
                    <a:pt x="141998" y="79931"/>
                    <a:pt x="141998" y="36263"/>
                  </a:cubicBezTo>
                  <a:cubicBezTo>
                    <a:pt x="141998" y="18475"/>
                    <a:pt x="125432" y="0"/>
                    <a:pt x="106499" y="0"/>
                  </a:cubicBezTo>
                  <a:lnTo>
                    <a:pt x="106499" y="0"/>
                  </a:lnTo>
                  <a:close/>
                  <a:moveTo>
                    <a:pt x="70999" y="128791"/>
                  </a:moveTo>
                  <a:cubicBezTo>
                    <a:pt x="58479" y="118714"/>
                    <a:pt x="4123" y="72908"/>
                    <a:pt x="4123" y="36263"/>
                  </a:cubicBezTo>
                  <a:cubicBezTo>
                    <a:pt x="4428" y="28018"/>
                    <a:pt x="7863" y="20231"/>
                    <a:pt x="13665" y="14353"/>
                  </a:cubicBezTo>
                  <a:cubicBezTo>
                    <a:pt x="19238" y="8169"/>
                    <a:pt x="27102" y="4428"/>
                    <a:pt x="35500" y="4199"/>
                  </a:cubicBezTo>
                  <a:cubicBezTo>
                    <a:pt x="47791" y="4199"/>
                    <a:pt x="58784" y="13055"/>
                    <a:pt x="67258" y="29850"/>
                  </a:cubicBezTo>
                  <a:lnTo>
                    <a:pt x="70999" y="37255"/>
                  </a:lnTo>
                  <a:lnTo>
                    <a:pt x="74740" y="29850"/>
                  </a:lnTo>
                  <a:cubicBezTo>
                    <a:pt x="83214" y="13055"/>
                    <a:pt x="94207" y="4199"/>
                    <a:pt x="106499" y="4199"/>
                  </a:cubicBezTo>
                  <a:cubicBezTo>
                    <a:pt x="122302" y="4199"/>
                    <a:pt x="137876" y="20078"/>
                    <a:pt x="137876" y="36339"/>
                  </a:cubicBezTo>
                  <a:cubicBezTo>
                    <a:pt x="137876" y="72908"/>
                    <a:pt x="83519" y="118790"/>
                    <a:pt x="70999" y="128867"/>
                  </a:cubicBezTo>
                  <a:lnTo>
                    <a:pt x="70999" y="128867"/>
                  </a:lnTo>
                  <a:close/>
                </a:path>
              </a:pathLst>
            </a:custGeom>
            <a:noFill/>
            <a:ln w="5726" cap="flat">
              <a:solidFill>
                <a:srgbClr val="B4B5B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92DCCBEF-6FD4-1922-F281-7241E0CA1A9D}"/>
              </a:ext>
            </a:extLst>
          </p:cNvPr>
          <p:cNvSpPr txBox="1"/>
          <p:nvPr/>
        </p:nvSpPr>
        <p:spPr>
          <a:xfrm>
            <a:off x="3997540" y="6425602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1000" spc="0" baseline="0" dirty="0">
                <a:ln/>
                <a:solidFill>
                  <a:srgbClr val="A3A3A3"/>
                </a:solidFill>
                <a:latin typeface="Poppins-Regular"/>
                <a:cs typeface="Poppins-Regular"/>
                <a:sym typeface="Poppins-Regular"/>
                <a:rtl val="0"/>
              </a:rPr>
              <a:t>0:23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2409ACF-257C-445B-CD01-A89D16FA258D}"/>
              </a:ext>
            </a:extLst>
          </p:cNvPr>
          <p:cNvSpPr txBox="1"/>
          <p:nvPr/>
        </p:nvSpPr>
        <p:spPr>
          <a:xfrm>
            <a:off x="8518660" y="6425602"/>
            <a:ext cx="5116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1000" spc="0" baseline="0" dirty="0">
                <a:ln/>
                <a:solidFill>
                  <a:srgbClr val="A3A3A3"/>
                </a:solidFill>
                <a:latin typeface="Poppins-Regular"/>
                <a:cs typeface="Poppins-Regular"/>
                <a:sym typeface="Poppins-Regular"/>
                <a:rtl val="0"/>
              </a:rPr>
              <a:t>-3:25</a:t>
            </a:r>
          </a:p>
        </p:txBody>
      </p:sp>
      <p:grpSp>
        <p:nvGrpSpPr>
          <p:cNvPr id="46" name="Graphic 22">
            <a:extLst>
              <a:ext uri="{FF2B5EF4-FFF2-40B4-BE49-F238E27FC236}">
                <a16:creationId xmlns:a16="http://schemas.microsoft.com/office/drawing/2014/main" id="{0B8CE4B4-F590-184F-9CED-B46833E2F959}"/>
              </a:ext>
            </a:extLst>
          </p:cNvPr>
          <p:cNvGrpSpPr/>
          <p:nvPr/>
        </p:nvGrpSpPr>
        <p:grpSpPr>
          <a:xfrm>
            <a:off x="4474933" y="6565987"/>
            <a:ext cx="4007480" cy="7634"/>
            <a:chOff x="4300409" y="6565987"/>
            <a:chExt cx="4007480" cy="7634"/>
          </a:xfrm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02C3BDCF-FDFC-9079-D9ED-C887FEFE3341}"/>
                </a:ext>
              </a:extLst>
            </p:cNvPr>
            <p:cNvSpPr/>
            <p:nvPr/>
          </p:nvSpPr>
          <p:spPr>
            <a:xfrm>
              <a:off x="4300409" y="6565987"/>
              <a:ext cx="4007480" cy="7634"/>
            </a:xfrm>
            <a:custGeom>
              <a:avLst/>
              <a:gdLst>
                <a:gd name="connsiteX0" fmla="*/ 0 w 4007480"/>
                <a:gd name="connsiteY0" fmla="*/ 0 h 7634"/>
                <a:gd name="connsiteX1" fmla="*/ 4007481 w 4007480"/>
                <a:gd name="connsiteY1" fmla="*/ 0 h 7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007480" h="7634">
                  <a:moveTo>
                    <a:pt x="0" y="0"/>
                  </a:moveTo>
                  <a:lnTo>
                    <a:pt x="4007481" y="0"/>
                  </a:lnTo>
                </a:path>
              </a:pathLst>
            </a:custGeom>
            <a:ln w="22903" cap="rnd">
              <a:solidFill>
                <a:srgbClr val="A3A3A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47CBC3A7-B7B2-D763-ED83-4224245CDE3B}"/>
                </a:ext>
              </a:extLst>
            </p:cNvPr>
            <p:cNvSpPr/>
            <p:nvPr/>
          </p:nvSpPr>
          <p:spPr>
            <a:xfrm>
              <a:off x="4300409" y="6565987"/>
              <a:ext cx="324992" cy="7634"/>
            </a:xfrm>
            <a:custGeom>
              <a:avLst/>
              <a:gdLst>
                <a:gd name="connsiteX0" fmla="*/ 0 w 324992"/>
                <a:gd name="connsiteY0" fmla="*/ 0 h 7634"/>
                <a:gd name="connsiteX1" fmla="*/ 324993 w 324992"/>
                <a:gd name="connsiteY1" fmla="*/ 0 h 7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4992" h="7634">
                  <a:moveTo>
                    <a:pt x="0" y="0"/>
                  </a:moveTo>
                  <a:lnTo>
                    <a:pt x="324993" y="0"/>
                  </a:lnTo>
                </a:path>
              </a:pathLst>
            </a:custGeom>
            <a:ln w="22903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56" name="Graphic 22">
            <a:extLst>
              <a:ext uri="{FF2B5EF4-FFF2-40B4-BE49-F238E27FC236}">
                <a16:creationId xmlns:a16="http://schemas.microsoft.com/office/drawing/2014/main" id="{31CCF217-3D6B-8A4C-E780-6E9E2E261FF9}"/>
              </a:ext>
            </a:extLst>
          </p:cNvPr>
          <p:cNvGrpSpPr/>
          <p:nvPr/>
        </p:nvGrpSpPr>
        <p:grpSpPr>
          <a:xfrm>
            <a:off x="6014976" y="5942566"/>
            <a:ext cx="1010457" cy="347287"/>
            <a:chOff x="5985836" y="6055175"/>
            <a:chExt cx="682813" cy="234678"/>
          </a:xfrm>
        </p:grpSpPr>
        <p:grpSp>
          <p:nvGrpSpPr>
            <p:cNvPr id="57" name="Graphic 22">
              <a:extLst>
                <a:ext uri="{FF2B5EF4-FFF2-40B4-BE49-F238E27FC236}">
                  <a16:creationId xmlns:a16="http://schemas.microsoft.com/office/drawing/2014/main" id="{42A7CF39-2212-C555-4303-3484A2263C13}"/>
                </a:ext>
              </a:extLst>
            </p:cNvPr>
            <p:cNvGrpSpPr/>
            <p:nvPr/>
          </p:nvGrpSpPr>
          <p:grpSpPr>
            <a:xfrm>
              <a:off x="6209903" y="6055175"/>
              <a:ext cx="234678" cy="234678"/>
              <a:chOff x="6209903" y="6055175"/>
              <a:chExt cx="234678" cy="234678"/>
            </a:xfrm>
          </p:grpSpPr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C8D29D25-41E9-8A4F-1EA6-CC62418E3E95}"/>
                  </a:ext>
                </a:extLst>
              </p:cNvPr>
              <p:cNvSpPr/>
              <p:nvPr/>
            </p:nvSpPr>
            <p:spPr>
              <a:xfrm>
                <a:off x="6209903" y="6055175"/>
                <a:ext cx="234678" cy="234678"/>
              </a:xfrm>
              <a:custGeom>
                <a:avLst/>
                <a:gdLst>
                  <a:gd name="connsiteX0" fmla="*/ 234679 w 234678"/>
                  <a:gd name="connsiteY0" fmla="*/ 117339 h 234678"/>
                  <a:gd name="connsiteX1" fmla="*/ 117339 w 234678"/>
                  <a:gd name="connsiteY1" fmla="*/ 234679 h 234678"/>
                  <a:gd name="connsiteX2" fmla="*/ 0 w 234678"/>
                  <a:gd name="connsiteY2" fmla="*/ 117339 h 234678"/>
                  <a:gd name="connsiteX3" fmla="*/ 117339 w 234678"/>
                  <a:gd name="connsiteY3" fmla="*/ 0 h 234678"/>
                  <a:gd name="connsiteX4" fmla="*/ 234679 w 234678"/>
                  <a:gd name="connsiteY4" fmla="*/ 117339 h 2346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4678" h="234678">
                    <a:moveTo>
                      <a:pt x="234679" y="117339"/>
                    </a:moveTo>
                    <a:cubicBezTo>
                      <a:pt x="234679" y="182144"/>
                      <a:pt x="182144" y="234679"/>
                      <a:pt x="117339" y="234679"/>
                    </a:cubicBezTo>
                    <a:cubicBezTo>
                      <a:pt x="52535" y="234679"/>
                      <a:pt x="0" y="182144"/>
                      <a:pt x="0" y="117339"/>
                    </a:cubicBezTo>
                    <a:cubicBezTo>
                      <a:pt x="0" y="52535"/>
                      <a:pt x="52535" y="0"/>
                      <a:pt x="117339" y="0"/>
                    </a:cubicBezTo>
                    <a:cubicBezTo>
                      <a:pt x="182144" y="0"/>
                      <a:pt x="234679" y="52535"/>
                      <a:pt x="234679" y="1173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60" name="Graphic 22">
                <a:extLst>
                  <a:ext uri="{FF2B5EF4-FFF2-40B4-BE49-F238E27FC236}">
                    <a16:creationId xmlns:a16="http://schemas.microsoft.com/office/drawing/2014/main" id="{76421D9D-D3CA-59A3-0AAA-36F1A3D2CA89}"/>
                  </a:ext>
                </a:extLst>
              </p:cNvPr>
              <p:cNvGrpSpPr/>
              <p:nvPr/>
            </p:nvGrpSpPr>
            <p:grpSpPr>
              <a:xfrm>
                <a:off x="6289224" y="6120601"/>
                <a:ext cx="76037" cy="103750"/>
                <a:chOff x="6289224" y="6120601"/>
                <a:chExt cx="76037" cy="103750"/>
              </a:xfrm>
              <a:solidFill>
                <a:srgbClr val="000000"/>
              </a:solidFill>
            </p:grpSpPr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34850E5A-91B2-D584-D5B5-C8A97A07463B}"/>
                    </a:ext>
                  </a:extLst>
                </p:cNvPr>
                <p:cNvSpPr/>
                <p:nvPr/>
              </p:nvSpPr>
              <p:spPr>
                <a:xfrm>
                  <a:off x="6289224" y="6120601"/>
                  <a:ext cx="25345" cy="103750"/>
                </a:xfrm>
                <a:custGeom>
                  <a:avLst/>
                  <a:gdLst>
                    <a:gd name="connsiteX0" fmla="*/ 0 w 25345"/>
                    <a:gd name="connsiteY0" fmla="*/ 0 h 103750"/>
                    <a:gd name="connsiteX1" fmla="*/ 25346 w 25345"/>
                    <a:gd name="connsiteY1" fmla="*/ 0 h 103750"/>
                    <a:gd name="connsiteX2" fmla="*/ 25346 w 25345"/>
                    <a:gd name="connsiteY2" fmla="*/ 103750 h 103750"/>
                    <a:gd name="connsiteX3" fmla="*/ 0 w 25345"/>
                    <a:gd name="connsiteY3" fmla="*/ 103750 h 103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45" h="103750">
                      <a:moveTo>
                        <a:pt x="0" y="0"/>
                      </a:moveTo>
                      <a:lnTo>
                        <a:pt x="25346" y="0"/>
                      </a:lnTo>
                      <a:lnTo>
                        <a:pt x="25346" y="103750"/>
                      </a:lnTo>
                      <a:lnTo>
                        <a:pt x="0" y="1037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763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43826244-9B2E-081E-D626-37DA1CA39C60}"/>
                    </a:ext>
                  </a:extLst>
                </p:cNvPr>
                <p:cNvSpPr/>
                <p:nvPr/>
              </p:nvSpPr>
              <p:spPr>
                <a:xfrm>
                  <a:off x="6339916" y="6120601"/>
                  <a:ext cx="25345" cy="103750"/>
                </a:xfrm>
                <a:custGeom>
                  <a:avLst/>
                  <a:gdLst>
                    <a:gd name="connsiteX0" fmla="*/ 0 w 25345"/>
                    <a:gd name="connsiteY0" fmla="*/ 0 h 103750"/>
                    <a:gd name="connsiteX1" fmla="*/ 25346 w 25345"/>
                    <a:gd name="connsiteY1" fmla="*/ 0 h 103750"/>
                    <a:gd name="connsiteX2" fmla="*/ 25346 w 25345"/>
                    <a:gd name="connsiteY2" fmla="*/ 103750 h 103750"/>
                    <a:gd name="connsiteX3" fmla="*/ 0 w 25345"/>
                    <a:gd name="connsiteY3" fmla="*/ 103750 h 103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45" h="103750">
                      <a:moveTo>
                        <a:pt x="0" y="0"/>
                      </a:moveTo>
                      <a:lnTo>
                        <a:pt x="25346" y="0"/>
                      </a:lnTo>
                      <a:lnTo>
                        <a:pt x="25346" y="103750"/>
                      </a:lnTo>
                      <a:lnTo>
                        <a:pt x="0" y="1037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763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66" name="Graphic 22">
              <a:extLst>
                <a:ext uri="{FF2B5EF4-FFF2-40B4-BE49-F238E27FC236}">
                  <a16:creationId xmlns:a16="http://schemas.microsoft.com/office/drawing/2014/main" id="{195409B4-8E68-9776-5C4C-62B6600DF0D2}"/>
                </a:ext>
              </a:extLst>
            </p:cNvPr>
            <p:cNvGrpSpPr/>
            <p:nvPr/>
          </p:nvGrpSpPr>
          <p:grpSpPr>
            <a:xfrm>
              <a:off x="6565205" y="6114036"/>
              <a:ext cx="103444" cy="111613"/>
              <a:chOff x="6565205" y="6114036"/>
              <a:chExt cx="103444" cy="111613"/>
            </a:xfrm>
            <a:solidFill>
              <a:srgbClr val="FFFFFF"/>
            </a:solidFill>
          </p:grpSpPr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6AAAB4F8-7B40-0BEF-F04A-7B3A113ABCFD}"/>
                  </a:ext>
                </a:extLst>
              </p:cNvPr>
              <p:cNvSpPr/>
              <p:nvPr/>
            </p:nvSpPr>
            <p:spPr>
              <a:xfrm>
                <a:off x="6565205" y="6114036"/>
                <a:ext cx="96650" cy="111613"/>
              </a:xfrm>
              <a:custGeom>
                <a:avLst/>
                <a:gdLst>
                  <a:gd name="connsiteX0" fmla="*/ 96650 w 96650"/>
                  <a:gd name="connsiteY0" fmla="*/ 55807 h 111613"/>
                  <a:gd name="connsiteX1" fmla="*/ 0 w 96650"/>
                  <a:gd name="connsiteY1" fmla="*/ 0 h 111613"/>
                  <a:gd name="connsiteX2" fmla="*/ 0 w 96650"/>
                  <a:gd name="connsiteY2" fmla="*/ 111614 h 111613"/>
                  <a:gd name="connsiteX3" fmla="*/ 96650 w 96650"/>
                  <a:gd name="connsiteY3" fmla="*/ 55807 h 1116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650" h="111613">
                    <a:moveTo>
                      <a:pt x="96650" y="55807"/>
                    </a:moveTo>
                    <a:lnTo>
                      <a:pt x="0" y="0"/>
                    </a:lnTo>
                    <a:lnTo>
                      <a:pt x="0" y="111614"/>
                    </a:lnTo>
                    <a:lnTo>
                      <a:pt x="96650" y="55807"/>
                    </a:lnTo>
                    <a:close/>
                  </a:path>
                </a:pathLst>
              </a:custGeom>
              <a:solidFill>
                <a:srgbClr val="FFFFFF"/>
              </a:solidFill>
              <a:ln w="76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E809CEF5-0C63-A9CC-DAC0-5750FC57AE05}"/>
                  </a:ext>
                </a:extLst>
              </p:cNvPr>
              <p:cNvSpPr/>
              <p:nvPr/>
            </p:nvSpPr>
            <p:spPr>
              <a:xfrm>
                <a:off x="6655060" y="6114036"/>
                <a:ext cx="13589" cy="111613"/>
              </a:xfrm>
              <a:custGeom>
                <a:avLst/>
                <a:gdLst>
                  <a:gd name="connsiteX0" fmla="*/ 0 w 13589"/>
                  <a:gd name="connsiteY0" fmla="*/ 0 h 111613"/>
                  <a:gd name="connsiteX1" fmla="*/ 13589 w 13589"/>
                  <a:gd name="connsiteY1" fmla="*/ 0 h 111613"/>
                  <a:gd name="connsiteX2" fmla="*/ 13589 w 13589"/>
                  <a:gd name="connsiteY2" fmla="*/ 111614 h 111613"/>
                  <a:gd name="connsiteX3" fmla="*/ 0 w 13589"/>
                  <a:gd name="connsiteY3" fmla="*/ 111614 h 1116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89" h="111613">
                    <a:moveTo>
                      <a:pt x="0" y="0"/>
                    </a:moveTo>
                    <a:lnTo>
                      <a:pt x="13589" y="0"/>
                    </a:lnTo>
                    <a:lnTo>
                      <a:pt x="13589" y="111614"/>
                    </a:lnTo>
                    <a:lnTo>
                      <a:pt x="0" y="111614"/>
                    </a:lnTo>
                    <a:close/>
                  </a:path>
                </a:pathLst>
              </a:custGeom>
              <a:solidFill>
                <a:srgbClr val="FFFFFF"/>
              </a:solidFill>
              <a:ln w="76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82" name="Graphic 22">
              <a:extLst>
                <a:ext uri="{FF2B5EF4-FFF2-40B4-BE49-F238E27FC236}">
                  <a16:creationId xmlns:a16="http://schemas.microsoft.com/office/drawing/2014/main" id="{9E623AAD-3785-E80E-2980-5096A52075B3}"/>
                </a:ext>
              </a:extLst>
            </p:cNvPr>
            <p:cNvGrpSpPr/>
            <p:nvPr/>
          </p:nvGrpSpPr>
          <p:grpSpPr>
            <a:xfrm>
              <a:off x="5985836" y="6114036"/>
              <a:ext cx="103521" cy="111613"/>
              <a:chOff x="5985836" y="6114036"/>
              <a:chExt cx="103521" cy="111613"/>
            </a:xfrm>
            <a:solidFill>
              <a:srgbClr val="FFFFFF"/>
            </a:solidFill>
          </p:grpSpPr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6AA657D1-4956-1596-65B3-795D04D6DE75}"/>
                  </a:ext>
                </a:extLst>
              </p:cNvPr>
              <p:cNvSpPr/>
              <p:nvPr/>
            </p:nvSpPr>
            <p:spPr>
              <a:xfrm>
                <a:off x="5992631" y="6114036"/>
                <a:ext cx="96726" cy="111613"/>
              </a:xfrm>
              <a:custGeom>
                <a:avLst/>
                <a:gdLst>
                  <a:gd name="connsiteX0" fmla="*/ 0 w 96726"/>
                  <a:gd name="connsiteY0" fmla="*/ 55807 h 111613"/>
                  <a:gd name="connsiteX1" fmla="*/ 96727 w 96726"/>
                  <a:gd name="connsiteY1" fmla="*/ 0 h 111613"/>
                  <a:gd name="connsiteX2" fmla="*/ 96727 w 96726"/>
                  <a:gd name="connsiteY2" fmla="*/ 111614 h 111613"/>
                  <a:gd name="connsiteX3" fmla="*/ 0 w 96726"/>
                  <a:gd name="connsiteY3" fmla="*/ 55807 h 1116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726" h="111613">
                    <a:moveTo>
                      <a:pt x="0" y="55807"/>
                    </a:moveTo>
                    <a:lnTo>
                      <a:pt x="96727" y="0"/>
                    </a:lnTo>
                    <a:lnTo>
                      <a:pt x="96727" y="111614"/>
                    </a:lnTo>
                    <a:lnTo>
                      <a:pt x="0" y="55807"/>
                    </a:lnTo>
                    <a:close/>
                  </a:path>
                </a:pathLst>
              </a:custGeom>
              <a:solidFill>
                <a:srgbClr val="FFFFFF"/>
              </a:solidFill>
              <a:ln w="76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674F7BF8-CCF7-863A-D314-5A5F61C72936}"/>
                  </a:ext>
                </a:extLst>
              </p:cNvPr>
              <p:cNvSpPr/>
              <p:nvPr/>
            </p:nvSpPr>
            <p:spPr>
              <a:xfrm rot="-10800000">
                <a:off x="5985836" y="6114036"/>
                <a:ext cx="13589" cy="111613"/>
              </a:xfrm>
              <a:custGeom>
                <a:avLst/>
                <a:gdLst>
                  <a:gd name="connsiteX0" fmla="*/ 0 w 13589"/>
                  <a:gd name="connsiteY0" fmla="*/ 0 h 111613"/>
                  <a:gd name="connsiteX1" fmla="*/ 13589 w 13589"/>
                  <a:gd name="connsiteY1" fmla="*/ 0 h 111613"/>
                  <a:gd name="connsiteX2" fmla="*/ 13589 w 13589"/>
                  <a:gd name="connsiteY2" fmla="*/ 111614 h 111613"/>
                  <a:gd name="connsiteX3" fmla="*/ 0 w 13589"/>
                  <a:gd name="connsiteY3" fmla="*/ 111614 h 1116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89" h="111613">
                    <a:moveTo>
                      <a:pt x="0" y="0"/>
                    </a:moveTo>
                    <a:lnTo>
                      <a:pt x="13589" y="0"/>
                    </a:lnTo>
                    <a:lnTo>
                      <a:pt x="13589" y="111614"/>
                    </a:lnTo>
                    <a:lnTo>
                      <a:pt x="0" y="111614"/>
                    </a:lnTo>
                    <a:close/>
                  </a:path>
                </a:pathLst>
              </a:custGeom>
              <a:solidFill>
                <a:srgbClr val="FFFFFF"/>
              </a:solidFill>
              <a:ln w="76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grpSp>
        <p:nvGrpSpPr>
          <p:cNvPr id="142" name="Graphic 22">
            <a:extLst>
              <a:ext uri="{FF2B5EF4-FFF2-40B4-BE49-F238E27FC236}">
                <a16:creationId xmlns:a16="http://schemas.microsoft.com/office/drawing/2014/main" id="{2BE2AB2F-E7A8-E0E4-226F-2C8B453AB524}"/>
              </a:ext>
            </a:extLst>
          </p:cNvPr>
          <p:cNvGrpSpPr/>
          <p:nvPr/>
        </p:nvGrpSpPr>
        <p:grpSpPr>
          <a:xfrm>
            <a:off x="10818745" y="6205799"/>
            <a:ext cx="75350" cy="150701"/>
            <a:chOff x="10727127" y="6205800"/>
            <a:chExt cx="75350" cy="150701"/>
          </a:xfrm>
          <a:noFill/>
        </p:grpSpPr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23054A5B-34A1-72E0-C28E-EB4D26DEC857}"/>
                </a:ext>
              </a:extLst>
            </p:cNvPr>
            <p:cNvSpPr/>
            <p:nvPr/>
          </p:nvSpPr>
          <p:spPr>
            <a:xfrm>
              <a:off x="10727127" y="6205800"/>
              <a:ext cx="75350" cy="150701"/>
            </a:xfrm>
            <a:custGeom>
              <a:avLst/>
              <a:gdLst>
                <a:gd name="connsiteX0" fmla="*/ 0 w 75350"/>
                <a:gd name="connsiteY0" fmla="*/ 0 h 150701"/>
                <a:gd name="connsiteX1" fmla="*/ 75351 w 75350"/>
                <a:gd name="connsiteY1" fmla="*/ 75351 h 150701"/>
                <a:gd name="connsiteX2" fmla="*/ 0 w 75350"/>
                <a:gd name="connsiteY2" fmla="*/ 150701 h 150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350" h="150701">
                  <a:moveTo>
                    <a:pt x="0" y="0"/>
                  </a:moveTo>
                  <a:cubicBezTo>
                    <a:pt x="41607" y="0"/>
                    <a:pt x="75351" y="33744"/>
                    <a:pt x="75351" y="75351"/>
                  </a:cubicBezTo>
                  <a:cubicBezTo>
                    <a:pt x="75351" y="116958"/>
                    <a:pt x="41607" y="150701"/>
                    <a:pt x="0" y="150701"/>
                  </a:cubicBezTo>
                </a:path>
              </a:pathLst>
            </a:custGeom>
            <a:noFill/>
            <a:ln w="15269" cap="flat">
              <a:solidFill>
                <a:srgbClr val="A3A3A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D76056CF-9257-10EC-7CDA-C1BB0FE47D44}"/>
                </a:ext>
              </a:extLst>
            </p:cNvPr>
            <p:cNvSpPr/>
            <p:nvPr/>
          </p:nvSpPr>
          <p:spPr>
            <a:xfrm>
              <a:off x="10727127" y="6236032"/>
              <a:ext cx="45119" cy="90237"/>
            </a:xfrm>
            <a:custGeom>
              <a:avLst/>
              <a:gdLst>
                <a:gd name="connsiteX0" fmla="*/ 0 w 45119"/>
                <a:gd name="connsiteY0" fmla="*/ 0 h 90237"/>
                <a:gd name="connsiteX1" fmla="*/ 45119 w 45119"/>
                <a:gd name="connsiteY1" fmla="*/ 45119 h 90237"/>
                <a:gd name="connsiteX2" fmla="*/ 0 w 45119"/>
                <a:gd name="connsiteY2" fmla="*/ 90238 h 9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119" h="90237">
                  <a:moveTo>
                    <a:pt x="0" y="0"/>
                  </a:moveTo>
                  <a:cubicBezTo>
                    <a:pt x="24888" y="0"/>
                    <a:pt x="45119" y="20155"/>
                    <a:pt x="45119" y="45119"/>
                  </a:cubicBezTo>
                  <a:cubicBezTo>
                    <a:pt x="45119" y="70083"/>
                    <a:pt x="24964" y="90238"/>
                    <a:pt x="0" y="90238"/>
                  </a:cubicBezTo>
                </a:path>
              </a:pathLst>
            </a:custGeom>
            <a:noFill/>
            <a:ln w="15269" cap="flat">
              <a:solidFill>
                <a:srgbClr val="A3A3A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46" name="Graphic 22">
            <a:extLst>
              <a:ext uri="{FF2B5EF4-FFF2-40B4-BE49-F238E27FC236}">
                <a16:creationId xmlns:a16="http://schemas.microsoft.com/office/drawing/2014/main" id="{385BF348-D130-6AFE-9C03-411722F54EE1}"/>
              </a:ext>
            </a:extLst>
          </p:cNvPr>
          <p:cNvGrpSpPr/>
          <p:nvPr/>
        </p:nvGrpSpPr>
        <p:grpSpPr>
          <a:xfrm>
            <a:off x="11050447" y="6302527"/>
            <a:ext cx="725717" cy="7634"/>
            <a:chOff x="10958829" y="6302527"/>
            <a:chExt cx="725717" cy="7634"/>
          </a:xfrm>
        </p:grpSpPr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FA90F580-F742-5433-2050-50F824095147}"/>
                </a:ext>
              </a:extLst>
            </p:cNvPr>
            <p:cNvSpPr/>
            <p:nvPr/>
          </p:nvSpPr>
          <p:spPr>
            <a:xfrm>
              <a:off x="10958829" y="6302527"/>
              <a:ext cx="725717" cy="7634"/>
            </a:xfrm>
            <a:custGeom>
              <a:avLst/>
              <a:gdLst>
                <a:gd name="connsiteX0" fmla="*/ 0 w 725717"/>
                <a:gd name="connsiteY0" fmla="*/ 0 h 7634"/>
                <a:gd name="connsiteX1" fmla="*/ 725718 w 725717"/>
                <a:gd name="connsiteY1" fmla="*/ 0 h 7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717" h="7634">
                  <a:moveTo>
                    <a:pt x="0" y="0"/>
                  </a:moveTo>
                  <a:lnTo>
                    <a:pt x="725718" y="0"/>
                  </a:lnTo>
                </a:path>
              </a:pathLst>
            </a:custGeom>
            <a:ln w="22903" cap="rnd">
              <a:solidFill>
                <a:srgbClr val="A3A3A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ADE69317-F0A5-46B8-682F-2AC4EB2F9B53}"/>
                </a:ext>
              </a:extLst>
            </p:cNvPr>
            <p:cNvSpPr/>
            <p:nvPr/>
          </p:nvSpPr>
          <p:spPr>
            <a:xfrm>
              <a:off x="10958829" y="6302527"/>
              <a:ext cx="609829" cy="7634"/>
            </a:xfrm>
            <a:custGeom>
              <a:avLst/>
              <a:gdLst>
                <a:gd name="connsiteX0" fmla="*/ 0 w 609829"/>
                <a:gd name="connsiteY0" fmla="*/ 0 h 7634"/>
                <a:gd name="connsiteX1" fmla="*/ 609829 w 609829"/>
                <a:gd name="connsiteY1" fmla="*/ 0 h 7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9829" h="7634">
                  <a:moveTo>
                    <a:pt x="0" y="0"/>
                  </a:moveTo>
                  <a:lnTo>
                    <a:pt x="609829" y="0"/>
                  </a:lnTo>
                </a:path>
              </a:pathLst>
            </a:custGeom>
            <a:ln w="22903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pic>
        <p:nvPicPr>
          <p:cNvPr id="154" name="Graphic 153">
            <a:extLst>
              <a:ext uri="{FF2B5EF4-FFF2-40B4-BE49-F238E27FC236}">
                <a16:creationId xmlns:a16="http://schemas.microsoft.com/office/drawing/2014/main" id="{9C8D998C-CF4B-E90B-5C51-374F7AAB03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24019" y="6166835"/>
            <a:ext cx="157675" cy="228629"/>
          </a:xfrm>
          <a:prstGeom prst="rect">
            <a:avLst/>
          </a:prstGeom>
        </p:spPr>
      </p:pic>
      <p:pic>
        <p:nvPicPr>
          <p:cNvPr id="157" name="Picture Placeholder 156" descr="Text&#10;&#10;Description automatically generated">
            <a:extLst>
              <a:ext uri="{FF2B5EF4-FFF2-40B4-BE49-F238E27FC236}">
                <a16:creationId xmlns:a16="http://schemas.microsoft.com/office/drawing/2014/main" id="{C24F1819-70E8-7961-1322-5BCAD655518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769459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904</TotalTime>
  <Words>500</Words>
  <Application>Microsoft Office PowerPoint</Application>
  <PresentationFormat>Widescreen</PresentationFormat>
  <Paragraphs>158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5" baseType="lpstr">
      <vt:lpstr>Bahnschrift SemiLight</vt:lpstr>
      <vt:lpstr>Microsoft PhagsPa</vt:lpstr>
      <vt:lpstr>Open Sans</vt:lpstr>
      <vt:lpstr>Poppins-Medium</vt:lpstr>
      <vt:lpstr>Bahnschrift SemiLight SemiConde</vt:lpstr>
      <vt:lpstr>Segoe Print</vt:lpstr>
      <vt:lpstr>MV Boli</vt:lpstr>
      <vt:lpstr>Poppins SemiBold</vt:lpstr>
      <vt:lpstr>Arial</vt:lpstr>
      <vt:lpstr>Calibri Light</vt:lpstr>
      <vt:lpstr>Archivo</vt:lpstr>
      <vt:lpstr>Calibri</vt:lpstr>
      <vt:lpstr>MS UI Gothic</vt:lpstr>
      <vt:lpstr>Poppins-Regular</vt:lpstr>
      <vt:lpstr>Poppins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Amal R Babu</dc:creator>
  <cp:lastModifiedBy>Administrator</cp:lastModifiedBy>
  <cp:revision>12</cp:revision>
  <dcterms:created xsi:type="dcterms:W3CDTF">2022-11-28T05:54:09Z</dcterms:created>
  <dcterms:modified xsi:type="dcterms:W3CDTF">2025-09-06T09:03:45Z</dcterms:modified>
</cp:coreProperties>
</file>