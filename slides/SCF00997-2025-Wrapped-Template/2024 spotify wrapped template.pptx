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2" r:id="rId5"/>
    <p:sldId id="258" r:id="rId6"/>
    <p:sldId id="263" r:id="rId7"/>
    <p:sldId id="264" r:id="rId8"/>
    <p:sldId id="274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3" pos="7287" userDrawn="1">
          <p15:clr>
            <a:srgbClr val="A4A3A4"/>
          </p15:clr>
        </p15:guide>
        <p15:guide id="4" pos="393" userDrawn="1">
          <p15:clr>
            <a:srgbClr val="A4A3A4"/>
          </p15:clr>
        </p15:guide>
        <p15:guide id="6" pos="7673" userDrawn="1">
          <p15:clr>
            <a:srgbClr val="A4A3A4"/>
          </p15:clr>
        </p15:guide>
        <p15:guide id="7" pos="24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69AC"/>
    <a:srgbClr val="12D760"/>
    <a:srgbClr val="B2B3FE"/>
    <a:srgbClr val="F3F242"/>
    <a:srgbClr val="FFFFFF"/>
    <a:srgbClr val="6A00BA"/>
    <a:srgbClr val="FF8B1F"/>
    <a:srgbClr val="F674C2"/>
    <a:srgbClr val="10D760"/>
    <a:srgbClr val="AFB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03BBF-BD0C-4860-ABE3-93C6B3410329}" v="237" dt="2024-11-13T10:20:53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64" autoAdjust="0"/>
  </p:normalViewPr>
  <p:slideViewPr>
    <p:cSldViewPr snapToGrid="0" showGuides="1">
      <p:cViewPr>
        <p:scale>
          <a:sx n="66" d="100"/>
          <a:sy n="66" d="100"/>
        </p:scale>
        <p:origin x="1404" y="876"/>
      </p:cViewPr>
      <p:guideLst>
        <p:guide orient="horz" pos="3906"/>
        <p:guide pos="7287"/>
        <p:guide pos="393"/>
        <p:guide pos="7673"/>
        <p:guide pos="24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0000" cy="12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 V" userId="23da4ccc-29e6-4995-916c-9a371b6809ee" providerId="ADAL" clId="{78103BBF-BD0C-4860-ABE3-93C6B3410329}"/>
    <pc:docChg chg="undo custSel addSld delSld modSld sldOrd modMainMaster">
      <pc:chgData name="Nithya V" userId="23da4ccc-29e6-4995-916c-9a371b6809ee" providerId="ADAL" clId="{78103BBF-BD0C-4860-ABE3-93C6B3410329}" dt="2024-11-13T10:20:53.125" v="2104"/>
      <pc:docMkLst>
        <pc:docMk/>
      </pc:docMkLst>
      <pc:sldChg chg="addSp delSp modSp mod ord setBg modClrScheme chgLayout">
        <pc:chgData name="Nithya V" userId="23da4ccc-29e6-4995-916c-9a371b6809ee" providerId="ADAL" clId="{78103BBF-BD0C-4860-ABE3-93C6B3410329}" dt="2024-11-13T10:16:05.157" v="2045" actId="207"/>
        <pc:sldMkLst>
          <pc:docMk/>
          <pc:sldMk cId="3443805379" sldId="258"/>
        </pc:sldMkLst>
        <pc:spChg chg="add del mod ord">
          <ac:chgData name="Nithya V" userId="23da4ccc-29e6-4995-916c-9a371b6809ee" providerId="ADAL" clId="{78103BBF-BD0C-4860-ABE3-93C6B3410329}" dt="2024-11-12T04:16:15.618" v="169" actId="931"/>
          <ac:spMkLst>
            <pc:docMk/>
            <pc:sldMk cId="3443805379" sldId="258"/>
            <ac:spMk id="2" creationId="{6F312C9F-5511-EADC-A3D0-BC4B2AD64CC0}"/>
          </ac:spMkLst>
        </pc:spChg>
        <pc:spChg chg="add del mod">
          <ac:chgData name="Nithya V" userId="23da4ccc-29e6-4995-916c-9a371b6809ee" providerId="ADAL" clId="{78103BBF-BD0C-4860-ABE3-93C6B3410329}" dt="2024-11-13T04:18:38.942" v="1676" actId="478"/>
          <ac:spMkLst>
            <pc:docMk/>
            <pc:sldMk cId="3443805379" sldId="258"/>
            <ac:spMk id="3" creationId="{CC8009B0-B3EE-0EBF-5443-E7F3871331BB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5" creationId="{98F61F2E-5164-3F61-3D5E-FEC38B9C26B5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6" creationId="{1C0DB0D3-053C-AB7A-D9D2-C9607164EE5C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7" creationId="{11CBF284-B634-90C9-1068-B241D5ACA360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7" creationId="{2BC62E4B-E5AA-BE2E-6E94-E224262BCDAA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8" creationId="{7B4D6288-DD79-B9C8-F308-C25C864BB3DE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8" creationId="{EB003797-FB4B-0D2D-5F5B-70C85179414C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9" creationId="{3616E3C5-C312-8F41-7545-1B66BA8AF093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9" creationId="{BB7E0682-A6CD-6184-40F7-61D0ADF93931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10" creationId="{0677EBC5-25BA-9EF9-275A-1F4B88FD8890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" creationId="{0E278210-C9E7-D2B0-6767-663687304C18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4" creationId="{2536996D-F09D-F3FF-9745-8EABA9CF34B0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5" creationId="{DBF50D0D-49C0-1115-B0E8-405490D220D4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7" creationId="{D62B8892-A91C-636C-FEC1-2B2049BFD4B7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8" creationId="{FFA5DB01-BA93-9EC4-1B04-7461221241B6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0" creationId="{8E80AD9E-9BD1-387A-AE15-9D59CB10573F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1" creationId="{863BD4FE-FD99-FE14-DF6D-2BAC5A4AFCAC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22" creationId="{FAEA42BF-09F3-CA20-DFFA-BB61B5433463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4" creationId="{FADE1643-E35D-6372-F4B8-61BE5015FBAF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5" creationId="{8202E10F-0EF7-E148-ACF1-4B8AB859D8A1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6" creationId="{6D482D5E-7263-21C0-853A-FCDC08853A93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27" creationId="{24984F61-82F1-E17A-6E2B-0D558151FDF4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29" creationId="{B4FC7D5D-7ECF-95C1-A4BC-986D5E37BFB0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31" creationId="{52EC3125-0CE4-4EA7-C370-BCECEB6EB2A8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31" creationId="{C79C261A-3C0F-D265-42C2-AE90DDFE9C22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33" creationId="{1E9C4A23-1BC3-D592-83C6-C88E84592917}"/>
          </ac:spMkLst>
        </pc:spChg>
        <pc:spChg chg="del">
          <ac:chgData name="Nithya V" userId="23da4ccc-29e6-4995-916c-9a371b6809ee" providerId="ADAL" clId="{78103BBF-BD0C-4860-ABE3-93C6B3410329}" dt="2024-11-12T04:16:08.154" v="167" actId="478"/>
          <ac:spMkLst>
            <pc:docMk/>
            <pc:sldMk cId="3443805379" sldId="258"/>
            <ac:spMk id="33" creationId="{F3EF76AC-10FF-155F-2F51-9E685E4E9BCA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34" creationId="{495AA682-92F1-F2A4-0E1F-616FA993E54E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34" creationId="{B5B1EB12-E27C-F694-6E42-496FA0B10501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35" creationId="{58E5E57B-BD1E-6431-F86D-2E4E8BB2B8BC}"/>
          </ac:spMkLst>
        </pc:spChg>
        <pc:spChg chg="mod">
          <ac:chgData name="Nithya V" userId="23da4ccc-29e6-4995-916c-9a371b6809ee" providerId="ADAL" clId="{78103BBF-BD0C-4860-ABE3-93C6B3410329}" dt="2024-11-13T10:13:33.473" v="1973"/>
          <ac:spMkLst>
            <pc:docMk/>
            <pc:sldMk cId="3443805379" sldId="258"/>
            <ac:spMk id="35" creationId="{A314310B-C6DA-B9C4-4022-491E08F43431}"/>
          </ac:spMkLst>
        </pc:spChg>
        <pc:spChg chg="add del mod">
          <ac:chgData name="Nithya V" userId="23da4ccc-29e6-4995-916c-9a371b6809ee" providerId="ADAL" clId="{78103BBF-BD0C-4860-ABE3-93C6B3410329}" dt="2024-11-13T10:14:41.345" v="2027" actId="478"/>
          <ac:spMkLst>
            <pc:docMk/>
            <pc:sldMk cId="3443805379" sldId="258"/>
            <ac:spMk id="36" creationId="{E93A6BB4-BCDB-F886-8ACC-9309BA90A75F}"/>
          </ac:spMkLst>
        </pc:spChg>
        <pc:spChg chg="add del mod">
          <ac:chgData name="Nithya V" userId="23da4ccc-29e6-4995-916c-9a371b6809ee" providerId="ADAL" clId="{78103BBF-BD0C-4860-ABE3-93C6B3410329}" dt="2024-11-12T04:16:38.067" v="173" actId="478"/>
          <ac:spMkLst>
            <pc:docMk/>
            <pc:sldMk cId="3443805379" sldId="258"/>
            <ac:spMk id="37" creationId="{2246426B-E4B0-C79E-D77D-A04B71469B1C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38" creationId="{98CDD5E0-3D57-3A06-37C4-373D72CCA05C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39" creationId="{E2ED1A64-F081-DDA8-63BC-C203383964FB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40" creationId="{0B5B170B-05EB-0068-4554-A6150E5B51F9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42" creationId="{40075D22-9140-989A-3047-E52AC5882728}"/>
          </ac:spMkLst>
        </pc:spChg>
        <pc:spChg chg="mod">
          <ac:chgData name="Nithya V" userId="23da4ccc-29e6-4995-916c-9a371b6809ee" providerId="ADAL" clId="{78103BBF-BD0C-4860-ABE3-93C6B3410329}" dt="2024-11-13T10:15:53.495" v="2041" actId="207"/>
          <ac:spMkLst>
            <pc:docMk/>
            <pc:sldMk cId="3443805379" sldId="258"/>
            <ac:spMk id="44" creationId="{1EA9BE22-5DFC-0171-A004-916CB63C4169}"/>
          </ac:spMkLst>
        </pc:spChg>
        <pc:spChg chg="mod">
          <ac:chgData name="Nithya V" userId="23da4ccc-29e6-4995-916c-9a371b6809ee" providerId="ADAL" clId="{78103BBF-BD0C-4860-ABE3-93C6B3410329}" dt="2024-11-12T08:32:43.073" v="333"/>
          <ac:spMkLst>
            <pc:docMk/>
            <pc:sldMk cId="3443805379" sldId="258"/>
            <ac:spMk id="44" creationId="{CE25E9CF-8D37-93A4-E90C-29C436946E77}"/>
          </ac:spMkLst>
        </pc:spChg>
        <pc:spChg chg="mod">
          <ac:chgData name="Nithya V" userId="23da4ccc-29e6-4995-916c-9a371b6809ee" providerId="ADAL" clId="{78103BBF-BD0C-4860-ABE3-93C6B3410329}" dt="2024-11-12T08:32:43.073" v="333"/>
          <ac:spMkLst>
            <pc:docMk/>
            <pc:sldMk cId="3443805379" sldId="258"/>
            <ac:spMk id="45" creationId="{8E0736FC-87DC-CDD8-152D-AED9174CFD83}"/>
          </ac:spMkLst>
        </pc:spChg>
        <pc:spChg chg="mod">
          <ac:chgData name="Nithya V" userId="23da4ccc-29e6-4995-916c-9a371b6809ee" providerId="ADAL" clId="{78103BBF-BD0C-4860-ABE3-93C6B3410329}" dt="2024-11-13T10:15:53.495" v="2041" actId="207"/>
          <ac:spMkLst>
            <pc:docMk/>
            <pc:sldMk cId="3443805379" sldId="258"/>
            <ac:spMk id="45" creationId="{FEAE1C3D-EACA-D134-51FF-8397BED46DA0}"/>
          </ac:spMkLst>
        </pc:spChg>
        <pc:spChg chg="mod">
          <ac:chgData name="Nithya V" userId="23da4ccc-29e6-4995-916c-9a371b6809ee" providerId="ADAL" clId="{78103BBF-BD0C-4860-ABE3-93C6B3410329}" dt="2024-11-13T10:15:53.495" v="2041" actId="207"/>
          <ac:spMkLst>
            <pc:docMk/>
            <pc:sldMk cId="3443805379" sldId="258"/>
            <ac:spMk id="46" creationId="{A578145C-A43D-E7B7-9685-8D46DC215974}"/>
          </ac:spMkLst>
        </pc:spChg>
        <pc:spChg chg="mod">
          <ac:chgData name="Nithya V" userId="23da4ccc-29e6-4995-916c-9a371b6809ee" providerId="ADAL" clId="{78103BBF-BD0C-4860-ABE3-93C6B3410329}" dt="2024-11-12T08:32:43.073" v="333"/>
          <ac:spMkLst>
            <pc:docMk/>
            <pc:sldMk cId="3443805379" sldId="258"/>
            <ac:spMk id="46" creationId="{DCA9873D-F06D-A48E-1B14-A77684B06A23}"/>
          </ac:spMkLst>
        </pc:spChg>
        <pc:spChg chg="mod">
          <ac:chgData name="Nithya V" userId="23da4ccc-29e6-4995-916c-9a371b6809ee" providerId="ADAL" clId="{78103BBF-BD0C-4860-ABE3-93C6B3410329}" dt="2024-11-13T10:15:53.495" v="2041" actId="207"/>
          <ac:spMkLst>
            <pc:docMk/>
            <pc:sldMk cId="3443805379" sldId="258"/>
            <ac:spMk id="47" creationId="{507E9860-BF57-52F9-764B-5B04211EC6EA}"/>
          </ac:spMkLst>
        </pc:spChg>
        <pc:spChg chg="mod">
          <ac:chgData name="Nithya V" userId="23da4ccc-29e6-4995-916c-9a371b6809ee" providerId="ADAL" clId="{78103BBF-BD0C-4860-ABE3-93C6B3410329}" dt="2024-11-12T08:32:43.073" v="333"/>
          <ac:spMkLst>
            <pc:docMk/>
            <pc:sldMk cId="3443805379" sldId="258"/>
            <ac:spMk id="47" creationId="{902C6B33-9A8B-E817-C2B1-8EBD663A3674}"/>
          </ac:spMkLst>
        </pc:spChg>
        <pc:spChg chg="mod">
          <ac:chgData name="Nithya V" userId="23da4ccc-29e6-4995-916c-9a371b6809ee" providerId="ADAL" clId="{78103BBF-BD0C-4860-ABE3-93C6B3410329}" dt="2024-11-12T08:32:43.073" v="333"/>
          <ac:spMkLst>
            <pc:docMk/>
            <pc:sldMk cId="3443805379" sldId="258"/>
            <ac:spMk id="48" creationId="{5A1270C3-6BED-8AF7-0938-2C163880407A}"/>
          </ac:spMkLst>
        </pc:spChg>
        <pc:spChg chg="add mod">
          <ac:chgData name="Nithya V" userId="23da4ccc-29e6-4995-916c-9a371b6809ee" providerId="ADAL" clId="{78103BBF-BD0C-4860-ABE3-93C6B3410329}" dt="2024-11-13T10:15:58.593" v="2043" actId="14100"/>
          <ac:spMkLst>
            <pc:docMk/>
            <pc:sldMk cId="3443805379" sldId="258"/>
            <ac:spMk id="48" creationId="{913410DE-88DF-5040-0B1C-B7C0ECB8CD5E}"/>
          </ac:spMkLst>
        </pc:spChg>
        <pc:spChg chg="add mod">
          <ac:chgData name="Nithya V" userId="23da4ccc-29e6-4995-916c-9a371b6809ee" providerId="ADAL" clId="{78103BBF-BD0C-4860-ABE3-93C6B3410329}" dt="2024-11-13T10:16:05.157" v="2045" actId="207"/>
          <ac:spMkLst>
            <pc:docMk/>
            <pc:sldMk cId="3443805379" sldId="258"/>
            <ac:spMk id="49" creationId="{B2CFDDE6-8FBD-FC1D-1132-AEFDB29C092E}"/>
          </ac:spMkLst>
        </pc:spChg>
        <pc:spChg chg="add mod or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56" creationId="{2299D941-166E-5BD3-3F1D-2AAA3F8548B7}"/>
          </ac:spMkLst>
        </pc:spChg>
        <pc:spChg chg="add mod or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62" creationId="{452FFC5C-512D-FEB8-3F16-12DFF3CE58EA}"/>
          </ac:spMkLst>
        </pc:spChg>
        <pc:spChg chg="add del mod">
          <ac:chgData name="Nithya V" userId="23da4ccc-29e6-4995-916c-9a371b6809ee" providerId="ADAL" clId="{78103BBF-BD0C-4860-ABE3-93C6B3410329}" dt="2024-11-12T08:40:39.920" v="438" actId="478"/>
          <ac:spMkLst>
            <pc:docMk/>
            <pc:sldMk cId="3443805379" sldId="258"/>
            <ac:spMk id="64" creationId="{A9BCFB34-3858-8107-8064-FB5420093477}"/>
          </ac:spMkLst>
        </pc:spChg>
        <pc:spChg chg="add del mod ord">
          <ac:chgData name="Nithya V" userId="23da4ccc-29e6-4995-916c-9a371b6809ee" providerId="ADAL" clId="{78103BBF-BD0C-4860-ABE3-93C6B3410329}" dt="2024-11-12T08:40:55.782" v="440" actId="931"/>
          <ac:spMkLst>
            <pc:docMk/>
            <pc:sldMk cId="3443805379" sldId="258"/>
            <ac:spMk id="65" creationId="{36A78D24-2A26-8D32-E772-80EC95EAFD1A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69" creationId="{B1E5B78A-F6E8-F009-E674-B9479AAD6EE1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73" creationId="{EEEA43E6-95AF-52B6-E007-AD8A5C79F18F}"/>
          </ac:spMkLst>
        </pc:spChg>
        <pc:spChg chg="add mod">
          <ac:chgData name="Nithya V" userId="23da4ccc-29e6-4995-916c-9a371b6809ee" providerId="ADAL" clId="{78103BBF-BD0C-4860-ABE3-93C6B3410329}" dt="2024-11-12T08:43:54.413" v="493" actId="571"/>
          <ac:spMkLst>
            <pc:docMk/>
            <pc:sldMk cId="3443805379" sldId="258"/>
            <ac:spMk id="74" creationId="{3FB96AB6-CB48-5A82-EBCF-A4ACEB9EE776}"/>
          </ac:spMkLst>
        </pc:spChg>
        <pc:spChg chg="mod">
          <ac:chgData name="Nithya V" userId="23da4ccc-29e6-4995-916c-9a371b6809ee" providerId="ADAL" clId="{78103BBF-BD0C-4860-ABE3-93C6B3410329}" dt="2024-11-12T08:43:54.413" v="493" actId="571"/>
          <ac:spMkLst>
            <pc:docMk/>
            <pc:sldMk cId="3443805379" sldId="258"/>
            <ac:spMk id="77" creationId="{74C41014-18E9-4F6C-0F0C-3015C7EB047C}"/>
          </ac:spMkLst>
        </pc:spChg>
        <pc:spChg chg="add mod">
          <ac:chgData name="Nithya V" userId="23da4ccc-29e6-4995-916c-9a371b6809ee" providerId="ADAL" clId="{78103BBF-BD0C-4860-ABE3-93C6B3410329}" dt="2024-11-12T08:43:54.413" v="493" actId="571"/>
          <ac:spMkLst>
            <pc:docMk/>
            <pc:sldMk cId="3443805379" sldId="258"/>
            <ac:spMk id="78" creationId="{3A0B31C2-C58D-8E67-E9DE-2552523BACFC}"/>
          </ac:spMkLst>
        </pc:spChg>
        <pc:spChg chg="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81" creationId="{53B2BC7B-92DE-1152-DE4D-36A2835FD962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82" creationId="{768F1B7C-A314-3857-BE8F-E0FEC6FB18DC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84" creationId="{EB30A104-9DAE-F1C4-FC01-CC949880EFEC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86" creationId="{D0955287-E77F-BCC7-2BF6-EC7D758C6551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87" creationId="{15F3A447-D863-C2F4-DC2B-CD7C41C0F141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1" creationId="{E937B74B-BD57-41D3-9825-D1BF3FEE8707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2" creationId="{252BEF3B-05A3-FA9E-38FA-CDDA8B532DBB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3" creationId="{C7F760FC-BA3B-63E9-3B0B-761C01D25E4D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4" creationId="{A684F971-B8F5-7A62-3DC8-5E8423D6EA43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5" creationId="{56108FE8-F831-7B9B-3F43-B0428C4C520B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6" creationId="{955CC848-9887-5DF6-A2B0-10DABE318F04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99" creationId="{83EF244E-09B6-EA78-CACD-6916CEEB31DC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00" creationId="{4887AD56-D9B8-4EDB-5877-42160A6586EE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01" creationId="{6DC24446-7849-DA66-44D1-7FB6D01217E3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08" creationId="{27CF70DC-A294-1077-808B-61C4064D1EEB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09" creationId="{F3D5E45C-B634-6A34-16CC-268F0756DCF8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0" creationId="{2E73BAF8-9DFA-FD3C-8253-CF5B8F0E40B1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3" creationId="{AB611A07-DA99-FD59-39AF-2762A22BC7DD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4" creationId="{E9A4F9C1-A379-0317-D370-E214910C284F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5" creationId="{6EACF565-2199-8F28-BF67-E3081057FA38}"/>
          </ac:spMkLst>
        </pc:spChg>
        <pc:spChg chg="add del mod">
          <ac:chgData name="Nithya V" userId="23da4ccc-29e6-4995-916c-9a371b6809ee" providerId="ADAL" clId="{78103BBF-BD0C-4860-ABE3-93C6B3410329}" dt="2024-11-12T10:05:33.887" v="929" actId="478"/>
          <ac:spMkLst>
            <pc:docMk/>
            <pc:sldMk cId="3443805379" sldId="258"/>
            <ac:spMk id="116" creationId="{7067C7E8-5A6D-47DC-0E5D-C06BB05D12F7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7" creationId="{0A903FDB-1BB4-42B3-E20A-DB30F6784E6F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8" creationId="{41FD03A7-A358-43A3-3738-CE9BF2F694EE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19" creationId="{9FD2B8EA-5A69-9D4E-B8CC-B00480E6BFD1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20" creationId="{38CC2C46-6FA0-5C02-BB37-3B5A2AEBA163}"/>
          </ac:spMkLst>
        </pc:spChg>
        <pc:spChg chg="add mod">
          <ac:chgData name="Nithya V" userId="23da4ccc-29e6-4995-916c-9a371b6809ee" providerId="ADAL" clId="{78103BBF-BD0C-4860-ABE3-93C6B3410329}" dt="2024-11-13T10:13:54.239" v="2000" actId="1035"/>
          <ac:spMkLst>
            <pc:docMk/>
            <pc:sldMk cId="3443805379" sldId="258"/>
            <ac:spMk id="121" creationId="{F4966DB8-2A76-099E-EC04-40E45844E51C}"/>
          </ac:spMkLst>
        </pc:spChg>
        <pc:spChg chg="add del mod">
          <ac:chgData name="Nithya V" userId="23da4ccc-29e6-4995-916c-9a371b6809ee" providerId="ADAL" clId="{78103BBF-BD0C-4860-ABE3-93C6B3410329}" dt="2024-11-12T10:13:22.478" v="981" actId="931"/>
          <ac:spMkLst>
            <pc:docMk/>
            <pc:sldMk cId="3443805379" sldId="258"/>
            <ac:spMk id="123" creationId="{88964C73-3185-1D4C-13A5-6E0A27605D0A}"/>
          </ac:spMkLst>
        </pc:spChg>
        <pc:spChg chg="add del mod">
          <ac:chgData name="Nithya V" userId="23da4ccc-29e6-4995-916c-9a371b6809ee" providerId="ADAL" clId="{78103BBF-BD0C-4860-ABE3-93C6B3410329}" dt="2024-11-12T10:14:26.179" v="1018" actId="931"/>
          <ac:spMkLst>
            <pc:docMk/>
            <pc:sldMk cId="3443805379" sldId="258"/>
            <ac:spMk id="127" creationId="{6C67E181-3D42-6766-33FA-4268098A4792}"/>
          </ac:spMkLst>
        </pc:spChg>
        <pc:grpChg chg="add del mod">
          <ac:chgData name="Nithya V" userId="23da4ccc-29e6-4995-916c-9a371b6809ee" providerId="ADAL" clId="{78103BBF-BD0C-4860-ABE3-93C6B3410329}" dt="2024-11-13T10:13:39.438" v="1976" actId="478"/>
          <ac:grpSpMkLst>
            <pc:docMk/>
            <pc:sldMk cId="3443805379" sldId="258"/>
            <ac:grpSpMk id="4" creationId="{CBEEAE2A-E70E-DCB6-4EB9-2D24380D4B9F}"/>
          </ac:grpSpMkLst>
        </pc:grpChg>
        <pc:grpChg chg="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12" creationId="{E263F6C6-8F35-91A1-9356-B7E569157EC8}"/>
          </ac:grpSpMkLst>
        </pc:grpChg>
        <pc:grpChg chg="mod or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13" creationId="{21542E77-6E10-B442-7843-28DBBE9AB7F8}"/>
          </ac:grpSpMkLst>
        </pc:grpChg>
        <pc:grpChg chg="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16" creationId="{11BF8414-CBD5-4231-CAD6-BE0A97C2A301}"/>
          </ac:grpSpMkLst>
        </pc:grpChg>
        <pc:grpChg chg="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19" creationId="{52FBEBC8-3DC8-D0B7-D6E4-E21630F57AAB}"/>
          </ac:grpSpMkLst>
        </pc:grpChg>
        <pc:grpChg chg="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23" creationId="{A3788FE7-B2DA-E52F-A6A6-8CE361A25E71}"/>
          </ac:grpSpMkLst>
        </pc:grpChg>
        <pc:grpChg chg="add del mod">
          <ac:chgData name="Nithya V" userId="23da4ccc-29e6-4995-916c-9a371b6809ee" providerId="ADAL" clId="{78103BBF-BD0C-4860-ABE3-93C6B3410329}" dt="2024-11-13T10:13:39.438" v="1976" actId="478"/>
          <ac:grpSpMkLst>
            <pc:docMk/>
            <pc:sldMk cId="3443805379" sldId="258"/>
            <ac:grpSpMk id="29" creationId="{67BDF069-3C52-F911-CB7D-8517AC4FC67A}"/>
          </ac:grpSpMkLst>
        </pc:grpChg>
        <pc:grpChg chg="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32" creationId="{9A755F20-C92F-805C-A29E-031F92164C24}"/>
          </ac:grpSpMkLst>
        </pc:grpChg>
        <pc:grpChg chg="add mod or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41" creationId="{17D8FD6B-F6E0-2688-2518-C8513ED73987}"/>
          </ac:grpSpMkLst>
        </pc:grpChg>
        <pc:grpChg chg="add mod">
          <ac:chgData name="Nithya V" userId="23da4ccc-29e6-4995-916c-9a371b6809ee" providerId="ADAL" clId="{78103BBF-BD0C-4860-ABE3-93C6B3410329}" dt="2024-11-13T10:15:53.495" v="2041" actId="207"/>
          <ac:grpSpMkLst>
            <pc:docMk/>
            <pc:sldMk cId="3443805379" sldId="258"/>
            <ac:grpSpMk id="43" creationId="{4A577FA5-BCC5-20CE-5A07-E7F60B327E56}"/>
          </ac:grpSpMkLst>
        </pc:grpChg>
        <pc:grpChg chg="add mod">
          <ac:chgData name="Nithya V" userId="23da4ccc-29e6-4995-916c-9a371b6809ee" providerId="ADAL" clId="{78103BBF-BD0C-4860-ABE3-93C6B3410329}" dt="2024-11-12T08:32:46.170" v="335" actId="164"/>
          <ac:grpSpMkLst>
            <pc:docMk/>
            <pc:sldMk cId="3443805379" sldId="258"/>
            <ac:grpSpMk id="43" creationId="{E8160DA6-E91D-3D3F-F5B2-A8051A56B2C5}"/>
          </ac:grpSpMkLst>
        </pc:grpChg>
        <pc:grpChg chg="add del mod">
          <ac:chgData name="Nithya V" userId="23da4ccc-29e6-4995-916c-9a371b6809ee" providerId="ADAL" clId="{78103BBF-BD0C-4860-ABE3-93C6B3410329}" dt="2024-11-12T08:33:06.307" v="340" actId="478"/>
          <ac:grpSpMkLst>
            <pc:docMk/>
            <pc:sldMk cId="3443805379" sldId="258"/>
            <ac:grpSpMk id="53" creationId="{F3DCE712-8EB9-9EA8-081B-C25C0BDEC043}"/>
          </ac:grpSpMkLst>
        </pc:grpChg>
        <pc:grpChg chg="add mod or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61" creationId="{E71110A3-FCC0-CA73-5D4F-4E1ADE4A2FC9}"/>
          </ac:grpSpMkLst>
        </pc:grpChg>
        <pc:grpChg chg="add 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70" creationId="{5EBC0CA1-AC42-8762-CB10-549ECE30DE1C}"/>
          </ac:grpSpMkLst>
        </pc:grpChg>
        <pc:grpChg chg="add mod">
          <ac:chgData name="Nithya V" userId="23da4ccc-29e6-4995-916c-9a371b6809ee" providerId="ADAL" clId="{78103BBF-BD0C-4860-ABE3-93C6B3410329}" dt="2024-11-12T08:43:54.413" v="493" actId="571"/>
          <ac:grpSpMkLst>
            <pc:docMk/>
            <pc:sldMk cId="3443805379" sldId="258"/>
            <ac:grpSpMk id="75" creationId="{B20F7C73-52C2-4F6B-E5F3-34E9288A4CE0}"/>
          </ac:grpSpMkLst>
        </pc:grpChg>
        <pc:grpChg chg="add 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79" creationId="{D9A93638-3525-6E92-2637-80F7941C4159}"/>
          </ac:grpSpMkLst>
        </pc:grpChg>
        <pc:grpChg chg="add 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85" creationId="{9AF11811-8F46-2585-3B25-04DAE95D522F}"/>
          </ac:grpSpMkLst>
        </pc:grpChg>
        <pc:grpChg chg="add mod">
          <ac:chgData name="Nithya V" userId="23da4ccc-29e6-4995-916c-9a371b6809ee" providerId="ADAL" clId="{78103BBF-BD0C-4860-ABE3-93C6B3410329}" dt="2024-11-13T10:13:54.239" v="2000" actId="1035"/>
          <ac:grpSpMkLst>
            <pc:docMk/>
            <pc:sldMk cId="3443805379" sldId="258"/>
            <ac:grpSpMk id="90" creationId="{A81B30AB-DE0C-210E-C0DE-755B4DA4386F}"/>
          </ac:grpSpMkLst>
        </pc:grpChg>
        <pc:picChg chg="add del mod">
          <ac:chgData name="Nithya V" userId="23da4ccc-29e6-4995-916c-9a371b6809ee" providerId="ADAL" clId="{78103BBF-BD0C-4860-ABE3-93C6B3410329}" dt="2024-11-13T04:13:46.671" v="1653" actId="478"/>
          <ac:picMkLst>
            <pc:docMk/>
            <pc:sldMk cId="3443805379" sldId="258"/>
            <ac:picMk id="2" creationId="{6D11F6E9-A73A-D022-C3B4-0213EAC3E330}"/>
          </ac:picMkLst>
        </pc:picChg>
        <pc:picChg chg="add del mod ord">
          <ac:chgData name="Nithya V" userId="23da4ccc-29e6-4995-916c-9a371b6809ee" providerId="ADAL" clId="{78103BBF-BD0C-4860-ABE3-93C6B3410329}" dt="2024-11-12T10:14:21.995" v="1017" actId="478"/>
          <ac:picMkLst>
            <pc:docMk/>
            <pc:sldMk cId="3443805379" sldId="258"/>
            <ac:picMk id="4" creationId="{C93C7161-4465-D83A-6BBF-183A858AA07E}"/>
          </ac:picMkLst>
        </pc:picChg>
        <pc:picChg chg="del mod">
          <ac:chgData name="Nithya V" userId="23da4ccc-29e6-4995-916c-9a371b6809ee" providerId="ADAL" clId="{78103BBF-BD0C-4860-ABE3-93C6B3410329}" dt="2024-11-12T09:36:55.792" v="733" actId="478"/>
          <ac:picMkLst>
            <pc:docMk/>
            <pc:sldMk cId="3443805379" sldId="258"/>
            <ac:picMk id="5" creationId="{C4EA1BE4-2C9A-A0B7-253C-4FAD36A64F8D}"/>
          </ac:picMkLst>
        </pc:picChg>
        <pc:picChg chg="add del mod">
          <ac:chgData name="Nithya V" userId="23da4ccc-29e6-4995-916c-9a371b6809ee" providerId="ADAL" clId="{78103BBF-BD0C-4860-ABE3-93C6B3410329}" dt="2024-11-13T10:13:37.600" v="1975" actId="478"/>
          <ac:picMkLst>
            <pc:docMk/>
            <pc:sldMk cId="3443805379" sldId="258"/>
            <ac:picMk id="10" creationId="{0D66450A-A19D-EB38-5EC2-F320DDCD5F0B}"/>
          </ac:picMkLst>
        </pc:picChg>
        <pc:picChg chg="add del mod">
          <ac:chgData name="Nithya V" userId="23da4ccc-29e6-4995-916c-9a371b6809ee" providerId="ADAL" clId="{78103BBF-BD0C-4860-ABE3-93C6B3410329}" dt="2024-11-13T10:13:39.438" v="1976" actId="478"/>
          <ac:picMkLst>
            <pc:docMk/>
            <pc:sldMk cId="3443805379" sldId="258"/>
            <ac:picMk id="22" creationId="{17B547BC-ACA7-4606-DF9D-763CC9033E68}"/>
          </ac:picMkLst>
        </pc:picChg>
        <pc:picChg chg="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28" creationId="{8EA55489-EC9D-9789-0CBB-29BC244E862F}"/>
          </ac:picMkLst>
        </pc:picChg>
        <pc:picChg chg="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30" creationId="{CAB665BD-EE3B-9F76-9C75-CCBCB5A3A330}"/>
          </ac:picMkLst>
        </pc:picChg>
        <pc:picChg chg="add del mod">
          <ac:chgData name="Nithya V" userId="23da4ccc-29e6-4995-916c-9a371b6809ee" providerId="ADAL" clId="{78103BBF-BD0C-4860-ABE3-93C6B3410329}" dt="2024-11-12T04:16:38.067" v="173" actId="478"/>
          <ac:picMkLst>
            <pc:docMk/>
            <pc:sldMk cId="3443805379" sldId="258"/>
            <ac:picMk id="36" creationId="{D750553F-BD57-1B8D-4F2C-BB6162C0368B}"/>
          </ac:picMkLst>
        </pc:picChg>
        <pc:picChg chg="add mod ord">
          <ac:chgData name="Nithya V" userId="23da4ccc-29e6-4995-916c-9a371b6809ee" providerId="ADAL" clId="{78103BBF-BD0C-4860-ABE3-93C6B3410329}" dt="2024-11-13T10:14:58.352" v="2031" actId="167"/>
          <ac:picMkLst>
            <pc:docMk/>
            <pc:sldMk cId="3443805379" sldId="258"/>
            <ac:picMk id="37" creationId="{04A8C197-2FEC-0DD5-A03C-5F0B38377A71}"/>
          </ac:picMkLst>
        </pc:picChg>
        <pc:picChg chg="add mod">
          <ac:chgData name="Nithya V" userId="23da4ccc-29e6-4995-916c-9a371b6809ee" providerId="ADAL" clId="{78103BBF-BD0C-4860-ABE3-93C6B3410329}" dt="2024-11-12T08:32:46.170" v="335" actId="164"/>
          <ac:picMkLst>
            <pc:docMk/>
            <pc:sldMk cId="3443805379" sldId="258"/>
            <ac:picMk id="49" creationId="{F4D0AB92-7C3B-2285-327A-53C07AC34CEC}"/>
          </ac:picMkLst>
        </pc:picChg>
        <pc:picChg chg="add mod">
          <ac:chgData name="Nithya V" userId="23da4ccc-29e6-4995-916c-9a371b6809ee" providerId="ADAL" clId="{78103BBF-BD0C-4860-ABE3-93C6B3410329}" dt="2024-11-12T08:32:46.170" v="335" actId="164"/>
          <ac:picMkLst>
            <pc:docMk/>
            <pc:sldMk cId="3443805379" sldId="258"/>
            <ac:picMk id="50" creationId="{F927DDE5-2357-00F8-2CF3-24DC7E113012}"/>
          </ac:picMkLst>
        </pc:picChg>
        <pc:picChg chg="add mod">
          <ac:chgData name="Nithya V" userId="23da4ccc-29e6-4995-916c-9a371b6809ee" providerId="ADAL" clId="{78103BBF-BD0C-4860-ABE3-93C6B3410329}" dt="2024-11-12T08:32:46.170" v="335" actId="164"/>
          <ac:picMkLst>
            <pc:docMk/>
            <pc:sldMk cId="3443805379" sldId="258"/>
            <ac:picMk id="51" creationId="{BAA394EB-3F38-BE39-75FD-644A258C5488}"/>
          </ac:picMkLst>
        </pc:picChg>
        <pc:picChg chg="add mod">
          <ac:chgData name="Nithya V" userId="23da4ccc-29e6-4995-916c-9a371b6809ee" providerId="ADAL" clId="{78103BBF-BD0C-4860-ABE3-93C6B3410329}" dt="2024-11-12T08:32:46.170" v="335" actId="164"/>
          <ac:picMkLst>
            <pc:docMk/>
            <pc:sldMk cId="3443805379" sldId="258"/>
            <ac:picMk id="52" creationId="{74232501-31A2-CEA1-94F6-33DE6429DC8C}"/>
          </ac:picMkLst>
        </pc:picChg>
        <pc:picChg chg="add del mod">
          <ac:chgData name="Nithya V" userId="23da4ccc-29e6-4995-916c-9a371b6809ee" providerId="ADAL" clId="{78103BBF-BD0C-4860-ABE3-93C6B3410329}" dt="2024-11-12T10:01:03.548" v="835" actId="478"/>
          <ac:picMkLst>
            <pc:docMk/>
            <pc:sldMk cId="3443805379" sldId="258"/>
            <ac:picMk id="55" creationId="{AB7DB9B6-965E-BF03-C895-07686AE0447F}"/>
          </ac:picMkLst>
        </pc:picChg>
        <pc:picChg chg="add del mod">
          <ac:chgData name="Nithya V" userId="23da4ccc-29e6-4995-916c-9a371b6809ee" providerId="ADAL" clId="{78103BBF-BD0C-4860-ABE3-93C6B3410329}" dt="2024-11-12T08:34:25.795" v="354" actId="478"/>
          <ac:picMkLst>
            <pc:docMk/>
            <pc:sldMk cId="3443805379" sldId="258"/>
            <ac:picMk id="57" creationId="{1B91FE7E-98A5-EBC4-D471-699B8FF6A15E}"/>
          </ac:picMkLst>
        </pc:picChg>
        <pc:picChg chg="add mod or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59" creationId="{BCE69E69-FB3C-2C07-F0B5-0B4D98DE82D1}"/>
          </ac:picMkLst>
        </pc:picChg>
        <pc:picChg chg="add 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60" creationId="{2A31395A-6068-0233-DD27-16FFA9552AF4}"/>
          </ac:picMkLst>
        </pc:picChg>
        <pc:picChg chg="add mod or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63" creationId="{EB04697E-3E5E-79B8-572A-1162CFF845E9}"/>
          </ac:picMkLst>
        </pc:picChg>
        <pc:picChg chg="add del mod">
          <ac:chgData name="Nithya V" userId="23da4ccc-29e6-4995-916c-9a371b6809ee" providerId="ADAL" clId="{78103BBF-BD0C-4860-ABE3-93C6B3410329}" dt="2024-11-12T10:13:16.899" v="980" actId="478"/>
          <ac:picMkLst>
            <pc:docMk/>
            <pc:sldMk cId="3443805379" sldId="258"/>
            <ac:picMk id="67" creationId="{98460015-06A1-FB42-B2C1-26EAF2AFB917}"/>
          </ac:picMkLst>
        </pc:picChg>
        <pc:picChg chg="add 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68" creationId="{0413D0BE-A017-8A0E-8C57-AF20E740E420}"/>
          </ac:picMkLst>
        </pc:picChg>
        <pc:picChg chg="add del mod">
          <ac:chgData name="Nithya V" userId="23da4ccc-29e6-4995-916c-9a371b6809ee" providerId="ADAL" clId="{78103BBF-BD0C-4860-ABE3-93C6B3410329}" dt="2024-11-12T08:46:01.475" v="514" actId="478"/>
          <ac:picMkLst>
            <pc:docMk/>
            <pc:sldMk cId="3443805379" sldId="258"/>
            <ac:picMk id="72" creationId="{B03B8BFE-D365-53E4-9C9C-30AC0245FD23}"/>
          </ac:picMkLst>
        </pc:picChg>
        <pc:picChg chg="mod">
          <ac:chgData name="Nithya V" userId="23da4ccc-29e6-4995-916c-9a371b6809ee" providerId="ADAL" clId="{78103BBF-BD0C-4860-ABE3-93C6B3410329}" dt="2024-11-12T08:43:54.413" v="493" actId="571"/>
          <ac:picMkLst>
            <pc:docMk/>
            <pc:sldMk cId="3443805379" sldId="258"/>
            <ac:picMk id="76" creationId="{09FEE7F3-C8F2-E063-B334-E605341436CA}"/>
          </ac:picMkLst>
        </pc:picChg>
        <pc:picChg chg="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80" creationId="{17ABEF32-2E12-5E01-451C-81CBD01CC826}"/>
          </ac:picMkLst>
        </pc:picChg>
        <pc:picChg chg="add 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83" creationId="{6496D858-E65A-E2DE-D1F0-68F812946C3E}"/>
          </ac:picMkLst>
        </pc:picChg>
        <pc:picChg chg="add del mod">
          <ac:chgData name="Nithya V" userId="23da4ccc-29e6-4995-916c-9a371b6809ee" providerId="ADAL" clId="{78103BBF-BD0C-4860-ABE3-93C6B3410329}" dt="2024-11-12T09:06:33.459" v="705" actId="478"/>
          <ac:picMkLst>
            <pc:docMk/>
            <pc:sldMk cId="3443805379" sldId="258"/>
            <ac:picMk id="89" creationId="{6E49E091-078B-8FBE-2F36-5E71164A84B7}"/>
          </ac:picMkLst>
        </pc:picChg>
        <pc:picChg chg="add mod modCrop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98" creationId="{12E4A0A7-7DF5-A369-9FE9-CEE639BBCEF2}"/>
          </ac:picMkLst>
        </pc:picChg>
        <pc:picChg chg="add del mod">
          <ac:chgData name="Nithya V" userId="23da4ccc-29e6-4995-916c-9a371b6809ee" providerId="ADAL" clId="{78103BBF-BD0C-4860-ABE3-93C6B3410329}" dt="2024-11-12T09:45:11.345" v="747" actId="478"/>
          <ac:picMkLst>
            <pc:docMk/>
            <pc:sldMk cId="3443805379" sldId="258"/>
            <ac:picMk id="103" creationId="{EB43D2E3-E772-C98E-AF64-9141B2D41A91}"/>
          </ac:picMkLst>
        </pc:picChg>
        <pc:picChg chg="add del mod">
          <ac:chgData name="Nithya V" userId="23da4ccc-29e6-4995-916c-9a371b6809ee" providerId="ADAL" clId="{78103BBF-BD0C-4860-ABE3-93C6B3410329}" dt="2024-11-12T09:46:13.388" v="756" actId="478"/>
          <ac:picMkLst>
            <pc:docMk/>
            <pc:sldMk cId="3443805379" sldId="258"/>
            <ac:picMk id="105" creationId="{82349B1C-995F-E847-49D0-D33E8AAA7E03}"/>
          </ac:picMkLst>
        </pc:picChg>
        <pc:picChg chg="add mod modCrop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107" creationId="{1089C6E7-C5F4-D32E-BEF1-94CAE92FA789}"/>
          </ac:picMkLst>
        </pc:picChg>
        <pc:picChg chg="add del mod">
          <ac:chgData name="Nithya V" userId="23da4ccc-29e6-4995-916c-9a371b6809ee" providerId="ADAL" clId="{78103BBF-BD0C-4860-ABE3-93C6B3410329}" dt="2024-11-12T10:08:30.751" v="976" actId="478"/>
          <ac:picMkLst>
            <pc:docMk/>
            <pc:sldMk cId="3443805379" sldId="258"/>
            <ac:picMk id="112" creationId="{034AE9FB-3969-1EF9-4BC2-1172A11EBA1E}"/>
          </ac:picMkLst>
        </pc:picChg>
        <pc:picChg chg="add mod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125" creationId="{579579DF-2915-180B-566B-13023EBFA026}"/>
          </ac:picMkLst>
        </pc:picChg>
        <pc:picChg chg="add mod modCrop">
          <ac:chgData name="Nithya V" userId="23da4ccc-29e6-4995-916c-9a371b6809ee" providerId="ADAL" clId="{78103BBF-BD0C-4860-ABE3-93C6B3410329}" dt="2024-11-13T10:13:54.239" v="2000" actId="1035"/>
          <ac:picMkLst>
            <pc:docMk/>
            <pc:sldMk cId="3443805379" sldId="258"/>
            <ac:picMk id="129" creationId="{C44C3224-C0B4-20FE-312C-B302C1616573}"/>
          </ac:picMkLst>
        </pc:picChg>
      </pc:sldChg>
      <pc:sldChg chg="addSp delSp modSp del mod ord modClrScheme chgLayout">
        <pc:chgData name="Nithya V" userId="23da4ccc-29e6-4995-916c-9a371b6809ee" providerId="ADAL" clId="{78103BBF-BD0C-4860-ABE3-93C6B3410329}" dt="2024-11-13T04:13:38.983" v="1652" actId="47"/>
        <pc:sldMkLst>
          <pc:docMk/>
          <pc:sldMk cId="3427132898" sldId="259"/>
        </pc:sldMkLst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4" creationId="{77B8DFC4-3957-4503-FD6E-3F9FA06B9E30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7" creationId="{26A5EB0D-EDAB-CA91-8FE0-4AEF3E8020D4}"/>
          </ac:spMkLst>
        </pc:spChg>
        <pc:spChg chg="del mod topLvl">
          <ac:chgData name="Nithya V" userId="23da4ccc-29e6-4995-916c-9a371b6809ee" providerId="ADAL" clId="{78103BBF-BD0C-4860-ABE3-93C6B3410329}" dt="2024-11-12T11:17:24.955" v="1219" actId="478"/>
          <ac:spMkLst>
            <pc:docMk/>
            <pc:sldMk cId="3427132898" sldId="259"/>
            <ac:spMk id="8" creationId="{B60D1010-5D52-B6D8-C6B5-7E609D6764DE}"/>
          </ac:spMkLst>
        </pc:spChg>
        <pc:spChg chg="del mod topLvl">
          <ac:chgData name="Nithya V" userId="23da4ccc-29e6-4995-916c-9a371b6809ee" providerId="ADAL" clId="{78103BBF-BD0C-4860-ABE3-93C6B3410329}" dt="2024-11-12T11:17:24.955" v="1219" actId="478"/>
          <ac:spMkLst>
            <pc:docMk/>
            <pc:sldMk cId="3427132898" sldId="259"/>
            <ac:spMk id="9" creationId="{0AA8612A-CCE1-8A9B-59C0-FAAC43D44846}"/>
          </ac:spMkLst>
        </pc:spChg>
        <pc:spChg chg="del mod topLvl">
          <ac:chgData name="Nithya V" userId="23da4ccc-29e6-4995-916c-9a371b6809ee" providerId="ADAL" clId="{78103BBF-BD0C-4860-ABE3-93C6B3410329}" dt="2024-11-12T11:17:24.955" v="1219" actId="478"/>
          <ac:spMkLst>
            <pc:docMk/>
            <pc:sldMk cId="3427132898" sldId="259"/>
            <ac:spMk id="10" creationId="{47C8FBBC-B2BD-9B72-ED93-344D0A52D275}"/>
          </ac:spMkLst>
        </pc:spChg>
        <pc:spChg chg="del mod topLvl">
          <ac:chgData name="Nithya V" userId="23da4ccc-29e6-4995-916c-9a371b6809ee" providerId="ADAL" clId="{78103BBF-BD0C-4860-ABE3-93C6B3410329}" dt="2024-11-12T11:17:24.955" v="1219" actId="478"/>
          <ac:spMkLst>
            <pc:docMk/>
            <pc:sldMk cId="3427132898" sldId="259"/>
            <ac:spMk id="11" creationId="{A222CA07-B786-888F-5652-DC821D99234A}"/>
          </ac:spMkLst>
        </pc:spChg>
        <pc:spChg chg="mod">
          <ac:chgData name="Nithya V" userId="23da4ccc-29e6-4995-916c-9a371b6809ee" providerId="ADAL" clId="{78103BBF-BD0C-4860-ABE3-93C6B3410329}" dt="2024-11-13T03:55:16.819" v="1411" actId="164"/>
          <ac:spMkLst>
            <pc:docMk/>
            <pc:sldMk cId="3427132898" sldId="259"/>
            <ac:spMk id="13" creationId="{E01112D2-6930-F69A-E6B6-4EEF4F28350B}"/>
          </ac:spMkLst>
        </pc:spChg>
        <pc:spChg chg="mod">
          <ac:chgData name="Nithya V" userId="23da4ccc-29e6-4995-916c-9a371b6809ee" providerId="ADAL" clId="{78103BBF-BD0C-4860-ABE3-93C6B3410329}" dt="2024-11-13T03:55:16.819" v="1411" actId="164"/>
          <ac:spMkLst>
            <pc:docMk/>
            <pc:sldMk cId="3427132898" sldId="259"/>
            <ac:spMk id="14" creationId="{4FB2FECE-4856-7932-67D9-04017B28BD65}"/>
          </ac:spMkLst>
        </pc:spChg>
        <pc:spChg chg="mod">
          <ac:chgData name="Nithya V" userId="23da4ccc-29e6-4995-916c-9a371b6809ee" providerId="ADAL" clId="{78103BBF-BD0C-4860-ABE3-93C6B3410329}" dt="2024-11-13T03:55:16.819" v="1411" actId="164"/>
          <ac:spMkLst>
            <pc:docMk/>
            <pc:sldMk cId="3427132898" sldId="259"/>
            <ac:spMk id="15" creationId="{E2E1280D-C60A-D88A-8749-38FE914AD269}"/>
          </ac:spMkLst>
        </pc:spChg>
        <pc:spChg chg="mod">
          <ac:chgData name="Nithya V" userId="23da4ccc-29e6-4995-916c-9a371b6809ee" providerId="ADAL" clId="{78103BBF-BD0C-4860-ABE3-93C6B3410329}" dt="2024-11-13T03:55:16.819" v="1411" actId="164"/>
          <ac:spMkLst>
            <pc:docMk/>
            <pc:sldMk cId="3427132898" sldId="259"/>
            <ac:spMk id="16" creationId="{5F74BC9D-3F75-196D-A827-C7727E726A84}"/>
          </ac:spMkLst>
        </pc:spChg>
        <pc:spChg chg="mod">
          <ac:chgData name="Nithya V" userId="23da4ccc-29e6-4995-916c-9a371b6809ee" providerId="ADAL" clId="{78103BBF-BD0C-4860-ABE3-93C6B3410329}" dt="2024-11-13T03:55:16.819" v="1411" actId="164"/>
          <ac:spMkLst>
            <pc:docMk/>
            <pc:sldMk cId="3427132898" sldId="259"/>
            <ac:spMk id="17" creationId="{410ABFEB-10E5-9005-83EA-041D9916C565}"/>
          </ac:spMkLst>
        </pc:spChg>
        <pc:spChg chg="del">
          <ac:chgData name="Nithya V" userId="23da4ccc-29e6-4995-916c-9a371b6809ee" providerId="ADAL" clId="{78103BBF-BD0C-4860-ABE3-93C6B3410329}" dt="2024-11-12T10:59:58.008" v="1177" actId="478"/>
          <ac:spMkLst>
            <pc:docMk/>
            <pc:sldMk cId="3427132898" sldId="259"/>
            <ac:spMk id="19" creationId="{DAD08AE9-4350-6484-CCB7-601D1CCC3125}"/>
          </ac:spMkLst>
        </pc:spChg>
        <pc:spChg chg="del">
          <ac:chgData name="Nithya V" userId="23da4ccc-29e6-4995-916c-9a371b6809ee" providerId="ADAL" clId="{78103BBF-BD0C-4860-ABE3-93C6B3410329}" dt="2024-11-12T10:59:56.879" v="1176" actId="478"/>
          <ac:spMkLst>
            <pc:docMk/>
            <pc:sldMk cId="3427132898" sldId="259"/>
            <ac:spMk id="20" creationId="{3A3FA544-33C1-7496-5C9C-4105228B3AC8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1" creationId="{C71CFCE1-1B5F-3AEE-7E8F-1199DC0F3390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2" creationId="{A06AE7A8-9F14-2DA2-CA1B-97F9BB3246DD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3" creationId="{449F470B-AF4A-FCDE-65F8-A78E764E37C9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4" creationId="{0A20287C-9CBA-AA1E-A072-5593F33DB43B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5" creationId="{3BE135A1-78BB-044B-9358-DB7CE6634914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6" creationId="{608AEA7B-5A30-ECD5-9277-ABF366341E93}"/>
          </ac:spMkLst>
        </pc:spChg>
        <pc:spChg chg="add mod">
          <ac:chgData name="Nithya V" userId="23da4ccc-29e6-4995-916c-9a371b6809ee" providerId="ADAL" clId="{78103BBF-BD0C-4860-ABE3-93C6B3410329}" dt="2024-11-13T03:55:20.729" v="1412" actId="164"/>
          <ac:spMkLst>
            <pc:docMk/>
            <pc:sldMk cId="3427132898" sldId="259"/>
            <ac:spMk id="27" creationId="{FFC88FBF-0B61-B649-2FC5-F162E0846126}"/>
          </ac:spMkLst>
        </pc:spChg>
        <pc:spChg chg="add mod modVis">
          <ac:chgData name="Nithya V" userId="23da4ccc-29e6-4995-916c-9a371b6809ee" providerId="ADAL" clId="{78103BBF-BD0C-4860-ABE3-93C6B3410329}" dt="2024-11-13T04:04:21.154" v="1535" actId="14429"/>
          <ac:spMkLst>
            <pc:docMk/>
            <pc:sldMk cId="3427132898" sldId="259"/>
            <ac:spMk id="28" creationId="{117E1B5A-EDA0-5CF5-040E-F5139B5765A5}"/>
          </ac:spMkLst>
        </pc:spChg>
        <pc:spChg chg="add mod modVis">
          <ac:chgData name="Nithya V" userId="23da4ccc-29e6-4995-916c-9a371b6809ee" providerId="ADAL" clId="{78103BBF-BD0C-4860-ABE3-93C6B3410329}" dt="2024-11-13T04:04:19.826" v="1533" actId="14429"/>
          <ac:spMkLst>
            <pc:docMk/>
            <pc:sldMk cId="3427132898" sldId="259"/>
            <ac:spMk id="30" creationId="{13EAA040-1CA1-FAF6-B49C-E59F0976E431}"/>
          </ac:spMkLst>
        </pc:spChg>
        <pc:spChg chg="add del mod ord">
          <ac:chgData name="Nithya V" userId="23da4ccc-29e6-4995-916c-9a371b6809ee" providerId="ADAL" clId="{78103BBF-BD0C-4860-ABE3-93C6B3410329}" dt="2024-11-12T11:21:03.927" v="1227" actId="931"/>
          <ac:spMkLst>
            <pc:docMk/>
            <pc:sldMk cId="3427132898" sldId="259"/>
            <ac:spMk id="32" creationId="{1A26E1B8-71DC-D917-6C13-7B15AD694A61}"/>
          </ac:spMkLst>
        </pc:spChg>
        <pc:spChg chg="add del mod ord">
          <ac:chgData name="Nithya V" userId="23da4ccc-29e6-4995-916c-9a371b6809ee" providerId="ADAL" clId="{78103BBF-BD0C-4860-ABE3-93C6B3410329}" dt="2024-11-12T11:21:28.228" v="1232" actId="931"/>
          <ac:spMkLst>
            <pc:docMk/>
            <pc:sldMk cId="3427132898" sldId="259"/>
            <ac:spMk id="33" creationId="{28CB70C9-E7AF-805D-3D65-EB7FEDC5FB5C}"/>
          </ac:spMkLst>
        </pc:spChg>
        <pc:spChg chg="add del mod ord">
          <ac:chgData name="Nithya V" userId="23da4ccc-29e6-4995-916c-9a371b6809ee" providerId="ADAL" clId="{78103BBF-BD0C-4860-ABE3-93C6B3410329}" dt="2024-11-12T11:21:49.462" v="1239" actId="931"/>
          <ac:spMkLst>
            <pc:docMk/>
            <pc:sldMk cId="3427132898" sldId="259"/>
            <ac:spMk id="34" creationId="{028B37D0-7C8E-B889-D9A1-BC9184143E48}"/>
          </ac:spMkLst>
        </pc:spChg>
        <pc:spChg chg="add del mod ord">
          <ac:chgData name="Nithya V" userId="23da4ccc-29e6-4995-916c-9a371b6809ee" providerId="ADAL" clId="{78103BBF-BD0C-4860-ABE3-93C6B3410329}" dt="2024-11-12T11:22:47.635" v="1269" actId="931"/>
          <ac:spMkLst>
            <pc:docMk/>
            <pc:sldMk cId="3427132898" sldId="259"/>
            <ac:spMk id="35" creationId="{B275EEA1-774B-938D-8BDC-E0F877AD4191}"/>
          </ac:spMkLst>
        </pc:spChg>
        <pc:spChg chg="add mod modVis">
          <ac:chgData name="Nithya V" userId="23da4ccc-29e6-4995-916c-9a371b6809ee" providerId="ADAL" clId="{78103BBF-BD0C-4860-ABE3-93C6B3410329}" dt="2024-11-13T04:01:21.155" v="1421" actId="14429"/>
          <ac:spMkLst>
            <pc:docMk/>
            <pc:sldMk cId="3427132898" sldId="259"/>
            <ac:spMk id="45" creationId="{C0FF8E02-0CEA-85AD-C53D-C34A53DF9D77}"/>
          </ac:spMkLst>
        </pc:spChg>
        <pc:grpChg chg="add mod modVis">
          <ac:chgData name="Nithya V" userId="23da4ccc-29e6-4995-916c-9a371b6809ee" providerId="ADAL" clId="{78103BBF-BD0C-4860-ABE3-93C6B3410329}" dt="2024-11-13T03:55:16.819" v="1411" actId="164"/>
          <ac:grpSpMkLst>
            <pc:docMk/>
            <pc:sldMk cId="3427132898" sldId="259"/>
            <ac:grpSpMk id="2" creationId="{6529834D-514F-1558-BE32-6FBBEF83F39B}"/>
          </ac:grpSpMkLst>
        </pc:grpChg>
        <pc:grpChg chg="add mod modVis">
          <ac:chgData name="Nithya V" userId="23da4ccc-29e6-4995-916c-9a371b6809ee" providerId="ADAL" clId="{78103BBF-BD0C-4860-ABE3-93C6B3410329}" dt="2024-11-13T04:04:21.722" v="1536" actId="14429"/>
          <ac:grpSpMkLst>
            <pc:docMk/>
            <pc:sldMk cId="3427132898" sldId="259"/>
            <ac:grpSpMk id="8" creationId="{A9EB4511-FA8F-1829-5C1F-00AD304CD56B}"/>
          </ac:grpSpMkLst>
        </pc:grpChg>
        <pc:grpChg chg="del">
          <ac:chgData name="Nithya V" userId="23da4ccc-29e6-4995-916c-9a371b6809ee" providerId="ADAL" clId="{78103BBF-BD0C-4860-ABE3-93C6B3410329}" dt="2024-11-12T11:15:27.233" v="1187" actId="165"/>
          <ac:grpSpMkLst>
            <pc:docMk/>
            <pc:sldMk cId="3427132898" sldId="259"/>
            <ac:grpSpMk id="12" creationId="{5B78FCF5-2982-86B8-AE40-01CE504C7516}"/>
          </ac:grpSpMkLst>
        </pc:grpChg>
        <pc:grpChg chg="mod">
          <ac:chgData name="Nithya V" userId="23da4ccc-29e6-4995-916c-9a371b6809ee" providerId="ADAL" clId="{78103BBF-BD0C-4860-ABE3-93C6B3410329}" dt="2024-11-13T03:55:20.729" v="1412" actId="164"/>
          <ac:grpSpMkLst>
            <pc:docMk/>
            <pc:sldMk cId="3427132898" sldId="259"/>
            <ac:grpSpMk id="18" creationId="{E5EC02D7-7425-EAEE-9102-0DB316EF86DF}"/>
          </ac:grpSpMkLst>
        </pc:grpChg>
        <pc:grpChg chg="add mod modVis">
          <ac:chgData name="Nithya V" userId="23da4ccc-29e6-4995-916c-9a371b6809ee" providerId="ADAL" clId="{78103BBF-BD0C-4860-ABE3-93C6B3410329}" dt="2024-11-13T04:04:18.346" v="1530" actId="14429"/>
          <ac:grpSpMkLst>
            <pc:docMk/>
            <pc:sldMk cId="3427132898" sldId="259"/>
            <ac:grpSpMk id="31" creationId="{5D5BC777-90B8-02E5-A506-3368949C86F4}"/>
          </ac:grpSpMkLst>
        </pc:grpChg>
        <pc:grpChg chg="add mod">
          <ac:chgData name="Nithya V" userId="23da4ccc-29e6-4995-916c-9a371b6809ee" providerId="ADAL" clId="{78103BBF-BD0C-4860-ABE3-93C6B3410329}" dt="2024-11-12T11:18:40.874" v="1226" actId="164"/>
          <ac:grpSpMkLst>
            <pc:docMk/>
            <pc:sldMk cId="3427132898" sldId="259"/>
            <ac:grpSpMk id="36" creationId="{64E16A33-0FEC-E0D2-2E2C-2737E543EF2A}"/>
          </ac:grpSpMkLst>
        </pc:grpChg>
        <pc:picChg chg="add del mod">
          <ac:chgData name="Nithya V" userId="23da4ccc-29e6-4995-916c-9a371b6809ee" providerId="ADAL" clId="{78103BBF-BD0C-4860-ABE3-93C6B3410329}" dt="2024-11-13T03:54:44.828" v="1404" actId="478"/>
          <ac:picMkLst>
            <pc:docMk/>
            <pc:sldMk cId="3427132898" sldId="259"/>
            <ac:picMk id="3" creationId="{F7D5D604-075C-5EE6-A6EE-D909CA42F914}"/>
          </ac:picMkLst>
        </pc:picChg>
        <pc:picChg chg="del mod">
          <ac:chgData name="Nithya V" userId="23da4ccc-29e6-4995-916c-9a371b6809ee" providerId="ADAL" clId="{78103BBF-BD0C-4860-ABE3-93C6B3410329}" dt="2024-11-13T03:54:46.702" v="1405" actId="478"/>
          <ac:picMkLst>
            <pc:docMk/>
            <pc:sldMk cId="3427132898" sldId="259"/>
            <ac:picMk id="5" creationId="{3195DA33-953F-BAA0-5399-D3C53805E298}"/>
          </ac:picMkLst>
        </pc:picChg>
        <pc:picChg chg="mod modVis">
          <ac:chgData name="Nithya V" userId="23da4ccc-29e6-4995-916c-9a371b6809ee" providerId="ADAL" clId="{78103BBF-BD0C-4860-ABE3-93C6B3410329}" dt="2024-11-13T04:04:23.138" v="1537" actId="14429"/>
          <ac:picMkLst>
            <pc:docMk/>
            <pc:sldMk cId="3427132898" sldId="259"/>
            <ac:picMk id="6" creationId="{F84D546D-2907-ACED-96FA-66F3CB1D9E35}"/>
          </ac:picMkLst>
        </pc:picChg>
        <pc:picChg chg="add mod modVis">
          <ac:chgData name="Nithya V" userId="23da4ccc-29e6-4995-916c-9a371b6809ee" providerId="ADAL" clId="{78103BBF-BD0C-4860-ABE3-93C6B3410329}" dt="2024-11-13T04:04:20.218" v="1534" actId="14429"/>
          <ac:picMkLst>
            <pc:docMk/>
            <pc:sldMk cId="3427132898" sldId="259"/>
            <ac:picMk id="29" creationId="{A1B24B6C-63EF-90BE-2CFF-FFD2329C48BD}"/>
          </ac:picMkLst>
        </pc:picChg>
        <pc:picChg chg="add mod modVis">
          <ac:chgData name="Nithya V" userId="23da4ccc-29e6-4995-916c-9a371b6809ee" providerId="ADAL" clId="{78103BBF-BD0C-4860-ABE3-93C6B3410329}" dt="2024-11-13T04:04:17.842" v="1529" actId="14429"/>
          <ac:picMkLst>
            <pc:docMk/>
            <pc:sldMk cId="3427132898" sldId="259"/>
            <ac:picMk id="38" creationId="{75BD0313-AC3C-ED18-AAD4-BDBDCD02A1A2}"/>
          </ac:picMkLst>
        </pc:picChg>
        <pc:picChg chg="add mod ord modVis">
          <ac:chgData name="Nithya V" userId="23da4ccc-29e6-4995-916c-9a371b6809ee" providerId="ADAL" clId="{78103BBF-BD0C-4860-ABE3-93C6B3410329}" dt="2024-11-13T04:04:17.434" v="1528" actId="14429"/>
          <ac:picMkLst>
            <pc:docMk/>
            <pc:sldMk cId="3427132898" sldId="259"/>
            <ac:picMk id="40" creationId="{4AAD19DB-D8D1-2FC9-0806-A8AF9BE9B9EF}"/>
          </ac:picMkLst>
        </pc:picChg>
        <pc:picChg chg="add mod ord modVis modCrop">
          <ac:chgData name="Nithya V" userId="23da4ccc-29e6-4995-916c-9a371b6809ee" providerId="ADAL" clId="{78103BBF-BD0C-4860-ABE3-93C6B3410329}" dt="2024-11-13T04:04:17.026" v="1527" actId="14429"/>
          <ac:picMkLst>
            <pc:docMk/>
            <pc:sldMk cId="3427132898" sldId="259"/>
            <ac:picMk id="42" creationId="{BC1B828C-8D6B-93F8-1232-F611AC6FCEE1}"/>
          </ac:picMkLst>
        </pc:picChg>
        <pc:picChg chg="add mod ord modVis">
          <ac:chgData name="Nithya V" userId="23da4ccc-29e6-4995-916c-9a371b6809ee" providerId="ADAL" clId="{78103BBF-BD0C-4860-ABE3-93C6B3410329}" dt="2024-11-13T04:04:16.210" v="1526" actId="14429"/>
          <ac:picMkLst>
            <pc:docMk/>
            <pc:sldMk cId="3427132898" sldId="259"/>
            <ac:picMk id="44" creationId="{AC43055F-CE7C-2CFA-E655-FA6D73AB8917}"/>
          </ac:picMkLst>
        </pc:picChg>
        <pc:picChg chg="add del mod">
          <ac:chgData name="Nithya V" userId="23da4ccc-29e6-4995-916c-9a371b6809ee" providerId="ADAL" clId="{78103BBF-BD0C-4860-ABE3-93C6B3410329}" dt="2024-11-13T04:04:04.369" v="1524" actId="478"/>
          <ac:picMkLst>
            <pc:docMk/>
            <pc:sldMk cId="3427132898" sldId="259"/>
            <ac:picMk id="47" creationId="{99D6C69D-44DA-9C38-AD36-5035B3764E1D}"/>
          </ac:picMkLst>
        </pc:picChg>
      </pc:sldChg>
      <pc:sldChg chg="addSp delSp modSp mod ord chgLayout">
        <pc:chgData name="Nithya V" userId="23da4ccc-29e6-4995-916c-9a371b6809ee" providerId="ADAL" clId="{78103BBF-BD0C-4860-ABE3-93C6B3410329}" dt="2024-11-13T10:18:02.511" v="2091" actId="1076"/>
        <pc:sldMkLst>
          <pc:docMk/>
          <pc:sldMk cId="2529044756" sldId="260"/>
        </pc:sldMkLst>
        <pc:spChg chg="add del mod ord">
          <ac:chgData name="Nithya V" userId="23da4ccc-29e6-4995-916c-9a371b6809ee" providerId="ADAL" clId="{78103BBF-BD0C-4860-ABE3-93C6B3410329}" dt="2024-11-12T04:00:53.859" v="19" actId="931"/>
          <ac:spMkLst>
            <pc:docMk/>
            <pc:sldMk cId="2529044756" sldId="260"/>
            <ac:spMk id="2" creationId="{32E2175E-1C00-1E5D-F1C5-E5F302456F97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8" creationId="{E76FEB9E-73DD-DEAB-D51D-E8087D0B9DDC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9" creationId="{AF7AB9C2-2CF5-2977-55DA-327E8FD8999E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10" creationId="{C4478B23-2DD3-EAE7-BC9D-DCBCB2088891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11" creationId="{916A304B-D0BC-FBAD-2D5F-8C802696AD60}"/>
          </ac:spMkLst>
        </pc:spChg>
        <pc:spChg chg="del mod topLvl">
          <ac:chgData name="Nithya V" userId="23da4ccc-29e6-4995-916c-9a371b6809ee" providerId="ADAL" clId="{78103BBF-BD0C-4860-ABE3-93C6B3410329}" dt="2024-11-12T03:59:38.538" v="17" actId="478"/>
          <ac:spMkLst>
            <pc:docMk/>
            <pc:sldMk cId="2529044756" sldId="260"/>
            <ac:spMk id="12" creationId="{462397C4-CC69-8CE4-519A-43569B7FC634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13" creationId="{7559FEB6-E7A5-10D5-5028-C438983A124A}"/>
          </ac:spMkLst>
        </pc:spChg>
        <pc:spChg chg="add del mod">
          <ac:chgData name="Nithya V" userId="23da4ccc-29e6-4995-916c-9a371b6809ee" providerId="ADAL" clId="{78103BBF-BD0C-4860-ABE3-93C6B3410329}" dt="2024-11-13T08:54:25.553" v="1971" actId="931"/>
          <ac:spMkLst>
            <pc:docMk/>
            <pc:sldMk cId="2529044756" sldId="260"/>
            <ac:spMk id="16" creationId="{72B69CC3-93A6-F673-E184-C1E6D9C39934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17" creationId="{2DA96009-951D-D643-1CD3-8CF15A854891}"/>
          </ac:spMkLst>
        </pc:spChg>
        <pc:spChg chg="del mod">
          <ac:chgData name="Nithya V" userId="23da4ccc-29e6-4995-916c-9a371b6809ee" providerId="ADAL" clId="{78103BBF-BD0C-4860-ABE3-93C6B3410329}" dt="2024-11-13T08:46:23.196" v="1745" actId="478"/>
          <ac:spMkLst>
            <pc:docMk/>
            <pc:sldMk cId="2529044756" sldId="260"/>
            <ac:spMk id="18" creationId="{00E0E9A7-D386-6331-5412-A4F182F3E634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0" creationId="{D2FD8784-31E4-D7F6-63E4-466403BFABF1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2" creationId="{45912323-02E4-7910-ED94-FDA7F40E659F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3" creationId="{0C117F06-30C8-5341-E224-BD2009BF4FE4}"/>
          </ac:spMkLst>
        </pc:spChg>
        <pc:spChg chg="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4" creationId="{3B7E4195-C3A1-10C8-D354-ED12D414B26C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6" creationId="{8461806E-0E1C-59EB-DAE6-F1DF1D5F3CC0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7" creationId="{8D17E9EB-C23B-7E5D-4F0C-67259ACB6BA1}"/>
          </ac:spMkLst>
        </pc:spChg>
        <pc:spChg chg="add del">
          <ac:chgData name="Nithya V" userId="23da4ccc-29e6-4995-916c-9a371b6809ee" providerId="ADAL" clId="{78103BBF-BD0C-4860-ABE3-93C6B3410329}" dt="2024-11-13T10:16:55.038" v="2077" actId="478"/>
          <ac:spMkLst>
            <pc:docMk/>
            <pc:sldMk cId="2529044756" sldId="260"/>
            <ac:spMk id="28" creationId="{DE22A539-A249-E334-3E3F-C50107343666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29" creationId="{A0ADD666-0156-6DD8-93E9-C366160F8186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31" creationId="{905EDE6C-5E97-97CB-7A35-ED6AA626B7F9}"/>
          </ac:spMkLst>
        </pc:spChg>
        <pc:spChg chg="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2" creationId="{67BD0736-AAF5-9AFA-4C9C-E0BDD1E6C24F}"/>
          </ac:spMkLst>
        </pc:spChg>
        <pc:spChg chg="add mod">
          <ac:chgData name="Nithya V" userId="23da4ccc-29e6-4995-916c-9a371b6809ee" providerId="ADAL" clId="{78103BBF-BD0C-4860-ABE3-93C6B3410329}" dt="2024-11-13T10:16:26.851" v="2048" actId="1076"/>
          <ac:spMkLst>
            <pc:docMk/>
            <pc:sldMk cId="2529044756" sldId="260"/>
            <ac:spMk id="34" creationId="{92394977-6686-DC8C-75E5-9E9CA631B12B}"/>
          </ac:spMkLst>
        </pc:spChg>
        <pc:spChg chg="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5" creationId="{3E71FCBE-A11F-2CD7-5804-0EFEF9226F1B}"/>
          </ac:spMkLst>
        </pc:spChg>
        <pc:spChg chg="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6" creationId="{74B65DD7-E9B6-17E9-50E5-B2B67ACED05A}"/>
          </ac:spMkLst>
        </pc:spChg>
        <pc:spChg chg="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7" creationId="{4CBBA5A1-E2E2-6A97-76E1-B262A87D2C75}"/>
          </ac:spMkLst>
        </pc:spChg>
        <pc:spChg chg="add 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8" creationId="{E25B6E73-1AE7-6FDF-6394-3D0F5679EFA4}"/>
          </ac:spMkLst>
        </pc:spChg>
        <pc:spChg chg="add mod">
          <ac:chgData name="Nithya V" userId="23da4ccc-29e6-4995-916c-9a371b6809ee" providerId="ADAL" clId="{78103BBF-BD0C-4860-ABE3-93C6B3410329}" dt="2024-11-13T10:17:08.042" v="2078"/>
          <ac:spMkLst>
            <pc:docMk/>
            <pc:sldMk cId="2529044756" sldId="260"/>
            <ac:spMk id="39" creationId="{0D70AC79-0F63-7C15-9DDD-1308DB6EB466}"/>
          </ac:spMkLst>
        </pc:spChg>
        <pc:spChg chg="add mod">
          <ac:chgData name="Nithya V" userId="23da4ccc-29e6-4995-916c-9a371b6809ee" providerId="ADAL" clId="{78103BBF-BD0C-4860-ABE3-93C6B3410329}" dt="2024-11-13T10:17:50.965" v="2089" actId="207"/>
          <ac:spMkLst>
            <pc:docMk/>
            <pc:sldMk cId="2529044756" sldId="260"/>
            <ac:spMk id="42" creationId="{AE983F76-E8A4-5C65-8653-1F65AFFA3E81}"/>
          </ac:spMkLst>
        </pc:spChg>
        <pc:grpChg chg="del mod ord topLvl">
          <ac:chgData name="Nithya V" userId="23da4ccc-29e6-4995-916c-9a371b6809ee" providerId="ADAL" clId="{78103BBF-BD0C-4860-ABE3-93C6B3410329}" dt="2024-11-12T04:05:55.489" v="42" actId="165"/>
          <ac:grpSpMkLst>
            <pc:docMk/>
            <pc:sldMk cId="2529044756" sldId="260"/>
            <ac:grpSpMk id="4" creationId="{D5078C76-E577-DF1C-6A28-7983E4914BFC}"/>
          </ac:grpSpMkLst>
        </pc:grpChg>
        <pc:grpChg chg="mod topLvl">
          <ac:chgData name="Nithya V" userId="23da4ccc-29e6-4995-916c-9a371b6809ee" providerId="ADAL" clId="{78103BBF-BD0C-4860-ABE3-93C6B3410329}" dt="2024-11-13T10:16:26.851" v="2048" actId="1076"/>
          <ac:grpSpMkLst>
            <pc:docMk/>
            <pc:sldMk cId="2529044756" sldId="260"/>
            <ac:grpSpMk id="5" creationId="{891C0DD5-6948-2B82-2156-2FE7B1E62DC4}"/>
          </ac:grpSpMkLst>
        </pc:grpChg>
        <pc:grpChg chg="del">
          <ac:chgData name="Nithya V" userId="23da4ccc-29e6-4995-916c-9a371b6809ee" providerId="ADAL" clId="{78103BBF-BD0C-4860-ABE3-93C6B3410329}" dt="2024-11-12T03:59:14.750" v="10" actId="165"/>
          <ac:grpSpMkLst>
            <pc:docMk/>
            <pc:sldMk cId="2529044756" sldId="260"/>
            <ac:grpSpMk id="13" creationId="{75771BE5-AEC7-1E60-7C03-A94318EF53F9}"/>
          </ac:grpSpMkLst>
        </pc:grpChg>
        <pc:grpChg chg="add del mod">
          <ac:chgData name="Nithya V" userId="23da4ccc-29e6-4995-916c-9a371b6809ee" providerId="ADAL" clId="{78103BBF-BD0C-4860-ABE3-93C6B3410329}" dt="2024-11-13T10:17:32.139" v="2085" actId="478"/>
          <ac:grpSpMkLst>
            <pc:docMk/>
            <pc:sldMk cId="2529044756" sldId="260"/>
            <ac:grpSpMk id="30" creationId="{84E07A42-D016-0779-D48B-6891C1AD79CC}"/>
          </ac:grpSpMkLst>
        </pc:grpChg>
        <pc:picChg chg="add del">
          <ac:chgData name="Nithya V" userId="23da4ccc-29e6-4995-916c-9a371b6809ee" providerId="ADAL" clId="{78103BBF-BD0C-4860-ABE3-93C6B3410329}" dt="2024-11-13T08:45:53.177" v="1741" actId="478"/>
          <ac:picMkLst>
            <pc:docMk/>
            <pc:sldMk cId="2529044756" sldId="260"/>
            <ac:picMk id="3" creationId="{41B665BB-58EF-6342-F226-99DBC2D025C1}"/>
          </ac:picMkLst>
        </pc:picChg>
        <pc:picChg chg="mod topLvl">
          <ac:chgData name="Nithya V" userId="23da4ccc-29e6-4995-916c-9a371b6809ee" providerId="ADAL" clId="{78103BBF-BD0C-4860-ABE3-93C6B3410329}" dt="2024-11-13T10:16:26.851" v="2048" actId="1076"/>
          <ac:picMkLst>
            <pc:docMk/>
            <pc:sldMk cId="2529044756" sldId="260"/>
            <ac:picMk id="6" creationId="{659C0D66-CCED-6E2D-365C-19EED7243D16}"/>
          </ac:picMkLst>
        </pc:picChg>
        <pc:picChg chg="mod topLvl">
          <ac:chgData name="Nithya V" userId="23da4ccc-29e6-4995-916c-9a371b6809ee" providerId="ADAL" clId="{78103BBF-BD0C-4860-ABE3-93C6B3410329}" dt="2024-11-13T10:16:26.851" v="2048" actId="1076"/>
          <ac:picMkLst>
            <pc:docMk/>
            <pc:sldMk cId="2529044756" sldId="260"/>
            <ac:picMk id="7" creationId="{A138B5F4-6731-B497-8BD6-080F1B5ADF64}"/>
          </ac:picMkLst>
        </pc:picChg>
        <pc:picChg chg="add del mod">
          <ac:chgData name="Nithya V" userId="23da4ccc-29e6-4995-916c-9a371b6809ee" providerId="ADAL" clId="{78103BBF-BD0C-4860-ABE3-93C6B3410329}" dt="2024-11-13T08:53:13.533" v="1969" actId="478"/>
          <ac:picMkLst>
            <pc:docMk/>
            <pc:sldMk cId="2529044756" sldId="260"/>
            <ac:picMk id="12" creationId="{0FCC2561-F740-25F9-0E48-BFE5DC610589}"/>
          </ac:picMkLst>
        </pc:picChg>
        <pc:picChg chg="add del mod">
          <ac:chgData name="Nithya V" userId="23da4ccc-29e6-4995-916c-9a371b6809ee" providerId="ADAL" clId="{78103BBF-BD0C-4860-ABE3-93C6B3410329}" dt="2024-11-13T08:54:22.085" v="1970" actId="478"/>
          <ac:picMkLst>
            <pc:docMk/>
            <pc:sldMk cId="2529044756" sldId="260"/>
            <ac:picMk id="14" creationId="{FB9B5D60-A292-A7A4-AC15-935DD488AED5}"/>
          </ac:picMkLst>
        </pc:picChg>
        <pc:picChg chg="add del mod">
          <ac:chgData name="Nithya V" userId="23da4ccc-29e6-4995-916c-9a371b6809ee" providerId="ADAL" clId="{78103BBF-BD0C-4860-ABE3-93C6B3410329}" dt="2024-11-12T04:15:33.975" v="158" actId="478"/>
          <ac:picMkLst>
            <pc:docMk/>
            <pc:sldMk cId="2529044756" sldId="260"/>
            <ac:picMk id="15" creationId="{3AE989E9-E81B-25C7-633F-DDC97BE84F79}"/>
          </ac:picMkLst>
        </pc:picChg>
        <pc:picChg chg="add mod ord">
          <ac:chgData name="Nithya V" userId="23da4ccc-29e6-4995-916c-9a371b6809ee" providerId="ADAL" clId="{78103BBF-BD0C-4860-ABE3-93C6B3410329}" dt="2024-11-13T10:16:26.851" v="2048" actId="1076"/>
          <ac:picMkLst>
            <pc:docMk/>
            <pc:sldMk cId="2529044756" sldId="260"/>
            <ac:picMk id="19" creationId="{9CB8D274-6A19-B383-AC8B-B7B6A95DDDF2}"/>
          </ac:picMkLst>
        </pc:picChg>
        <pc:picChg chg="add del">
          <ac:chgData name="Nithya V" userId="23da4ccc-29e6-4995-916c-9a371b6809ee" providerId="ADAL" clId="{78103BBF-BD0C-4860-ABE3-93C6B3410329}" dt="2024-11-12T04:07:23.222" v="59" actId="22"/>
          <ac:picMkLst>
            <pc:docMk/>
            <pc:sldMk cId="2529044756" sldId="260"/>
            <ac:picMk id="25" creationId="{09176DA8-14F7-8B47-FA66-25AE466E8DA5}"/>
          </ac:picMkLst>
        </pc:picChg>
        <pc:picChg chg="add mod">
          <ac:chgData name="Nithya V" userId="23da4ccc-29e6-4995-916c-9a371b6809ee" providerId="ADAL" clId="{78103BBF-BD0C-4860-ABE3-93C6B3410329}" dt="2024-11-13T10:16:26.851" v="2048" actId="1076"/>
          <ac:picMkLst>
            <pc:docMk/>
            <pc:sldMk cId="2529044756" sldId="260"/>
            <ac:picMk id="25" creationId="{11D6A4B8-1FB6-D348-D855-F251B7C348E7}"/>
          </ac:picMkLst>
        </pc:picChg>
        <pc:picChg chg="add mod">
          <ac:chgData name="Nithya V" userId="23da4ccc-29e6-4995-916c-9a371b6809ee" providerId="ADAL" clId="{78103BBF-BD0C-4860-ABE3-93C6B3410329}" dt="2024-11-13T10:16:26.851" v="2048" actId="1076"/>
          <ac:picMkLst>
            <pc:docMk/>
            <pc:sldMk cId="2529044756" sldId="260"/>
            <ac:picMk id="33" creationId="{19B8BD6C-CA7C-9243-E002-2E582D58DA6A}"/>
          </ac:picMkLst>
        </pc:picChg>
        <pc:picChg chg="add mod">
          <ac:chgData name="Nithya V" userId="23da4ccc-29e6-4995-916c-9a371b6809ee" providerId="ADAL" clId="{78103BBF-BD0C-4860-ABE3-93C6B3410329}" dt="2024-11-13T10:18:02.511" v="2091" actId="1076"/>
          <ac:picMkLst>
            <pc:docMk/>
            <pc:sldMk cId="2529044756" sldId="260"/>
            <ac:picMk id="40" creationId="{553997B9-B653-B52F-25CD-D3887B52505D}"/>
          </ac:picMkLst>
        </pc:picChg>
        <pc:picChg chg="add mod">
          <ac:chgData name="Nithya V" userId="23da4ccc-29e6-4995-916c-9a371b6809ee" providerId="ADAL" clId="{78103BBF-BD0C-4860-ABE3-93C6B3410329}" dt="2024-11-13T10:17:35.974" v="2087" actId="1076"/>
          <ac:picMkLst>
            <pc:docMk/>
            <pc:sldMk cId="2529044756" sldId="260"/>
            <ac:picMk id="41" creationId="{5B064D86-8FA0-4ECA-511C-83398227914F}"/>
          </ac:picMkLst>
        </pc:picChg>
      </pc:sldChg>
      <pc:sldChg chg="addSp modSp add del mod ord setBg">
        <pc:chgData name="Nithya V" userId="23da4ccc-29e6-4995-916c-9a371b6809ee" providerId="ADAL" clId="{78103BBF-BD0C-4860-ABE3-93C6B3410329}" dt="2024-11-12T11:00:05.207" v="1179" actId="47"/>
        <pc:sldMkLst>
          <pc:docMk/>
          <pc:sldMk cId="3159763475" sldId="261"/>
        </pc:sldMkLst>
        <pc:picChg chg="add mod">
          <ac:chgData name="Nithya V" userId="23da4ccc-29e6-4995-916c-9a371b6809ee" providerId="ADAL" clId="{78103BBF-BD0C-4860-ABE3-93C6B3410329}" dt="2024-11-12T10:54:18.872" v="1069" actId="1076"/>
          <ac:picMkLst>
            <pc:docMk/>
            <pc:sldMk cId="3159763475" sldId="261"/>
            <ac:picMk id="3" creationId="{45FB01E3-6D3A-61F9-85AB-398D0DCBBF80}"/>
          </ac:picMkLst>
        </pc:picChg>
      </pc:sldChg>
      <pc:sldChg chg="addSp delSp modSp new mod ord setBg">
        <pc:chgData name="Nithya V" userId="23da4ccc-29e6-4995-916c-9a371b6809ee" providerId="ADAL" clId="{78103BBF-BD0C-4860-ABE3-93C6B3410329}" dt="2024-11-12T05:08:54.163" v="274"/>
        <pc:sldMkLst>
          <pc:docMk/>
          <pc:sldMk cId="3466914706" sldId="262"/>
        </pc:sldMkLst>
        <pc:spChg chg="del">
          <ac:chgData name="Nithya V" userId="23da4ccc-29e6-4995-916c-9a371b6809ee" providerId="ADAL" clId="{78103BBF-BD0C-4860-ABE3-93C6B3410329}" dt="2024-11-12T05:01:14.202" v="182" actId="478"/>
          <ac:spMkLst>
            <pc:docMk/>
            <pc:sldMk cId="3466914706" sldId="262"/>
            <ac:spMk id="2" creationId="{7800E45D-FA2D-5656-4DF4-E57970D0B1C0}"/>
          </ac:spMkLst>
        </pc:spChg>
        <pc:spChg chg="mod topLvl">
          <ac:chgData name="Nithya V" userId="23da4ccc-29e6-4995-916c-9a371b6809ee" providerId="ADAL" clId="{78103BBF-BD0C-4860-ABE3-93C6B3410329}" dt="2024-11-12T05:02:28.262" v="218" actId="164"/>
          <ac:spMkLst>
            <pc:docMk/>
            <pc:sldMk cId="3466914706" sldId="262"/>
            <ac:spMk id="6" creationId="{0E336D76-763A-6100-724A-83C84FF87E83}"/>
          </ac:spMkLst>
        </pc:spChg>
        <pc:spChg chg="mod topLvl">
          <ac:chgData name="Nithya V" userId="23da4ccc-29e6-4995-916c-9a371b6809ee" providerId="ADAL" clId="{78103BBF-BD0C-4860-ABE3-93C6B3410329}" dt="2024-11-12T05:03:00.151" v="227" actId="1076"/>
          <ac:spMkLst>
            <pc:docMk/>
            <pc:sldMk cId="3466914706" sldId="262"/>
            <ac:spMk id="7" creationId="{429D0613-77F6-FB0D-4793-BE60B104AAEA}"/>
          </ac:spMkLst>
        </pc:spChg>
        <pc:spChg chg="mod topLvl">
          <ac:chgData name="Nithya V" userId="23da4ccc-29e6-4995-916c-9a371b6809ee" providerId="ADAL" clId="{78103BBF-BD0C-4860-ABE3-93C6B3410329}" dt="2024-11-12T05:03:26.287" v="234" actId="1076"/>
          <ac:spMkLst>
            <pc:docMk/>
            <pc:sldMk cId="3466914706" sldId="262"/>
            <ac:spMk id="8" creationId="{392B4874-A1C5-41BF-8641-A70EC6741EEF}"/>
          </ac:spMkLst>
        </pc:spChg>
        <pc:spChg chg="mod topLvl">
          <ac:chgData name="Nithya V" userId="23da4ccc-29e6-4995-916c-9a371b6809ee" providerId="ADAL" clId="{78103BBF-BD0C-4860-ABE3-93C6B3410329}" dt="2024-11-12T05:03:21.903" v="233" actId="1076"/>
          <ac:spMkLst>
            <pc:docMk/>
            <pc:sldMk cId="3466914706" sldId="262"/>
            <ac:spMk id="9" creationId="{5375D40A-DA2D-7E18-3339-0352309A8D72}"/>
          </ac:spMkLst>
        </pc:spChg>
        <pc:spChg chg="mod topLvl">
          <ac:chgData name="Nithya V" userId="23da4ccc-29e6-4995-916c-9a371b6809ee" providerId="ADAL" clId="{78103BBF-BD0C-4860-ABE3-93C6B3410329}" dt="2024-11-12T05:03:19.875" v="232" actId="1076"/>
          <ac:spMkLst>
            <pc:docMk/>
            <pc:sldMk cId="3466914706" sldId="262"/>
            <ac:spMk id="10" creationId="{31ECD0DB-A437-70DA-A82B-6C6759B4DF27}"/>
          </ac:spMkLst>
        </pc:spChg>
        <pc:spChg chg="mod">
          <ac:chgData name="Nithya V" userId="23da4ccc-29e6-4995-916c-9a371b6809ee" providerId="ADAL" clId="{78103BBF-BD0C-4860-ABE3-93C6B3410329}" dt="2024-11-12T05:02:03.471" v="201" actId="165"/>
          <ac:spMkLst>
            <pc:docMk/>
            <pc:sldMk cId="3466914706" sldId="262"/>
            <ac:spMk id="12" creationId="{B98D0A2B-7DE2-6CD5-3003-965538DFF0D1}"/>
          </ac:spMkLst>
        </pc:spChg>
        <pc:spChg chg="mod">
          <ac:chgData name="Nithya V" userId="23da4ccc-29e6-4995-916c-9a371b6809ee" providerId="ADAL" clId="{78103BBF-BD0C-4860-ABE3-93C6B3410329}" dt="2024-11-12T05:02:03.471" v="201" actId="165"/>
          <ac:spMkLst>
            <pc:docMk/>
            <pc:sldMk cId="3466914706" sldId="262"/>
            <ac:spMk id="13" creationId="{96FFEB5E-B764-4404-0468-1A46A1719777}"/>
          </ac:spMkLst>
        </pc:spChg>
        <pc:spChg chg="mod">
          <ac:chgData name="Nithya V" userId="23da4ccc-29e6-4995-916c-9a371b6809ee" providerId="ADAL" clId="{78103BBF-BD0C-4860-ABE3-93C6B3410329}" dt="2024-11-12T05:02:03.471" v="201" actId="165"/>
          <ac:spMkLst>
            <pc:docMk/>
            <pc:sldMk cId="3466914706" sldId="262"/>
            <ac:spMk id="15" creationId="{AE744605-97D6-2D12-9230-06A29DC205ED}"/>
          </ac:spMkLst>
        </pc:spChg>
        <pc:spChg chg="mod">
          <ac:chgData name="Nithya V" userId="23da4ccc-29e6-4995-916c-9a371b6809ee" providerId="ADAL" clId="{78103BBF-BD0C-4860-ABE3-93C6B3410329}" dt="2024-11-12T05:02:03.471" v="201" actId="165"/>
          <ac:spMkLst>
            <pc:docMk/>
            <pc:sldMk cId="3466914706" sldId="262"/>
            <ac:spMk id="16" creationId="{0455BBBA-732B-7FF6-7680-B7BDB1AD9E1E}"/>
          </ac:spMkLst>
        </pc:spChg>
        <pc:spChg chg="mod topLvl">
          <ac:chgData name="Nithya V" userId="23da4ccc-29e6-4995-916c-9a371b6809ee" providerId="ADAL" clId="{78103BBF-BD0C-4860-ABE3-93C6B3410329}" dt="2024-11-12T05:03:14.623" v="231" actId="14100"/>
          <ac:spMkLst>
            <pc:docMk/>
            <pc:sldMk cId="3466914706" sldId="262"/>
            <ac:spMk id="17" creationId="{A57A649C-74F7-FF35-DE74-5560FC9B2BE5}"/>
          </ac:spMkLst>
        </pc:spChg>
        <pc:spChg chg="mod topLvl">
          <ac:chgData name="Nithya V" userId="23da4ccc-29e6-4995-916c-9a371b6809ee" providerId="ADAL" clId="{78103BBF-BD0C-4860-ABE3-93C6B3410329}" dt="2024-11-12T05:02:28.262" v="218" actId="164"/>
          <ac:spMkLst>
            <pc:docMk/>
            <pc:sldMk cId="3466914706" sldId="262"/>
            <ac:spMk id="18" creationId="{4BC12994-01DA-1867-207C-3FC721057947}"/>
          </ac:spMkLst>
        </pc:spChg>
        <pc:spChg chg="add mod">
          <ac:chgData name="Nithya V" userId="23da4ccc-29e6-4995-916c-9a371b6809ee" providerId="ADAL" clId="{78103BBF-BD0C-4860-ABE3-93C6B3410329}" dt="2024-11-12T05:08:29.119" v="267" actId="1076"/>
          <ac:spMkLst>
            <pc:docMk/>
            <pc:sldMk cId="3466914706" sldId="262"/>
            <ac:spMk id="21" creationId="{5B4CCF4B-DC3A-751A-6FD5-D8D433CE4B75}"/>
          </ac:spMkLst>
        </pc:spChg>
        <pc:spChg chg="add mod">
          <ac:chgData name="Nithya V" userId="23da4ccc-29e6-4995-916c-9a371b6809ee" providerId="ADAL" clId="{78103BBF-BD0C-4860-ABE3-93C6B3410329}" dt="2024-11-12T05:06:37.327" v="261" actId="1076"/>
          <ac:spMkLst>
            <pc:docMk/>
            <pc:sldMk cId="3466914706" sldId="262"/>
            <ac:spMk id="23" creationId="{DE67C63B-F9FA-0E2A-D01C-B07A3F5CA7C6}"/>
          </ac:spMkLst>
        </pc:spChg>
        <pc:grpChg chg="del mod">
          <ac:chgData name="Nithya V" userId="23da4ccc-29e6-4995-916c-9a371b6809ee" providerId="ADAL" clId="{78103BBF-BD0C-4860-ABE3-93C6B3410329}" dt="2024-11-12T05:02:03.471" v="201" actId="165"/>
          <ac:grpSpMkLst>
            <pc:docMk/>
            <pc:sldMk cId="3466914706" sldId="262"/>
            <ac:grpSpMk id="5" creationId="{C6E86E18-8360-000D-46FC-DE2519FDE1D4}"/>
          </ac:grpSpMkLst>
        </pc:grpChg>
        <pc:grpChg chg="mod topLvl">
          <ac:chgData name="Nithya V" userId="23da4ccc-29e6-4995-916c-9a371b6809ee" providerId="ADAL" clId="{78103BBF-BD0C-4860-ABE3-93C6B3410329}" dt="2024-11-12T05:02:28.262" v="218" actId="164"/>
          <ac:grpSpMkLst>
            <pc:docMk/>
            <pc:sldMk cId="3466914706" sldId="262"/>
            <ac:grpSpMk id="11" creationId="{4B240D1B-8E8E-9AD3-7E15-B86BC057BF7F}"/>
          </ac:grpSpMkLst>
        </pc:grpChg>
        <pc:grpChg chg="mod topLvl">
          <ac:chgData name="Nithya V" userId="23da4ccc-29e6-4995-916c-9a371b6809ee" providerId="ADAL" clId="{78103BBF-BD0C-4860-ABE3-93C6B3410329}" dt="2024-11-12T05:02:28.262" v="218" actId="164"/>
          <ac:grpSpMkLst>
            <pc:docMk/>
            <pc:sldMk cId="3466914706" sldId="262"/>
            <ac:grpSpMk id="14" creationId="{15B04C97-2B2A-7CF4-A865-CB6E52DEC8D9}"/>
          </ac:grpSpMkLst>
        </pc:grpChg>
        <pc:grpChg chg="add mod">
          <ac:chgData name="Nithya V" userId="23da4ccc-29e6-4995-916c-9a371b6809ee" providerId="ADAL" clId="{78103BBF-BD0C-4860-ABE3-93C6B3410329}" dt="2024-11-12T05:08:41.591" v="268" actId="14100"/>
          <ac:grpSpMkLst>
            <pc:docMk/>
            <pc:sldMk cId="3466914706" sldId="262"/>
            <ac:grpSpMk id="19" creationId="{D41C9814-B353-096D-B34E-8197FE66F07D}"/>
          </ac:grpSpMkLst>
        </pc:grpChg>
        <pc:picChg chg="add del mod">
          <ac:chgData name="Nithya V" userId="23da4ccc-29e6-4995-916c-9a371b6809ee" providerId="ADAL" clId="{78103BBF-BD0C-4860-ABE3-93C6B3410329}" dt="2024-11-12T05:01:59.202" v="200" actId="27803"/>
          <ac:picMkLst>
            <pc:docMk/>
            <pc:sldMk cId="3466914706" sldId="262"/>
            <ac:picMk id="4" creationId="{DDABB187-3DF8-D5FC-E275-46A3FEF726E4}"/>
          </ac:picMkLst>
        </pc:picChg>
      </pc:sldChg>
      <pc:sldChg chg="add del setBg">
        <pc:chgData name="Nithya V" userId="23da4ccc-29e6-4995-916c-9a371b6809ee" providerId="ADAL" clId="{78103BBF-BD0C-4860-ABE3-93C6B3410329}" dt="2024-11-12T08:49:55.108" v="517"/>
        <pc:sldMkLst>
          <pc:docMk/>
          <pc:sldMk cId="120529109" sldId="263"/>
        </pc:sldMkLst>
      </pc:sldChg>
      <pc:sldChg chg="addSp delSp modSp add del mod setBg chgLayout">
        <pc:chgData name="Nithya V" userId="23da4ccc-29e6-4995-916c-9a371b6809ee" providerId="ADAL" clId="{78103BBF-BD0C-4860-ABE3-93C6B3410329}" dt="2024-11-13T04:04:00.035" v="1511"/>
        <pc:sldMkLst>
          <pc:docMk/>
          <pc:sldMk cId="3332583318" sldId="263"/>
        </pc:sldMkLst>
        <pc:spChg chg="add del">
          <ac:chgData name="Nithya V" userId="23da4ccc-29e6-4995-916c-9a371b6809ee" providerId="ADAL" clId="{78103BBF-BD0C-4860-ABE3-93C6B3410329}" dt="2024-11-13T04:03:58.069" v="1509" actId="11529"/>
          <ac:spMkLst>
            <pc:docMk/>
            <pc:sldMk cId="3332583318" sldId="263"/>
            <ac:spMk id="5" creationId="{0DA7748A-D7B9-053C-AEEB-60B90716B6AD}"/>
          </ac:spMkLst>
        </pc:spChg>
        <pc:spChg chg="add del mod ord">
          <ac:chgData name="Nithya V" userId="23da4ccc-29e6-4995-916c-9a371b6809ee" providerId="ADAL" clId="{78103BBF-BD0C-4860-ABE3-93C6B3410329}" dt="2024-11-13T04:03:54.661" v="1504" actId="700"/>
          <ac:spMkLst>
            <pc:docMk/>
            <pc:sldMk cId="3332583318" sldId="263"/>
            <ac:spMk id="9" creationId="{1407FF83-9422-48D4-094B-BA3BFD177358}"/>
          </ac:spMkLst>
        </pc:spChg>
        <pc:picChg chg="add mod ord">
          <ac:chgData name="Nithya V" userId="23da4ccc-29e6-4995-916c-9a371b6809ee" providerId="ADAL" clId="{78103BBF-BD0C-4860-ABE3-93C6B3410329}" dt="2024-11-13T04:03:58.749" v="1510" actId="167"/>
          <ac:picMkLst>
            <pc:docMk/>
            <pc:sldMk cId="3332583318" sldId="263"/>
            <ac:picMk id="3" creationId="{E34A21F7-19F3-4DA3-8C2A-E4F0C179B836}"/>
          </ac:picMkLst>
        </pc:picChg>
        <pc:picChg chg="add mod ord modCrop">
          <ac:chgData name="Nithya V" userId="23da4ccc-29e6-4995-916c-9a371b6809ee" providerId="ADAL" clId="{78103BBF-BD0C-4860-ABE3-93C6B3410329}" dt="2024-11-13T04:03:54.389" v="1503" actId="931"/>
          <ac:picMkLst>
            <pc:docMk/>
            <pc:sldMk cId="3332583318" sldId="263"/>
            <ac:picMk id="11" creationId="{7CA55F84-5476-897A-8FD4-B85003188B2E}"/>
          </ac:picMkLst>
        </pc:picChg>
        <pc:picChg chg="mod ord">
          <ac:chgData name="Nithya V" userId="23da4ccc-29e6-4995-916c-9a371b6809ee" providerId="ADAL" clId="{78103BBF-BD0C-4860-ABE3-93C6B3410329}" dt="2024-11-13T04:03:54.661" v="1504" actId="700"/>
          <ac:picMkLst>
            <pc:docMk/>
            <pc:sldMk cId="3332583318" sldId="263"/>
            <ac:picMk id="38" creationId="{0EA76518-9621-E7B9-DDA1-454ABFA8D44E}"/>
          </ac:picMkLst>
        </pc:picChg>
        <pc:picChg chg="mod ord">
          <ac:chgData name="Nithya V" userId="23da4ccc-29e6-4995-916c-9a371b6809ee" providerId="ADAL" clId="{78103BBF-BD0C-4860-ABE3-93C6B3410329}" dt="2024-11-13T04:03:54.661" v="1504" actId="700"/>
          <ac:picMkLst>
            <pc:docMk/>
            <pc:sldMk cId="3332583318" sldId="263"/>
            <ac:picMk id="40" creationId="{3B90C549-D923-A7FD-CF12-22236FC8B997}"/>
          </ac:picMkLst>
        </pc:picChg>
        <pc:picChg chg="mod ord">
          <ac:chgData name="Nithya V" userId="23da4ccc-29e6-4995-916c-9a371b6809ee" providerId="ADAL" clId="{78103BBF-BD0C-4860-ABE3-93C6B3410329}" dt="2024-11-13T04:03:54.661" v="1504" actId="700"/>
          <ac:picMkLst>
            <pc:docMk/>
            <pc:sldMk cId="3332583318" sldId="263"/>
            <ac:picMk id="42" creationId="{E233000A-85BF-4F82-2B67-B241653F6259}"/>
          </ac:picMkLst>
        </pc:picChg>
        <pc:picChg chg="mod ord">
          <ac:chgData name="Nithya V" userId="23da4ccc-29e6-4995-916c-9a371b6809ee" providerId="ADAL" clId="{78103BBF-BD0C-4860-ABE3-93C6B3410329}" dt="2024-11-13T04:03:54.661" v="1504" actId="700"/>
          <ac:picMkLst>
            <pc:docMk/>
            <pc:sldMk cId="3332583318" sldId="263"/>
            <ac:picMk id="44" creationId="{67EEF6B9-DF1B-6444-D424-CBCC4043ADF8}"/>
          </ac:picMkLst>
        </pc:picChg>
      </pc:sldChg>
      <pc:sldChg chg="addSp delSp modSp add mod setBg chgLayout">
        <pc:chgData name="Nithya V" userId="23da4ccc-29e6-4995-916c-9a371b6809ee" providerId="ADAL" clId="{78103BBF-BD0C-4860-ABE3-93C6B3410329}" dt="2024-11-13T10:18:45.105" v="2103" actId="14100"/>
        <pc:sldMkLst>
          <pc:docMk/>
          <pc:sldMk cId="3349871297" sldId="263"/>
        </pc:sldMkLst>
        <pc:spChg chg="add del mod">
          <ac:chgData name="Nithya V" userId="23da4ccc-29e6-4995-916c-9a371b6809ee" providerId="ADAL" clId="{78103BBF-BD0C-4860-ABE3-93C6B3410329}" dt="2024-11-13T04:05:00.620" v="1550" actId="478"/>
          <ac:spMkLst>
            <pc:docMk/>
            <pc:sldMk cId="3349871297" sldId="263"/>
            <ac:spMk id="5" creationId="{6279AB03-AC31-AE0F-768E-A4C94B51F557}"/>
          </ac:spMkLst>
        </pc:spChg>
        <pc:spChg chg="add del mod ord">
          <ac:chgData name="Nithya V" userId="23da4ccc-29e6-4995-916c-9a371b6809ee" providerId="ADAL" clId="{78103BBF-BD0C-4860-ABE3-93C6B3410329}" dt="2024-11-13T04:05:07.433" v="1552" actId="931"/>
          <ac:spMkLst>
            <pc:docMk/>
            <pc:sldMk cId="3349871297" sldId="263"/>
            <ac:spMk id="9" creationId="{38810860-879E-2C1B-5A08-4A223755C91F}"/>
          </ac:spMkLst>
        </pc:spChg>
        <pc:spChg chg="add mod">
          <ac:chgData name="Nithya V" userId="23da4ccc-29e6-4995-916c-9a371b6809ee" providerId="ADAL" clId="{78103BBF-BD0C-4860-ABE3-93C6B3410329}" dt="2024-11-13T10:18:45.105" v="2103" actId="14100"/>
          <ac:spMkLst>
            <pc:docMk/>
            <pc:sldMk cId="3349871297" sldId="263"/>
            <ac:spMk id="37" creationId="{F5FC3C3D-266C-48AB-32B0-1BB2E3B59C6E}"/>
          </ac:spMkLst>
        </pc:spChg>
        <pc:spChg chg="add mod">
          <ac:chgData name="Nithya V" userId="23da4ccc-29e6-4995-916c-9a371b6809ee" providerId="ADAL" clId="{78103BBF-BD0C-4860-ABE3-93C6B3410329}" dt="2024-11-13T10:18:38.217" v="2101" actId="14100"/>
          <ac:spMkLst>
            <pc:docMk/>
            <pc:sldMk cId="3349871297" sldId="263"/>
            <ac:spMk id="39" creationId="{E80B8D14-9F7C-AE74-76E3-A1D00D8C5A90}"/>
          </ac:spMkLst>
        </pc:spChg>
        <pc:spChg chg="add mod">
          <ac:chgData name="Nithya V" userId="23da4ccc-29e6-4995-916c-9a371b6809ee" providerId="ADAL" clId="{78103BBF-BD0C-4860-ABE3-93C6B3410329}" dt="2024-11-13T10:18:33.404" v="2099" actId="1076"/>
          <ac:spMkLst>
            <pc:docMk/>
            <pc:sldMk cId="3349871297" sldId="263"/>
            <ac:spMk id="41" creationId="{A79382EE-7166-3BD6-F380-B58AF8898358}"/>
          </ac:spMkLst>
        </pc:spChg>
        <pc:picChg chg="add mod ord">
          <ac:chgData name="Nithya V" userId="23da4ccc-29e6-4995-916c-9a371b6809ee" providerId="ADAL" clId="{78103BBF-BD0C-4860-ABE3-93C6B3410329}" dt="2024-11-13T10:18:30.635" v="2098" actId="1076"/>
          <ac:picMkLst>
            <pc:docMk/>
            <pc:sldMk cId="3349871297" sldId="263"/>
            <ac:picMk id="3" creationId="{02EC558B-EEBB-7A1E-B50F-B62B4000AB1B}"/>
          </ac:picMkLst>
        </pc:picChg>
        <pc:picChg chg="add mod ord modCrop">
          <ac:chgData name="Nithya V" userId="23da4ccc-29e6-4995-916c-9a371b6809ee" providerId="ADAL" clId="{78103BBF-BD0C-4860-ABE3-93C6B3410329}" dt="2024-11-13T04:08:16.991" v="1623" actId="18131"/>
          <ac:picMkLst>
            <pc:docMk/>
            <pc:sldMk cId="3349871297" sldId="263"/>
            <ac:picMk id="11" creationId="{DE68D7EB-B96D-664A-6470-CF0B2BC7E2A8}"/>
          </ac:picMkLst>
        </pc:picChg>
        <pc:picChg chg="add mod">
          <ac:chgData name="Nithya V" userId="23da4ccc-29e6-4995-916c-9a371b6809ee" providerId="ADAL" clId="{78103BBF-BD0C-4860-ABE3-93C6B3410329}" dt="2024-11-13T04:12:59.281" v="1639" actId="14100"/>
          <ac:picMkLst>
            <pc:docMk/>
            <pc:sldMk cId="3349871297" sldId="263"/>
            <ac:picMk id="19" creationId="{307A8BDC-48A7-6B5A-7D29-122FF43C1ACC}"/>
          </ac:picMkLst>
        </pc:picChg>
        <pc:picChg chg="add del mod">
          <ac:chgData name="Nithya V" userId="23da4ccc-29e6-4995-916c-9a371b6809ee" providerId="ADAL" clId="{78103BBF-BD0C-4860-ABE3-93C6B3410329}" dt="2024-11-13T04:13:36.125" v="1651" actId="478"/>
          <ac:picMkLst>
            <pc:docMk/>
            <pc:sldMk cId="3349871297" sldId="263"/>
            <ac:picMk id="32" creationId="{87C9DE5F-D289-7C48-57B6-C5C883256FAA}"/>
          </ac:picMkLst>
        </pc:picChg>
        <pc:picChg chg="add mod">
          <ac:chgData name="Nithya V" userId="23da4ccc-29e6-4995-916c-9a371b6809ee" providerId="ADAL" clId="{78103BBF-BD0C-4860-ABE3-93C6B3410329}" dt="2024-11-13T04:13:10.179" v="1642" actId="207"/>
          <ac:picMkLst>
            <pc:docMk/>
            <pc:sldMk cId="3349871297" sldId="263"/>
            <ac:picMk id="33" creationId="{790284C3-BDB4-7ACD-108C-FFE51393153A}"/>
          </ac:picMkLst>
        </pc:picChg>
        <pc:picChg chg="add mod">
          <ac:chgData name="Nithya V" userId="23da4ccc-29e6-4995-916c-9a371b6809ee" providerId="ADAL" clId="{78103BBF-BD0C-4860-ABE3-93C6B3410329}" dt="2024-11-13T04:13:21.235" v="1645" actId="207"/>
          <ac:picMkLst>
            <pc:docMk/>
            <pc:sldMk cId="3349871297" sldId="263"/>
            <ac:picMk id="34" creationId="{DD387D17-531B-A02A-8CAE-4A6CFC444711}"/>
          </ac:picMkLst>
        </pc:picChg>
        <pc:picChg chg="add mod">
          <ac:chgData name="Nithya V" userId="23da4ccc-29e6-4995-916c-9a371b6809ee" providerId="ADAL" clId="{78103BBF-BD0C-4860-ABE3-93C6B3410329}" dt="2024-11-13T04:13:28.466" v="1647" actId="207"/>
          <ac:picMkLst>
            <pc:docMk/>
            <pc:sldMk cId="3349871297" sldId="263"/>
            <ac:picMk id="35" creationId="{B6269414-782F-B618-FC9E-6CAD9F822ECA}"/>
          </ac:picMkLst>
        </pc:picChg>
        <pc:picChg chg="add mod">
          <ac:chgData name="Nithya V" userId="23da4ccc-29e6-4995-916c-9a371b6809ee" providerId="ADAL" clId="{78103BBF-BD0C-4860-ABE3-93C6B3410329}" dt="2024-11-13T04:13:34.635" v="1649" actId="207"/>
          <ac:picMkLst>
            <pc:docMk/>
            <pc:sldMk cId="3349871297" sldId="263"/>
            <ac:picMk id="36" creationId="{F952CBCE-D5CA-25DD-5211-12D544AE134C}"/>
          </ac:picMkLst>
        </pc:picChg>
        <pc:picChg chg="mod ord">
          <ac:chgData name="Nithya V" userId="23da4ccc-29e6-4995-916c-9a371b6809ee" providerId="ADAL" clId="{78103BBF-BD0C-4860-ABE3-93C6B3410329}" dt="2024-11-13T04:05:03.441" v="1551" actId="700"/>
          <ac:picMkLst>
            <pc:docMk/>
            <pc:sldMk cId="3349871297" sldId="263"/>
            <ac:picMk id="38" creationId="{67AE38B6-0A80-D2EE-2BF7-CA695CB222C3}"/>
          </ac:picMkLst>
        </pc:picChg>
        <pc:picChg chg="mod ord">
          <ac:chgData name="Nithya V" userId="23da4ccc-29e6-4995-916c-9a371b6809ee" providerId="ADAL" clId="{78103BBF-BD0C-4860-ABE3-93C6B3410329}" dt="2024-11-13T04:05:03.441" v="1551" actId="700"/>
          <ac:picMkLst>
            <pc:docMk/>
            <pc:sldMk cId="3349871297" sldId="263"/>
            <ac:picMk id="40" creationId="{64D95B68-E339-44F3-9019-D2E5BCE243D7}"/>
          </ac:picMkLst>
        </pc:picChg>
        <pc:picChg chg="mod ord">
          <ac:chgData name="Nithya V" userId="23da4ccc-29e6-4995-916c-9a371b6809ee" providerId="ADAL" clId="{78103BBF-BD0C-4860-ABE3-93C6B3410329}" dt="2024-11-13T04:05:03.441" v="1551" actId="700"/>
          <ac:picMkLst>
            <pc:docMk/>
            <pc:sldMk cId="3349871297" sldId="263"/>
            <ac:picMk id="42" creationId="{C8B80885-0DC5-263F-3EB0-5ADFFB080D81}"/>
          </ac:picMkLst>
        </pc:picChg>
        <pc:picChg chg="mod ord">
          <ac:chgData name="Nithya V" userId="23da4ccc-29e6-4995-916c-9a371b6809ee" providerId="ADAL" clId="{78103BBF-BD0C-4860-ABE3-93C6B3410329}" dt="2024-11-13T04:05:03.441" v="1551" actId="700"/>
          <ac:picMkLst>
            <pc:docMk/>
            <pc:sldMk cId="3349871297" sldId="263"/>
            <ac:picMk id="44" creationId="{0F9718C6-AE68-948D-C140-490815FA9723}"/>
          </ac:picMkLst>
        </pc:picChg>
        <pc:picChg chg="mod">
          <ac:chgData name="Nithya V" userId="23da4ccc-29e6-4995-916c-9a371b6809ee" providerId="ADAL" clId="{78103BBF-BD0C-4860-ABE3-93C6B3410329}" dt="2024-11-13T04:08:41.484" v="1629" actId="1076"/>
          <ac:picMkLst>
            <pc:docMk/>
            <pc:sldMk cId="3349871297" sldId="263"/>
            <ac:picMk id="47" creationId="{AD9F8CC6-3697-E5EB-4106-71EC1A56DD3F}"/>
          </ac:picMkLst>
        </pc:picChg>
      </pc:sldChg>
      <pc:sldChg chg="addSp delSp modSp new mod setBg">
        <pc:chgData name="Nithya V" userId="23da4ccc-29e6-4995-916c-9a371b6809ee" providerId="ADAL" clId="{78103BBF-BD0C-4860-ABE3-93C6B3410329}" dt="2024-11-13T04:22:10.314" v="1739" actId="1076"/>
        <pc:sldMkLst>
          <pc:docMk/>
          <pc:sldMk cId="1075047076" sldId="264"/>
        </pc:sldMkLst>
        <pc:spChg chg="del">
          <ac:chgData name="Nithya V" userId="23da4ccc-29e6-4995-916c-9a371b6809ee" providerId="ADAL" clId="{78103BBF-BD0C-4860-ABE3-93C6B3410329}" dt="2024-11-13T04:19:20.064" v="1678" actId="478"/>
          <ac:spMkLst>
            <pc:docMk/>
            <pc:sldMk cId="1075047076" sldId="264"/>
            <ac:spMk id="2" creationId="{A5DA8057-5A7C-2430-427A-4F28A01E52E3}"/>
          </ac:spMkLst>
        </pc:spChg>
        <pc:spChg chg="del">
          <ac:chgData name="Nithya V" userId="23da4ccc-29e6-4995-916c-9a371b6809ee" providerId="ADAL" clId="{78103BBF-BD0C-4860-ABE3-93C6B3410329}" dt="2024-11-13T04:19:20.064" v="1678" actId="478"/>
          <ac:spMkLst>
            <pc:docMk/>
            <pc:sldMk cId="1075047076" sldId="264"/>
            <ac:spMk id="3" creationId="{01C68D63-E3B1-2176-A7A5-B6D3E5570A3E}"/>
          </ac:spMkLst>
        </pc:spChg>
        <pc:spChg chg="del">
          <ac:chgData name="Nithya V" userId="23da4ccc-29e6-4995-916c-9a371b6809ee" providerId="ADAL" clId="{78103BBF-BD0C-4860-ABE3-93C6B3410329}" dt="2024-11-13T04:19:20.064" v="1678" actId="478"/>
          <ac:spMkLst>
            <pc:docMk/>
            <pc:sldMk cId="1075047076" sldId="264"/>
            <ac:spMk id="4" creationId="{BAFFFDFC-6C89-C8A3-F52C-14E9D3979542}"/>
          </ac:spMkLst>
        </pc:spChg>
        <pc:spChg chg="del">
          <ac:chgData name="Nithya V" userId="23da4ccc-29e6-4995-916c-9a371b6809ee" providerId="ADAL" clId="{78103BBF-BD0C-4860-ABE3-93C6B3410329}" dt="2024-11-13T04:19:20.064" v="1678" actId="478"/>
          <ac:spMkLst>
            <pc:docMk/>
            <pc:sldMk cId="1075047076" sldId="264"/>
            <ac:spMk id="5" creationId="{1B6E4407-BF3B-5F4F-9A62-1E6824260912}"/>
          </ac:spMkLst>
        </pc:spChg>
        <pc:spChg chg="del">
          <ac:chgData name="Nithya V" userId="23da4ccc-29e6-4995-916c-9a371b6809ee" providerId="ADAL" clId="{78103BBF-BD0C-4860-ABE3-93C6B3410329}" dt="2024-11-13T04:19:20.064" v="1678" actId="478"/>
          <ac:spMkLst>
            <pc:docMk/>
            <pc:sldMk cId="1075047076" sldId="264"/>
            <ac:spMk id="6" creationId="{854E570D-6DB9-C99F-6988-D33053E357A8}"/>
          </ac:spMkLst>
        </pc:spChg>
        <pc:spChg chg="add del mod">
          <ac:chgData name="Nithya V" userId="23da4ccc-29e6-4995-916c-9a371b6809ee" providerId="ADAL" clId="{78103BBF-BD0C-4860-ABE3-93C6B3410329}" dt="2024-11-13T04:22:07.339" v="1738" actId="478"/>
          <ac:spMkLst>
            <pc:docMk/>
            <pc:sldMk cId="1075047076" sldId="264"/>
            <ac:spMk id="9" creationId="{F0C6707F-5EBD-5FDF-A298-83108843AA1C}"/>
          </ac:spMkLst>
        </pc:spChg>
        <pc:spChg chg="add mod">
          <ac:chgData name="Nithya V" userId="23da4ccc-29e6-4995-916c-9a371b6809ee" providerId="ADAL" clId="{78103BBF-BD0C-4860-ABE3-93C6B3410329}" dt="2024-11-13T04:21:06.787" v="1699"/>
          <ac:spMkLst>
            <pc:docMk/>
            <pc:sldMk cId="1075047076" sldId="264"/>
            <ac:spMk id="10" creationId="{2B247BF8-E3E0-A271-6AF5-2FF97B77E81F}"/>
          </ac:spMkLst>
        </pc:spChg>
        <pc:spChg chg="add mod">
          <ac:chgData name="Nithya V" userId="23da4ccc-29e6-4995-916c-9a371b6809ee" providerId="ADAL" clId="{78103BBF-BD0C-4860-ABE3-93C6B3410329}" dt="2024-11-13T04:21:06.787" v="1699"/>
          <ac:spMkLst>
            <pc:docMk/>
            <pc:sldMk cId="1075047076" sldId="264"/>
            <ac:spMk id="11" creationId="{6F22ABB5-0919-6E5B-EDF3-AD3E3A2791EF}"/>
          </ac:spMkLst>
        </pc:spChg>
        <pc:spChg chg="add mod">
          <ac:chgData name="Nithya V" userId="23da4ccc-29e6-4995-916c-9a371b6809ee" providerId="ADAL" clId="{78103BBF-BD0C-4860-ABE3-93C6B3410329}" dt="2024-11-13T04:21:06.787" v="1699"/>
          <ac:spMkLst>
            <pc:docMk/>
            <pc:sldMk cId="1075047076" sldId="264"/>
            <ac:spMk id="12" creationId="{32FA288F-7194-F4A8-E2D6-D505D1BAFBD6}"/>
          </ac:spMkLst>
        </pc:spChg>
        <pc:spChg chg="add mod">
          <ac:chgData name="Nithya V" userId="23da4ccc-29e6-4995-916c-9a371b6809ee" providerId="ADAL" clId="{78103BBF-BD0C-4860-ABE3-93C6B3410329}" dt="2024-11-13T04:22:10.314" v="1739" actId="1076"/>
          <ac:spMkLst>
            <pc:docMk/>
            <pc:sldMk cId="1075047076" sldId="264"/>
            <ac:spMk id="13" creationId="{0379901A-E06E-4A1E-1813-7C1157A1AD11}"/>
          </ac:spMkLst>
        </pc:spChg>
        <pc:picChg chg="add del">
          <ac:chgData name="Nithya V" userId="23da4ccc-29e6-4995-916c-9a371b6809ee" providerId="ADAL" clId="{78103BBF-BD0C-4860-ABE3-93C6B3410329}" dt="2024-11-13T04:19:35.509" v="1682" actId="478"/>
          <ac:picMkLst>
            <pc:docMk/>
            <pc:sldMk cId="1075047076" sldId="264"/>
            <ac:picMk id="8" creationId="{00F15652-4C1E-513E-4074-148F85F97840}"/>
          </ac:picMkLst>
        </pc:picChg>
      </pc:sldChg>
      <pc:sldChg chg="add">
        <pc:chgData name="Nithya V" userId="23da4ccc-29e6-4995-916c-9a371b6809ee" providerId="ADAL" clId="{78103BBF-BD0C-4860-ABE3-93C6B3410329}" dt="2024-11-13T10:20:53.125" v="2104"/>
        <pc:sldMkLst>
          <pc:docMk/>
          <pc:sldMk cId="1943172546" sldId="274"/>
        </pc:sldMkLst>
      </pc:sldChg>
      <pc:sldChg chg="add">
        <pc:chgData name="Nithya V" userId="23da4ccc-29e6-4995-916c-9a371b6809ee" providerId="ADAL" clId="{78103BBF-BD0C-4860-ABE3-93C6B3410329}" dt="2024-11-13T10:20:53.125" v="2104"/>
        <pc:sldMkLst>
          <pc:docMk/>
          <pc:sldMk cId="110454565" sldId="281"/>
        </pc:sldMkLst>
      </pc:sldChg>
      <pc:sldMasterChg chg="modSldLayout">
        <pc:chgData name="Nithya V" userId="23da4ccc-29e6-4995-916c-9a371b6809ee" providerId="ADAL" clId="{78103BBF-BD0C-4860-ABE3-93C6B3410329}" dt="2024-11-13T10:16:51.574" v="2076" actId="478"/>
        <pc:sldMasterMkLst>
          <pc:docMk/>
          <pc:sldMasterMk cId="1796138844" sldId="2147483648"/>
        </pc:sldMasterMkLst>
        <pc:sldLayoutChg chg="addSp delSp modSp mod">
          <pc:chgData name="Nithya V" userId="23da4ccc-29e6-4995-916c-9a371b6809ee" providerId="ADAL" clId="{78103BBF-BD0C-4860-ABE3-93C6B3410329}" dt="2024-11-13T10:16:51.574" v="2076" actId="478"/>
          <pc:sldLayoutMkLst>
            <pc:docMk/>
            <pc:sldMasterMk cId="1796138844" sldId="2147483648"/>
            <pc:sldLayoutMk cId="2478030057" sldId="2147483650"/>
          </pc:sldLayoutMkLst>
          <pc:spChg chg="add del mod">
            <ac:chgData name="Nithya V" userId="23da4ccc-29e6-4995-916c-9a371b6809ee" providerId="ADAL" clId="{78103BBF-BD0C-4860-ABE3-93C6B3410329}" dt="2024-11-13T10:16:51.574" v="2076" actId="478"/>
            <ac:spMkLst>
              <pc:docMk/>
              <pc:sldMasterMk cId="1796138844" sldId="2147483648"/>
              <pc:sldLayoutMk cId="2478030057" sldId="2147483650"/>
              <ac:spMk id="2" creationId="{BFA4FD47-54F8-33B6-9BCC-CA08640407DA}"/>
            </ac:spMkLst>
          </pc:spChg>
          <pc:spChg chg="del">
            <ac:chgData name="Nithya V" userId="23da4ccc-29e6-4995-916c-9a371b6809ee" providerId="ADAL" clId="{78103BBF-BD0C-4860-ABE3-93C6B3410329}" dt="2024-11-12T03:59:21.797" v="12" actId="478"/>
            <ac:spMkLst>
              <pc:docMk/>
              <pc:sldMasterMk cId="1796138844" sldId="2147483648"/>
              <pc:sldLayoutMk cId="2478030057" sldId="2147483650"/>
              <ac:spMk id="2" creationId="{DC286093-B086-6BA4-5843-1F177A6E91F2}"/>
            </ac:spMkLst>
          </pc:spChg>
          <pc:spChg chg="del">
            <ac:chgData name="Nithya V" userId="23da4ccc-29e6-4995-916c-9a371b6809ee" providerId="ADAL" clId="{78103BBF-BD0C-4860-ABE3-93C6B3410329}" dt="2024-11-12T03:59:21.797" v="12" actId="478"/>
            <ac:spMkLst>
              <pc:docMk/>
              <pc:sldMasterMk cId="1796138844" sldId="2147483648"/>
              <pc:sldLayoutMk cId="2478030057" sldId="2147483650"/>
              <ac:spMk id="3" creationId="{59109E34-E863-5CD7-9509-78D4B8647DDF}"/>
            </ac:spMkLst>
          </pc:spChg>
          <pc:spChg chg="del">
            <ac:chgData name="Nithya V" userId="23da4ccc-29e6-4995-916c-9a371b6809ee" providerId="ADAL" clId="{78103BBF-BD0C-4860-ABE3-93C6B3410329}" dt="2024-11-12T03:59:21.797" v="12" actId="478"/>
            <ac:spMkLst>
              <pc:docMk/>
              <pc:sldMasterMk cId="1796138844" sldId="2147483648"/>
              <pc:sldLayoutMk cId="2478030057" sldId="2147483650"/>
              <ac:spMk id="4" creationId="{73A70FCD-2A76-4213-FE06-61DB00BB258A}"/>
            </ac:spMkLst>
          </pc:spChg>
          <pc:spChg chg="del">
            <ac:chgData name="Nithya V" userId="23da4ccc-29e6-4995-916c-9a371b6809ee" providerId="ADAL" clId="{78103BBF-BD0C-4860-ABE3-93C6B3410329}" dt="2024-11-12T03:59:21.797" v="12" actId="478"/>
            <ac:spMkLst>
              <pc:docMk/>
              <pc:sldMasterMk cId="1796138844" sldId="2147483648"/>
              <pc:sldLayoutMk cId="2478030057" sldId="2147483650"/>
              <ac:spMk id="5" creationId="{D99569F0-94BA-B6C1-2C21-3EE5CBDD36FF}"/>
            </ac:spMkLst>
          </pc:spChg>
          <pc:spChg chg="del">
            <ac:chgData name="Nithya V" userId="23da4ccc-29e6-4995-916c-9a371b6809ee" providerId="ADAL" clId="{78103BBF-BD0C-4860-ABE3-93C6B3410329}" dt="2024-11-12T03:59:21.797" v="12" actId="478"/>
            <ac:spMkLst>
              <pc:docMk/>
              <pc:sldMasterMk cId="1796138844" sldId="2147483648"/>
              <pc:sldLayoutMk cId="2478030057" sldId="2147483650"/>
              <ac:spMk id="6" creationId="{F990D1BA-83AF-59DA-FF66-4D3A676083EA}"/>
            </ac:spMkLst>
          </pc:spChg>
          <pc:spChg chg="add del mod">
            <ac:chgData name="Nithya V" userId="23da4ccc-29e6-4995-916c-9a371b6809ee" providerId="ADAL" clId="{78103BBF-BD0C-4860-ABE3-93C6B3410329}" dt="2024-11-12T03:59:34.783" v="16"/>
            <ac:spMkLst>
              <pc:docMk/>
              <pc:sldMasterMk cId="1796138844" sldId="2147483648"/>
              <pc:sldLayoutMk cId="2478030057" sldId="2147483650"/>
              <ac:spMk id="7" creationId="{E10F2C1A-830C-9D1B-E18C-3F81B49D4672}"/>
            </ac:spMkLst>
          </pc:spChg>
          <pc:spChg chg="add del">
            <ac:chgData name="Nithya V" userId="23da4ccc-29e6-4995-916c-9a371b6809ee" providerId="ADAL" clId="{78103BBF-BD0C-4860-ABE3-93C6B3410329}" dt="2024-11-12T03:59:30.153" v="14" actId="11529"/>
            <ac:spMkLst>
              <pc:docMk/>
              <pc:sldMasterMk cId="1796138844" sldId="2147483648"/>
              <pc:sldLayoutMk cId="2478030057" sldId="2147483650"/>
              <ac:spMk id="8" creationId="{949D9A7F-0F2F-8434-53A4-EFAB2AB65AD8}"/>
            </ac:spMkLst>
          </pc:spChg>
          <pc:spChg chg="add del mod ord">
            <ac:chgData name="Nithya V" userId="23da4ccc-29e6-4995-916c-9a371b6809ee" providerId="ADAL" clId="{78103BBF-BD0C-4860-ABE3-93C6B3410329}" dt="2024-11-12T03:59:34.783" v="16"/>
            <ac:spMkLst>
              <pc:docMk/>
              <pc:sldMasterMk cId="1796138844" sldId="2147483648"/>
              <pc:sldLayoutMk cId="2478030057" sldId="2147483650"/>
              <ac:spMk id="9" creationId="{74826BC2-59CC-9811-BB62-2A5363CA8C42}"/>
            </ac:spMkLst>
          </pc:spChg>
          <pc:spChg chg="mod">
            <ac:chgData name="Nithya V" userId="23da4ccc-29e6-4995-916c-9a371b6809ee" providerId="ADAL" clId="{78103BBF-BD0C-4860-ABE3-93C6B3410329}" dt="2024-11-13T10:16:49.801" v="2075" actId="1035"/>
            <ac:spMkLst>
              <pc:docMk/>
              <pc:sldMasterMk cId="1796138844" sldId="2147483648"/>
              <pc:sldLayoutMk cId="2478030057" sldId="2147483650"/>
              <ac:spMk id="10" creationId="{0330205D-531A-9B1D-C5EC-829E682650D4}"/>
            </ac:spMkLst>
          </pc:spChg>
        </pc:sldLayoutChg>
        <pc:sldLayoutChg chg="addSp delSp modSp mod">
          <pc:chgData name="Nithya V" userId="23da4ccc-29e6-4995-916c-9a371b6809ee" providerId="ADAL" clId="{78103BBF-BD0C-4860-ABE3-93C6B3410329}" dt="2024-11-13T10:14:37.162" v="2026" actId="478"/>
          <pc:sldLayoutMkLst>
            <pc:docMk/>
            <pc:sldMasterMk cId="1796138844" sldId="2147483648"/>
            <pc:sldLayoutMk cId="35410950" sldId="2147483651"/>
          </pc:sldLayoutMkLst>
          <pc:spChg chg="del">
            <ac:chgData name="Nithya V" userId="23da4ccc-29e6-4995-916c-9a371b6809ee" providerId="ADAL" clId="{78103BBF-BD0C-4860-ABE3-93C6B3410329}" dt="2024-11-12T04:15:54.466" v="162" actId="478"/>
            <ac:spMkLst>
              <pc:docMk/>
              <pc:sldMasterMk cId="1796138844" sldId="2147483648"/>
              <pc:sldLayoutMk cId="35410950" sldId="2147483651"/>
              <ac:spMk id="2" creationId="{8DA7A430-5358-D1A9-864A-20C661D2C01B}"/>
            </ac:spMkLst>
          </pc:spChg>
          <pc:spChg chg="add del mod">
            <ac:chgData name="Nithya V" userId="23da4ccc-29e6-4995-916c-9a371b6809ee" providerId="ADAL" clId="{78103BBF-BD0C-4860-ABE3-93C6B3410329}" dt="2024-11-13T10:14:37.162" v="2026" actId="478"/>
            <ac:spMkLst>
              <pc:docMk/>
              <pc:sldMasterMk cId="1796138844" sldId="2147483648"/>
              <pc:sldLayoutMk cId="35410950" sldId="2147483651"/>
              <ac:spMk id="2" creationId="{9DB351C1-C8D3-C679-5FBB-2A6DC3725935}"/>
            </ac:spMkLst>
          </pc:spChg>
          <pc:spChg chg="del">
            <ac:chgData name="Nithya V" userId="23da4ccc-29e6-4995-916c-9a371b6809ee" providerId="ADAL" clId="{78103BBF-BD0C-4860-ABE3-93C6B3410329}" dt="2024-11-12T04:15:54.466" v="162" actId="478"/>
            <ac:spMkLst>
              <pc:docMk/>
              <pc:sldMasterMk cId="1796138844" sldId="2147483648"/>
              <pc:sldLayoutMk cId="35410950" sldId="2147483651"/>
              <ac:spMk id="3" creationId="{1C156A6D-B7C4-8544-7E37-8CFE73FD7C65}"/>
            </ac:spMkLst>
          </pc:spChg>
          <pc:spChg chg="del">
            <ac:chgData name="Nithya V" userId="23da4ccc-29e6-4995-916c-9a371b6809ee" providerId="ADAL" clId="{78103BBF-BD0C-4860-ABE3-93C6B3410329}" dt="2024-11-12T04:15:54.466" v="162" actId="478"/>
            <ac:spMkLst>
              <pc:docMk/>
              <pc:sldMasterMk cId="1796138844" sldId="2147483648"/>
              <pc:sldLayoutMk cId="35410950" sldId="2147483651"/>
              <ac:spMk id="4" creationId="{A0C776A5-D4FF-727F-1888-99060E4CC406}"/>
            </ac:spMkLst>
          </pc:spChg>
          <pc:spChg chg="del">
            <ac:chgData name="Nithya V" userId="23da4ccc-29e6-4995-916c-9a371b6809ee" providerId="ADAL" clId="{78103BBF-BD0C-4860-ABE3-93C6B3410329}" dt="2024-11-12T04:15:54.466" v="162" actId="478"/>
            <ac:spMkLst>
              <pc:docMk/>
              <pc:sldMasterMk cId="1796138844" sldId="2147483648"/>
              <pc:sldLayoutMk cId="35410950" sldId="2147483651"/>
              <ac:spMk id="5" creationId="{1861A445-C421-21C9-2328-90549265085D}"/>
            </ac:spMkLst>
          </pc:spChg>
          <pc:spChg chg="del">
            <ac:chgData name="Nithya V" userId="23da4ccc-29e6-4995-916c-9a371b6809ee" providerId="ADAL" clId="{78103BBF-BD0C-4860-ABE3-93C6B3410329}" dt="2024-11-12T04:15:54.466" v="162" actId="478"/>
            <ac:spMkLst>
              <pc:docMk/>
              <pc:sldMasterMk cId="1796138844" sldId="2147483648"/>
              <pc:sldLayoutMk cId="35410950" sldId="2147483651"/>
              <ac:spMk id="6" creationId="{AD294BEB-9402-1760-320F-7E6ACCF6F126}"/>
            </ac:spMkLst>
          </pc:spChg>
          <pc:spChg chg="add del mod">
            <ac:chgData name="Nithya V" userId="23da4ccc-29e6-4995-916c-9a371b6809ee" providerId="ADAL" clId="{78103BBF-BD0C-4860-ABE3-93C6B3410329}" dt="2024-11-12T04:16:05.463" v="166"/>
            <ac:spMkLst>
              <pc:docMk/>
              <pc:sldMasterMk cId="1796138844" sldId="2147483648"/>
              <pc:sldLayoutMk cId="35410950" sldId="2147483651"/>
              <ac:spMk id="7" creationId="{DB7BE044-56EA-A0F0-FDF7-5559FE4173AD}"/>
            </ac:spMkLst>
          </pc:spChg>
          <pc:spChg chg="add del">
            <ac:chgData name="Nithya V" userId="23da4ccc-29e6-4995-916c-9a371b6809ee" providerId="ADAL" clId="{78103BBF-BD0C-4860-ABE3-93C6B3410329}" dt="2024-11-12T04:16:01.408" v="164" actId="11529"/>
            <ac:spMkLst>
              <pc:docMk/>
              <pc:sldMasterMk cId="1796138844" sldId="2147483648"/>
              <pc:sldLayoutMk cId="35410950" sldId="2147483651"/>
              <ac:spMk id="8" creationId="{7A913A65-FDFD-F5A5-A543-66A2F922BDBD}"/>
            </ac:spMkLst>
          </pc:spChg>
          <pc:spChg chg="add del mod ord">
            <ac:chgData name="Nithya V" userId="23da4ccc-29e6-4995-916c-9a371b6809ee" providerId="ADAL" clId="{78103BBF-BD0C-4860-ABE3-93C6B3410329}" dt="2024-11-12T04:16:05.463" v="166"/>
            <ac:spMkLst>
              <pc:docMk/>
              <pc:sldMasterMk cId="1796138844" sldId="2147483648"/>
              <pc:sldLayoutMk cId="35410950" sldId="2147483651"/>
              <ac:spMk id="9" creationId="{7C8A6CFD-F699-61BB-BAB4-B4F55C08569A}"/>
            </ac:spMkLst>
          </pc:spChg>
          <pc:spChg chg="mod">
            <ac:chgData name="Nithya V" userId="23da4ccc-29e6-4995-916c-9a371b6809ee" providerId="ADAL" clId="{78103BBF-BD0C-4860-ABE3-93C6B3410329}" dt="2024-11-13T10:14:33.420" v="2025" actId="1035"/>
            <ac:spMkLst>
              <pc:docMk/>
              <pc:sldMasterMk cId="1796138844" sldId="2147483648"/>
              <pc:sldLayoutMk cId="35410950" sldId="2147483651"/>
              <ac:spMk id="10" creationId="{E43B6E15-D6CC-061B-F333-79270B808311}"/>
            </ac:spMkLst>
          </pc:spChg>
          <pc:spChg chg="add del mod">
            <ac:chgData name="Nithya V" userId="23da4ccc-29e6-4995-916c-9a371b6809ee" providerId="ADAL" clId="{78103BBF-BD0C-4860-ABE3-93C6B3410329}" dt="2024-11-12T08:39:30.731" v="436"/>
            <ac:spMkLst>
              <pc:docMk/>
              <pc:sldMasterMk cId="1796138844" sldId="2147483648"/>
              <pc:sldLayoutMk cId="35410950" sldId="2147483651"/>
              <ac:spMk id="11" creationId="{7A70ADB0-5EC9-A408-FA52-3DCACBBD5507}"/>
            </ac:spMkLst>
          </pc:spChg>
          <pc:spChg chg="add del">
            <ac:chgData name="Nithya V" userId="23da4ccc-29e6-4995-916c-9a371b6809ee" providerId="ADAL" clId="{78103BBF-BD0C-4860-ABE3-93C6B3410329}" dt="2024-11-12T08:39:26.859" v="434" actId="11529"/>
            <ac:spMkLst>
              <pc:docMk/>
              <pc:sldMasterMk cId="1796138844" sldId="2147483648"/>
              <pc:sldLayoutMk cId="35410950" sldId="2147483651"/>
              <ac:spMk id="12" creationId="{946C6E1E-6EDD-3E82-B013-64E0B8A7C036}"/>
            </ac:spMkLst>
          </pc:spChg>
          <pc:spChg chg="add del mod ord">
            <ac:chgData name="Nithya V" userId="23da4ccc-29e6-4995-916c-9a371b6809ee" providerId="ADAL" clId="{78103BBF-BD0C-4860-ABE3-93C6B3410329}" dt="2024-11-12T08:39:30.731" v="436"/>
            <ac:spMkLst>
              <pc:docMk/>
              <pc:sldMasterMk cId="1796138844" sldId="2147483648"/>
              <pc:sldLayoutMk cId="35410950" sldId="2147483651"/>
              <ac:spMk id="13" creationId="{345AFFCB-A55B-3877-7301-FC65EAA28E8E}"/>
            </ac:spMkLst>
          </pc:spChg>
          <pc:spChg chg="mod">
            <ac:chgData name="Nithya V" userId="23da4ccc-29e6-4995-916c-9a371b6809ee" providerId="ADAL" clId="{78103BBF-BD0C-4860-ABE3-93C6B3410329}" dt="2024-11-13T10:14:33.420" v="2025" actId="1035"/>
            <ac:spMkLst>
              <pc:docMk/>
              <pc:sldMasterMk cId="1796138844" sldId="2147483648"/>
              <pc:sldLayoutMk cId="35410950" sldId="2147483651"/>
              <ac:spMk id="14" creationId="{AB47DCDB-AA2F-11CA-DE69-810D5EA5EAD3}"/>
            </ac:spMkLst>
          </pc:spChg>
          <pc:picChg chg="add del mod">
            <ac:chgData name="Nithya V" userId="23da4ccc-29e6-4995-916c-9a371b6809ee" providerId="ADAL" clId="{78103BBF-BD0C-4860-ABE3-93C6B3410329}" dt="2024-11-12T10:13:43.273" v="1016" actId="478"/>
            <ac:picMkLst>
              <pc:docMk/>
              <pc:sldMasterMk cId="1796138844" sldId="2147483648"/>
              <pc:sldLayoutMk cId="35410950" sldId="2147483651"/>
              <ac:picMk id="15" creationId="{4170BF5F-A48A-6C55-57C1-BA74A6E2C757}"/>
            </ac:picMkLst>
          </pc:picChg>
        </pc:sldLayoutChg>
        <pc:sldLayoutChg chg="addSp delSp modSp mod">
          <pc:chgData name="Nithya V" userId="23da4ccc-29e6-4995-916c-9a371b6809ee" providerId="ADAL" clId="{78103BBF-BD0C-4860-ABE3-93C6B3410329}" dt="2024-11-13T04:04:58.035" v="1549"/>
          <pc:sldLayoutMkLst>
            <pc:docMk/>
            <pc:sldMasterMk cId="1796138844" sldId="2147483648"/>
            <pc:sldLayoutMk cId="4061313719" sldId="2147483652"/>
          </pc:sldLayoutMkLst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2" creationId="{665F0663-2DD1-C22D-C4CF-47EF715B68E5}"/>
            </ac:spMkLst>
          </pc:spChg>
          <pc:spChg chg="add del mod">
            <ac:chgData name="Nithya V" userId="23da4ccc-29e6-4995-916c-9a371b6809ee" providerId="ADAL" clId="{78103BBF-BD0C-4860-ABE3-93C6B3410329}" dt="2024-11-13T04:03:56.110" v="1506"/>
            <ac:spMkLst>
              <pc:docMk/>
              <pc:sldMasterMk cId="1796138844" sldId="2147483648"/>
              <pc:sldLayoutMk cId="4061313719" sldId="2147483652"/>
              <ac:spMk id="2" creationId="{79BE89CE-EC48-D71B-5FC9-C05C55FE5E1E}"/>
            </ac:spMkLst>
          </pc:spChg>
          <pc:spChg chg="add del">
            <ac:chgData name="Nithya V" userId="23da4ccc-29e6-4995-916c-9a371b6809ee" providerId="ADAL" clId="{78103BBF-BD0C-4860-ABE3-93C6B3410329}" dt="2024-11-13T04:03:57.243" v="1508" actId="11529"/>
            <ac:spMkLst>
              <pc:docMk/>
              <pc:sldMasterMk cId="1796138844" sldId="2147483648"/>
              <pc:sldLayoutMk cId="4061313719" sldId="2147483652"/>
              <ac:spMk id="3" creationId="{7F7BDA5F-6CCC-F2AC-2B42-3CCF74C86F10}"/>
            </ac:spMkLst>
          </pc:spChg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3" creationId="{FA76E69B-A4DA-E752-6E89-43302D49C59C}"/>
            </ac:spMkLst>
          </pc:spChg>
          <pc:spChg chg="add del mod ord">
            <ac:chgData name="Nithya V" userId="23da4ccc-29e6-4995-916c-9a371b6809ee" providerId="ADAL" clId="{78103BBF-BD0C-4860-ABE3-93C6B3410329}" dt="2024-11-13T04:03:56.599" v="1507" actId="167"/>
            <ac:spMkLst>
              <pc:docMk/>
              <pc:sldMasterMk cId="1796138844" sldId="2147483648"/>
              <pc:sldLayoutMk cId="4061313719" sldId="2147483652"/>
              <ac:spMk id="4" creationId="{B8DD19AA-E5F7-0A93-590E-EF9C2CF1FB3D}"/>
            </ac:spMkLst>
          </pc:spChg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4" creationId="{BAF190FB-8860-F5F3-73EA-BA45C1335A20}"/>
            </ac:spMkLst>
          </pc:spChg>
          <pc:spChg chg="mod">
            <ac:chgData name="Nithya V" userId="23da4ccc-29e6-4995-916c-9a371b6809ee" providerId="ADAL" clId="{78103BBF-BD0C-4860-ABE3-93C6B3410329}" dt="2024-11-13T04:03:56.110" v="1506"/>
            <ac:spMkLst>
              <pc:docMk/>
              <pc:sldMasterMk cId="1796138844" sldId="2147483648"/>
              <pc:sldLayoutMk cId="4061313719" sldId="2147483652"/>
              <ac:spMk id="5" creationId="{C08E7358-65C8-3D53-04F6-BC115FC6935D}"/>
            </ac:spMkLst>
          </pc:spChg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5" creationId="{C7042127-9C94-C6EA-60D4-EEC7ED099433}"/>
            </ac:spMkLst>
          </pc:spChg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6" creationId="{763C351A-A498-8881-28F1-00C208123B4C}"/>
            </ac:spMkLst>
          </pc:spChg>
          <pc:spChg chg="add del mod">
            <ac:chgData name="Nithya V" userId="23da4ccc-29e6-4995-916c-9a371b6809ee" providerId="ADAL" clId="{78103BBF-BD0C-4860-ABE3-93C6B3410329}" dt="2024-11-13T04:04:58.035" v="1549"/>
            <ac:spMkLst>
              <pc:docMk/>
              <pc:sldMasterMk cId="1796138844" sldId="2147483648"/>
              <pc:sldLayoutMk cId="4061313719" sldId="2147483652"/>
              <ac:spMk id="6" creationId="{E7AF0BE2-CCAF-7CC8-0589-6233568695DC}"/>
            </ac:spMkLst>
          </pc:spChg>
          <pc:spChg chg="del">
            <ac:chgData name="Nithya V" userId="23da4ccc-29e6-4995-916c-9a371b6809ee" providerId="ADAL" clId="{78103BBF-BD0C-4860-ABE3-93C6B3410329}" dt="2024-11-12T11:15:33.568" v="1189" actId="478"/>
            <ac:spMkLst>
              <pc:docMk/>
              <pc:sldMasterMk cId="1796138844" sldId="2147483648"/>
              <pc:sldLayoutMk cId="4061313719" sldId="2147483652"/>
              <ac:spMk id="7" creationId="{AED49B8D-DA8B-FEBA-7EA1-A96D651FBC77}"/>
            </ac:spMkLst>
          </pc:spChg>
          <pc:spChg chg="add del">
            <ac:chgData name="Nithya V" userId="23da4ccc-29e6-4995-916c-9a371b6809ee" providerId="ADAL" clId="{78103BBF-BD0C-4860-ABE3-93C6B3410329}" dt="2024-11-13T04:04:54.388" v="1547" actId="11529"/>
            <ac:spMkLst>
              <pc:docMk/>
              <pc:sldMasterMk cId="1796138844" sldId="2147483648"/>
              <pc:sldLayoutMk cId="4061313719" sldId="2147483652"/>
              <ac:spMk id="7" creationId="{CFA08EBA-8678-A01B-FA73-985D8EA47400}"/>
            </ac:spMkLst>
          </pc:spChg>
          <pc:spChg chg="add del mod">
            <ac:chgData name="Nithya V" userId="23da4ccc-29e6-4995-916c-9a371b6809ee" providerId="ADAL" clId="{78103BBF-BD0C-4860-ABE3-93C6B3410329}" dt="2024-11-12T11:15:48.747" v="1193"/>
            <ac:spMkLst>
              <pc:docMk/>
              <pc:sldMasterMk cId="1796138844" sldId="2147483648"/>
              <pc:sldLayoutMk cId="4061313719" sldId="2147483652"/>
              <ac:spMk id="8" creationId="{489EEB4F-A028-04A2-0CC8-E0F2B263D325}"/>
            </ac:spMkLst>
          </pc:spChg>
          <pc:spChg chg="add del mod ord">
            <ac:chgData name="Nithya V" userId="23da4ccc-29e6-4995-916c-9a371b6809ee" providerId="ADAL" clId="{78103BBF-BD0C-4860-ABE3-93C6B3410329}" dt="2024-11-13T04:04:58.035" v="1549"/>
            <ac:spMkLst>
              <pc:docMk/>
              <pc:sldMasterMk cId="1796138844" sldId="2147483648"/>
              <pc:sldLayoutMk cId="4061313719" sldId="2147483652"/>
              <ac:spMk id="8" creationId="{CC49171E-A4AC-09E8-7733-121FBD57B912}"/>
            </ac:spMkLst>
          </pc:spChg>
          <pc:spChg chg="mod">
            <ac:chgData name="Nithya V" userId="23da4ccc-29e6-4995-916c-9a371b6809ee" providerId="ADAL" clId="{78103BBF-BD0C-4860-ABE3-93C6B3410329}" dt="2024-11-13T04:04:58.035" v="1549"/>
            <ac:spMkLst>
              <pc:docMk/>
              <pc:sldMasterMk cId="1796138844" sldId="2147483648"/>
              <pc:sldLayoutMk cId="4061313719" sldId="2147483652"/>
              <ac:spMk id="9" creationId="{5CF1B896-BAFE-532D-85A7-3FA5101D9463}"/>
            </ac:spMkLst>
          </pc:spChg>
          <pc:spChg chg="add del mod">
            <ac:chgData name="Nithya V" userId="23da4ccc-29e6-4995-916c-9a371b6809ee" providerId="ADAL" clId="{78103BBF-BD0C-4860-ABE3-93C6B3410329}" dt="2024-11-12T11:16:08.507" v="1201"/>
            <ac:spMkLst>
              <pc:docMk/>
              <pc:sldMasterMk cId="1796138844" sldId="2147483648"/>
              <pc:sldLayoutMk cId="4061313719" sldId="2147483652"/>
              <ac:spMk id="9" creationId="{6B626C11-6925-1554-42E0-2B92606AB91A}"/>
            </ac:spMkLst>
          </pc:spChg>
          <pc:spChg chg="add del mod">
            <ac:chgData name="Nithya V" userId="23da4ccc-29e6-4995-916c-9a371b6809ee" providerId="ADAL" clId="{78103BBF-BD0C-4860-ABE3-93C6B3410329}" dt="2024-11-12T11:16:29.402" v="1209"/>
            <ac:spMkLst>
              <pc:docMk/>
              <pc:sldMasterMk cId="1796138844" sldId="2147483648"/>
              <pc:sldLayoutMk cId="4061313719" sldId="2147483652"/>
              <ac:spMk id="10" creationId="{183C479A-9599-AD49-94AB-343FF5B712F6}"/>
            </ac:spMkLst>
          </pc:spChg>
          <pc:spChg chg="add del mod">
            <ac:chgData name="Nithya V" userId="23da4ccc-29e6-4995-916c-9a371b6809ee" providerId="ADAL" clId="{78103BBF-BD0C-4860-ABE3-93C6B3410329}" dt="2024-11-12T11:17:20.626" v="1218"/>
            <ac:spMkLst>
              <pc:docMk/>
              <pc:sldMasterMk cId="1796138844" sldId="2147483648"/>
              <pc:sldLayoutMk cId="4061313719" sldId="2147483652"/>
              <ac:spMk id="11" creationId="{13D4456C-E9C8-EFC3-8AD5-6EC73D74A4A4}"/>
            </ac:spMkLst>
          </pc:spChg>
          <pc:spChg chg="add del">
            <ac:chgData name="Nithya V" userId="23da4ccc-29e6-4995-916c-9a371b6809ee" providerId="ADAL" clId="{78103BBF-BD0C-4860-ABE3-93C6B3410329}" dt="2024-11-12T11:15:44.232" v="1191" actId="11529"/>
            <ac:spMkLst>
              <pc:docMk/>
              <pc:sldMasterMk cId="1796138844" sldId="2147483648"/>
              <pc:sldLayoutMk cId="4061313719" sldId="2147483652"/>
              <ac:spMk id="12" creationId="{C9571955-8C28-4CF4-3BD1-F9EC9504A57F}"/>
            </ac:spMkLst>
          </pc:spChg>
          <pc:spChg chg="add del mod ord">
            <ac:chgData name="Nithya V" userId="23da4ccc-29e6-4995-916c-9a371b6809ee" providerId="ADAL" clId="{78103BBF-BD0C-4860-ABE3-93C6B3410329}" dt="2024-11-12T11:15:48.747" v="1193"/>
            <ac:spMkLst>
              <pc:docMk/>
              <pc:sldMasterMk cId="1796138844" sldId="2147483648"/>
              <pc:sldLayoutMk cId="4061313719" sldId="2147483652"/>
              <ac:spMk id="13" creationId="{31989686-7EE3-96AD-A3D3-9FE4B8F85F2D}"/>
            </ac:spMkLst>
          </pc:spChg>
          <pc:spChg chg="mod">
            <ac:chgData name="Nithya V" userId="23da4ccc-29e6-4995-916c-9a371b6809ee" providerId="ADAL" clId="{78103BBF-BD0C-4860-ABE3-93C6B3410329}" dt="2024-11-12T11:15:48.747" v="1193"/>
            <ac:spMkLst>
              <pc:docMk/>
              <pc:sldMasterMk cId="1796138844" sldId="2147483648"/>
              <pc:sldLayoutMk cId="4061313719" sldId="2147483652"/>
              <ac:spMk id="14" creationId="{D6EC1977-7BD4-81CF-C797-9E245EF15470}"/>
            </ac:spMkLst>
          </pc:spChg>
          <pc:spChg chg="add del">
            <ac:chgData name="Nithya V" userId="23da4ccc-29e6-4995-916c-9a371b6809ee" providerId="ADAL" clId="{78103BBF-BD0C-4860-ABE3-93C6B3410329}" dt="2024-11-12T11:15:53.337" v="1194" actId="11529"/>
            <ac:spMkLst>
              <pc:docMk/>
              <pc:sldMasterMk cId="1796138844" sldId="2147483648"/>
              <pc:sldLayoutMk cId="4061313719" sldId="2147483652"/>
              <ac:spMk id="15" creationId="{7BBCD7E8-0773-4A75-2BDE-30F361CBBF36}"/>
            </ac:spMkLst>
          </pc:spChg>
          <pc:spChg chg="add del mod ord">
            <ac:chgData name="Nithya V" userId="23da4ccc-29e6-4995-916c-9a371b6809ee" providerId="ADAL" clId="{78103BBF-BD0C-4860-ABE3-93C6B3410329}" dt="2024-11-12T11:16:08.507" v="1201"/>
            <ac:spMkLst>
              <pc:docMk/>
              <pc:sldMasterMk cId="1796138844" sldId="2147483648"/>
              <pc:sldLayoutMk cId="4061313719" sldId="2147483652"/>
              <ac:spMk id="16" creationId="{8A6A40D4-3E1D-D57C-A27E-A48585D03CD8}"/>
            </ac:spMkLst>
          </pc:spChg>
          <pc:spChg chg="mod">
            <ac:chgData name="Nithya V" userId="23da4ccc-29e6-4995-916c-9a371b6809ee" providerId="ADAL" clId="{78103BBF-BD0C-4860-ABE3-93C6B3410329}" dt="2024-11-12T11:16:08.507" v="1201"/>
            <ac:spMkLst>
              <pc:docMk/>
              <pc:sldMasterMk cId="1796138844" sldId="2147483648"/>
              <pc:sldLayoutMk cId="4061313719" sldId="2147483652"/>
              <ac:spMk id="17" creationId="{FC37F242-5DC4-E5FE-6775-D202F9EF503A}"/>
            </ac:spMkLst>
          </pc:spChg>
          <pc:spChg chg="add del">
            <ac:chgData name="Nithya V" userId="23da4ccc-29e6-4995-916c-9a371b6809ee" providerId="ADAL" clId="{78103BBF-BD0C-4860-ABE3-93C6B3410329}" dt="2024-11-12T11:16:13.065" v="1202" actId="11529"/>
            <ac:spMkLst>
              <pc:docMk/>
              <pc:sldMasterMk cId="1796138844" sldId="2147483648"/>
              <pc:sldLayoutMk cId="4061313719" sldId="2147483652"/>
              <ac:spMk id="18" creationId="{EA01A3E6-2E7A-0420-9096-A6F77333B65C}"/>
            </ac:spMkLst>
          </pc:spChg>
          <pc:spChg chg="add del mod ord">
            <ac:chgData name="Nithya V" userId="23da4ccc-29e6-4995-916c-9a371b6809ee" providerId="ADAL" clId="{78103BBF-BD0C-4860-ABE3-93C6B3410329}" dt="2024-11-12T11:16:29.402" v="1209"/>
            <ac:spMkLst>
              <pc:docMk/>
              <pc:sldMasterMk cId="1796138844" sldId="2147483648"/>
              <pc:sldLayoutMk cId="4061313719" sldId="2147483652"/>
              <ac:spMk id="19" creationId="{DB160AD2-1CD8-4AA0-9984-8E9B4B057BE7}"/>
            </ac:spMkLst>
          </pc:spChg>
          <pc:spChg chg="mod">
            <ac:chgData name="Nithya V" userId="23da4ccc-29e6-4995-916c-9a371b6809ee" providerId="ADAL" clId="{78103BBF-BD0C-4860-ABE3-93C6B3410329}" dt="2024-11-12T11:16:29.402" v="1209"/>
            <ac:spMkLst>
              <pc:docMk/>
              <pc:sldMasterMk cId="1796138844" sldId="2147483648"/>
              <pc:sldLayoutMk cId="4061313719" sldId="2147483652"/>
              <ac:spMk id="20" creationId="{9AA86C1C-8888-F34A-44EF-44B8DF1BD412}"/>
            </ac:spMkLst>
          </pc:spChg>
          <pc:spChg chg="add del">
            <ac:chgData name="Nithya V" userId="23da4ccc-29e6-4995-916c-9a371b6809ee" providerId="ADAL" clId="{78103BBF-BD0C-4860-ABE3-93C6B3410329}" dt="2024-11-12T11:16:33.713" v="1210" actId="11529"/>
            <ac:spMkLst>
              <pc:docMk/>
              <pc:sldMasterMk cId="1796138844" sldId="2147483648"/>
              <pc:sldLayoutMk cId="4061313719" sldId="2147483652"/>
              <ac:spMk id="21" creationId="{D5CD7765-338F-8116-70DC-923FB46503C7}"/>
            </ac:spMkLst>
          </pc:spChg>
          <pc:spChg chg="add del mod ord">
            <ac:chgData name="Nithya V" userId="23da4ccc-29e6-4995-916c-9a371b6809ee" providerId="ADAL" clId="{78103BBF-BD0C-4860-ABE3-93C6B3410329}" dt="2024-11-12T11:17:20.626" v="1218"/>
            <ac:spMkLst>
              <pc:docMk/>
              <pc:sldMasterMk cId="1796138844" sldId="2147483648"/>
              <pc:sldLayoutMk cId="4061313719" sldId="2147483652"/>
              <ac:spMk id="22" creationId="{0840018B-B75E-176C-6E23-B5603589DB2D}"/>
            </ac:spMkLst>
          </pc:spChg>
          <pc:spChg chg="mod">
            <ac:chgData name="Nithya V" userId="23da4ccc-29e6-4995-916c-9a371b6809ee" providerId="ADAL" clId="{78103BBF-BD0C-4860-ABE3-93C6B3410329}" dt="2024-11-12T11:17:20.626" v="1218"/>
            <ac:spMkLst>
              <pc:docMk/>
              <pc:sldMasterMk cId="1796138844" sldId="2147483648"/>
              <pc:sldLayoutMk cId="4061313719" sldId="2147483652"/>
              <ac:spMk id="23" creationId="{1D777639-9846-D68D-31A5-4328513634D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D6FFE-6EE3-411B-BB78-39D2EFD6AEF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6CE06-2180-454D-BDA3-987470A6A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96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6CE06-2180-454D-BDA3-987470A6A51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92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6CE06-2180-454D-BDA3-987470A6A5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0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6CD5-AAB9-39B8-AEC7-1532A0225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B1177-AB41-B015-B099-81CF07279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125B-1D2A-C739-2524-F0E1096A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9040C-84D0-C596-2142-697DBE1D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8D9F7-7F94-F1A8-9F21-906A696E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1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330205D-531A-9B1D-C5EC-829E682650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4296" y="1675277"/>
            <a:ext cx="2925492" cy="2925492"/>
          </a:xfrm>
          <a:custGeom>
            <a:avLst/>
            <a:gdLst>
              <a:gd name="connsiteX0" fmla="*/ 0 w 2925492"/>
              <a:gd name="connsiteY0" fmla="*/ 0 h 2925492"/>
              <a:gd name="connsiteX1" fmla="*/ 2925492 w 2925492"/>
              <a:gd name="connsiteY1" fmla="*/ 0 h 2925492"/>
              <a:gd name="connsiteX2" fmla="*/ 2925492 w 2925492"/>
              <a:gd name="connsiteY2" fmla="*/ 2925492 h 2925492"/>
              <a:gd name="connsiteX3" fmla="*/ 0 w 2925492"/>
              <a:gd name="connsiteY3" fmla="*/ 2925492 h 29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492" h="2925492">
                <a:moveTo>
                  <a:pt x="0" y="0"/>
                </a:moveTo>
                <a:lnTo>
                  <a:pt x="2925492" y="0"/>
                </a:lnTo>
                <a:lnTo>
                  <a:pt x="2925492" y="2925492"/>
                </a:lnTo>
                <a:lnTo>
                  <a:pt x="0" y="292549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30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B47DCDB-AA2F-11CA-DE69-810D5EA5EA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65601" y="2178961"/>
            <a:ext cx="1277257" cy="1277257"/>
          </a:xfrm>
          <a:custGeom>
            <a:avLst/>
            <a:gdLst>
              <a:gd name="connsiteX0" fmla="*/ 0 w 1277257"/>
              <a:gd name="connsiteY0" fmla="*/ 0 h 1277257"/>
              <a:gd name="connsiteX1" fmla="*/ 1277257 w 1277257"/>
              <a:gd name="connsiteY1" fmla="*/ 0 h 1277257"/>
              <a:gd name="connsiteX2" fmla="*/ 1277257 w 1277257"/>
              <a:gd name="connsiteY2" fmla="*/ 1277257 h 1277257"/>
              <a:gd name="connsiteX3" fmla="*/ 0 w 1277257"/>
              <a:gd name="connsiteY3" fmla="*/ 1277257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257" h="1277257">
                <a:moveTo>
                  <a:pt x="0" y="0"/>
                </a:moveTo>
                <a:lnTo>
                  <a:pt x="1277257" y="0"/>
                </a:lnTo>
                <a:lnTo>
                  <a:pt x="1277257" y="1277257"/>
                </a:lnTo>
                <a:lnTo>
                  <a:pt x="0" y="127725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43B6E15-D6CC-061B-F333-79270B8083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12515" y="2251532"/>
            <a:ext cx="1320800" cy="1320800"/>
          </a:xfrm>
          <a:custGeom>
            <a:avLst/>
            <a:gdLst>
              <a:gd name="connsiteX0" fmla="*/ 0 w 1320800"/>
              <a:gd name="connsiteY0" fmla="*/ 0 h 1320800"/>
              <a:gd name="connsiteX1" fmla="*/ 1320800 w 1320800"/>
              <a:gd name="connsiteY1" fmla="*/ 0 h 1320800"/>
              <a:gd name="connsiteX2" fmla="*/ 1320800 w 1320800"/>
              <a:gd name="connsiteY2" fmla="*/ 1320800 h 1320800"/>
              <a:gd name="connsiteX3" fmla="*/ 0 w 1320800"/>
              <a:gd name="connsiteY3" fmla="*/ 132080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1320800">
                <a:moveTo>
                  <a:pt x="0" y="0"/>
                </a:moveTo>
                <a:lnTo>
                  <a:pt x="1320800" y="0"/>
                </a:lnTo>
                <a:lnTo>
                  <a:pt x="1320800" y="1320800"/>
                </a:lnTo>
                <a:lnTo>
                  <a:pt x="0" y="13208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0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F1B896-BAFE-532D-85A7-3FA5101D94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5400" y="1333500"/>
            <a:ext cx="3771900" cy="2933700"/>
          </a:xfrm>
          <a:custGeom>
            <a:avLst/>
            <a:gdLst>
              <a:gd name="connsiteX0" fmla="*/ 0 w 3771900"/>
              <a:gd name="connsiteY0" fmla="*/ 0 h 2933700"/>
              <a:gd name="connsiteX1" fmla="*/ 3771900 w 3771900"/>
              <a:gd name="connsiteY1" fmla="*/ 0 h 2933700"/>
              <a:gd name="connsiteX2" fmla="*/ 3771900 w 3771900"/>
              <a:gd name="connsiteY2" fmla="*/ 2933700 h 2933700"/>
              <a:gd name="connsiteX3" fmla="*/ 0 w 3771900"/>
              <a:gd name="connsiteY3" fmla="*/ 2933700 h 293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2933700">
                <a:moveTo>
                  <a:pt x="0" y="0"/>
                </a:moveTo>
                <a:lnTo>
                  <a:pt x="3771900" y="0"/>
                </a:lnTo>
                <a:lnTo>
                  <a:pt x="3771900" y="2933700"/>
                </a:lnTo>
                <a:lnTo>
                  <a:pt x="0" y="2933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D777639-9846-D68D-31A5-432851363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830471">
            <a:off x="9780719" y="4836441"/>
            <a:ext cx="1203764" cy="1203765"/>
          </a:xfrm>
          <a:custGeom>
            <a:avLst/>
            <a:gdLst>
              <a:gd name="connsiteX0" fmla="*/ 19350 w 1203764"/>
              <a:gd name="connsiteY0" fmla="*/ 0 h 1203765"/>
              <a:gd name="connsiteX1" fmla="*/ 1203764 w 1203764"/>
              <a:gd name="connsiteY1" fmla="*/ 19351 h 1203765"/>
              <a:gd name="connsiteX2" fmla="*/ 1184413 w 1203764"/>
              <a:gd name="connsiteY2" fmla="*/ 1203765 h 1203765"/>
              <a:gd name="connsiteX3" fmla="*/ 0 w 1203764"/>
              <a:gd name="connsiteY3" fmla="*/ 1184414 h 1203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3764" h="1203765">
                <a:moveTo>
                  <a:pt x="19350" y="0"/>
                </a:moveTo>
                <a:lnTo>
                  <a:pt x="1203764" y="19351"/>
                </a:lnTo>
                <a:lnTo>
                  <a:pt x="1184413" y="1203765"/>
                </a:lnTo>
                <a:lnTo>
                  <a:pt x="0" y="11844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AA86C1C-8888-F34A-44EF-44B8DF1BD4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0471583">
            <a:off x="9897538" y="3590859"/>
            <a:ext cx="1201929" cy="1201929"/>
          </a:xfrm>
          <a:custGeom>
            <a:avLst/>
            <a:gdLst>
              <a:gd name="connsiteX0" fmla="*/ 1201929 w 1201929"/>
              <a:gd name="connsiteY0" fmla="*/ 17486 h 1201929"/>
              <a:gd name="connsiteX1" fmla="*/ 1184443 w 1201929"/>
              <a:gd name="connsiteY1" fmla="*/ 1201929 h 1201929"/>
              <a:gd name="connsiteX2" fmla="*/ 0 w 1201929"/>
              <a:gd name="connsiteY2" fmla="*/ 1184443 h 1201929"/>
              <a:gd name="connsiteX3" fmla="*/ 17486 w 1201929"/>
              <a:gd name="connsiteY3" fmla="*/ 0 h 120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1929" h="1201929">
                <a:moveTo>
                  <a:pt x="1201929" y="17486"/>
                </a:moveTo>
                <a:lnTo>
                  <a:pt x="1184443" y="1201929"/>
                </a:lnTo>
                <a:lnTo>
                  <a:pt x="0" y="1184443"/>
                </a:lnTo>
                <a:lnTo>
                  <a:pt x="17486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C37F242-5DC4-E5FE-6775-D202F9EF50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371154">
            <a:off x="9604052" y="2373968"/>
            <a:ext cx="1203766" cy="1203766"/>
          </a:xfrm>
          <a:custGeom>
            <a:avLst/>
            <a:gdLst>
              <a:gd name="connsiteX0" fmla="*/ 0 w 1203766"/>
              <a:gd name="connsiteY0" fmla="*/ 19352 h 1203766"/>
              <a:gd name="connsiteX1" fmla="*/ 1184415 w 1203766"/>
              <a:gd name="connsiteY1" fmla="*/ 0 h 1203766"/>
              <a:gd name="connsiteX2" fmla="*/ 1203766 w 1203766"/>
              <a:gd name="connsiteY2" fmla="*/ 1184414 h 1203766"/>
              <a:gd name="connsiteX3" fmla="*/ 19351 w 1203766"/>
              <a:gd name="connsiteY3" fmla="*/ 1203766 h 120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3766" h="1203766">
                <a:moveTo>
                  <a:pt x="0" y="19352"/>
                </a:moveTo>
                <a:lnTo>
                  <a:pt x="1184415" y="0"/>
                </a:lnTo>
                <a:lnTo>
                  <a:pt x="1203766" y="1184414"/>
                </a:lnTo>
                <a:lnTo>
                  <a:pt x="19351" y="12037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6EC1977-7BD4-81CF-C797-9E245EF154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39378" y="1237807"/>
            <a:ext cx="1307638" cy="1307638"/>
          </a:xfrm>
          <a:custGeom>
            <a:avLst/>
            <a:gdLst>
              <a:gd name="connsiteX0" fmla="*/ 1177390 w 1307638"/>
              <a:gd name="connsiteY0" fmla="*/ 0 h 1307638"/>
              <a:gd name="connsiteX1" fmla="*/ 1307638 w 1307638"/>
              <a:gd name="connsiteY1" fmla="*/ 1177390 h 1307638"/>
              <a:gd name="connsiteX2" fmla="*/ 130248 w 1307638"/>
              <a:gd name="connsiteY2" fmla="*/ 1307638 h 1307638"/>
              <a:gd name="connsiteX3" fmla="*/ 0 w 1307638"/>
              <a:gd name="connsiteY3" fmla="*/ 130248 h 1307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7638" h="1307638">
                <a:moveTo>
                  <a:pt x="1177390" y="0"/>
                </a:moveTo>
                <a:lnTo>
                  <a:pt x="1307638" y="1177390"/>
                </a:lnTo>
                <a:lnTo>
                  <a:pt x="130248" y="1307638"/>
                </a:lnTo>
                <a:lnTo>
                  <a:pt x="0" y="1302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1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F554-2978-2924-C3A0-60999A82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931FB-0106-D3AB-CDBF-35D35FC2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07AE-4356-8F7C-A873-9DB43225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338A8-D125-9C79-5F4D-4A455655E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B2165-5758-B48C-1E41-DCC5152FD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00AD-69A4-6874-9372-25FD6C04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025F7-2088-5BFE-6622-52905248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6B001-B5AE-616A-D892-87DA0DA1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84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EF04-6D68-0CF9-3DA5-78A73EA3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8274C-3349-8820-92F6-3A041496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BE50D-5E0E-10E1-4B73-5DDF121D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02F2E-4789-70D3-0E99-6C278906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3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27124-8419-3543-4C74-735FB7CC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38CE3-6E50-5BBD-50D1-8997AD3C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6921F-4A3B-A0AC-0805-FB3C44AF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63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9927-1F1E-3E3D-1D66-1AEF771F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24E12-3B27-153B-FCDB-BED246278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C9669-83DD-10E8-FDCE-525ABED20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9262-F1A7-2F7A-A921-35D81FDC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368AA-E167-6FA9-4AE6-573855E1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CA2C1-B165-C91F-C6BB-346379DF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947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BF4D-B213-827F-90ED-83416C0B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9AACE-5D20-1199-22E9-F75E819B2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64FBF-25DD-2CC0-1F03-00B726F04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15C59-C0C4-97F9-B11D-09EE7D8F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53C6-22AE-E0A4-C58F-6ABAB9A1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28814-C27C-F300-07BD-90DFAE82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6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4DAD-8C2F-3680-69B3-DB0A8AD3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E57A-EA47-1886-3C48-D0CB53D21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8F996-F959-A791-D3E0-E77E096F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51D6-04E7-4687-FFE1-21D664CE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7921-BB6A-5309-30E7-A62E61AF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63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54DE18-907B-C77C-3724-6FBA3138C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FB29C-66E9-E0DA-B282-A5D2B7C79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7085C-2F5E-87F6-7B9C-F1E1030F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6652-45E6-78AB-644B-47B09C53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EFBD-BBCF-FCDA-0149-AA1C6AA6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712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6D61-D457-24CB-8B3E-180634D9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7A4-EAFC-B38A-6366-00461BF6D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2E4B-9722-6EA6-64BD-2B3D290E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F2F6D5-B9CA-47E5-BF0C-124173F0665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6A7B-16BB-5E50-0A17-1A294A6F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2E883-6388-2AEE-E845-9B3350CE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96D71C-23A8-405D-BE5C-C2D1F4D23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91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AB5A9-E9AD-FEB9-86D5-7FD42469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C6539-B8A5-D93D-CC94-9E9117A8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CEB2D-3000-7FB5-C70D-C135EADFF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E9FE6-E1C8-4B87-B586-73E92691E484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1B0C0-D387-60D0-EC68-F1FAF8538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BB6E-071B-107C-EEEC-152E6A890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5DE40-3675-47B9-B132-DF2FC72DA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3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jfif"/><Relationship Id="rId5" Type="http://schemas.openxmlformats.org/officeDocument/2006/relationships/image" Target="../media/image15.png"/><Relationship Id="rId15" Type="http://schemas.openxmlformats.org/officeDocument/2006/relationships/image" Target="../media/image10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18" Type="http://schemas.openxmlformats.org/officeDocument/2006/relationships/image" Target="../media/image32.png"/><Relationship Id="rId3" Type="http://schemas.openxmlformats.org/officeDocument/2006/relationships/image" Target="../media/image23.svg"/><Relationship Id="rId21" Type="http://schemas.openxmlformats.org/officeDocument/2006/relationships/image" Target="../media/image35.png"/><Relationship Id="rId7" Type="http://schemas.openxmlformats.org/officeDocument/2006/relationships/image" Target="../media/image16.svg"/><Relationship Id="rId12" Type="http://schemas.openxmlformats.org/officeDocument/2006/relationships/image" Target="../media/image28.png"/><Relationship Id="rId17" Type="http://schemas.openxmlformats.org/officeDocument/2006/relationships/image" Target="../media/image20.svg"/><Relationship Id="rId2" Type="http://schemas.openxmlformats.org/officeDocument/2006/relationships/image" Target="../media/image22.png"/><Relationship Id="rId16" Type="http://schemas.openxmlformats.org/officeDocument/2006/relationships/image" Target="../media/image19.png"/><Relationship Id="rId20" Type="http://schemas.openxmlformats.org/officeDocument/2006/relationships/image" Target="../media/image34.jfi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7.svg"/><Relationship Id="rId5" Type="http://schemas.openxmlformats.org/officeDocument/2006/relationships/image" Target="../media/image14.svg"/><Relationship Id="rId15" Type="http://schemas.openxmlformats.org/officeDocument/2006/relationships/image" Target="../media/image31.svg"/><Relationship Id="rId10" Type="http://schemas.openxmlformats.org/officeDocument/2006/relationships/image" Target="../media/image26.png"/><Relationship Id="rId19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5.png"/><Relationship Id="rId18" Type="http://schemas.openxmlformats.org/officeDocument/2006/relationships/image" Target="../media/image50.sv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12" Type="http://schemas.openxmlformats.org/officeDocument/2006/relationships/image" Target="../media/image44.svg"/><Relationship Id="rId17" Type="http://schemas.openxmlformats.org/officeDocument/2006/relationships/image" Target="../media/image49.png"/><Relationship Id="rId2" Type="http://schemas.openxmlformats.org/officeDocument/2006/relationships/image" Target="../media/image36.jpg"/><Relationship Id="rId16" Type="http://schemas.openxmlformats.org/officeDocument/2006/relationships/image" Target="../media/image48.svg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39.svg"/><Relationship Id="rId15" Type="http://schemas.openxmlformats.org/officeDocument/2006/relationships/image" Target="../media/image47.png"/><Relationship Id="rId10" Type="http://schemas.openxmlformats.org/officeDocument/2006/relationships/image" Target="../media/image34.jfif"/><Relationship Id="rId19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42.jpg"/><Relationship Id="rId14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slidechef.net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B0A22D4C-7A23-1F02-5C38-7EB80E7DAE36}"/>
              </a:ext>
            </a:extLst>
          </p:cNvPr>
          <p:cNvSpPr/>
          <p:nvPr/>
        </p:nvSpPr>
        <p:spPr>
          <a:xfrm>
            <a:off x="9086850" y="4152900"/>
            <a:ext cx="723900" cy="514350"/>
          </a:xfrm>
          <a:prstGeom prst="ellipse">
            <a:avLst/>
          </a:prstGeom>
          <a:solidFill>
            <a:srgbClr val="1CD8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9A5A43-BD49-E20C-97C3-4A80F518E8F2}"/>
              </a:ext>
            </a:extLst>
          </p:cNvPr>
          <p:cNvSpPr/>
          <p:nvPr/>
        </p:nvSpPr>
        <p:spPr>
          <a:xfrm>
            <a:off x="9029700" y="3581400"/>
            <a:ext cx="1638300" cy="609600"/>
          </a:xfrm>
          <a:prstGeom prst="ellipse">
            <a:avLst/>
          </a:prstGeom>
          <a:solidFill>
            <a:srgbClr val="1CD8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37F6CDAF-1EEF-2BAA-27FB-29B1B32C4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0375" y="5381625"/>
            <a:ext cx="1133475" cy="1133475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5A13E8F7-537C-4954-60FA-07F5F75855FA}"/>
              </a:ext>
            </a:extLst>
          </p:cNvPr>
          <p:cNvSpPr/>
          <p:nvPr/>
        </p:nvSpPr>
        <p:spPr>
          <a:xfrm>
            <a:off x="11887200" y="3524250"/>
            <a:ext cx="571500" cy="762000"/>
          </a:xfrm>
          <a:prstGeom prst="ellipse">
            <a:avLst/>
          </a:prstGeom>
          <a:solidFill>
            <a:srgbClr val="FEFF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9A44A-81D3-69C4-AA6A-C6F2B7B8C14D}"/>
              </a:ext>
            </a:extLst>
          </p:cNvPr>
          <p:cNvSpPr/>
          <p:nvPr/>
        </p:nvSpPr>
        <p:spPr>
          <a:xfrm rot="5400000">
            <a:off x="-2761344" y="2761342"/>
            <a:ext cx="6858001" cy="1335314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C271C7-4602-E087-673A-135EACE343C9}"/>
              </a:ext>
            </a:extLst>
          </p:cNvPr>
          <p:cNvSpPr/>
          <p:nvPr/>
        </p:nvSpPr>
        <p:spPr>
          <a:xfrm rot="5400000">
            <a:off x="-1455057" y="2804885"/>
            <a:ext cx="6858001" cy="1248227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9E27C7-4CD5-6B68-1E73-479246C409F3}"/>
              </a:ext>
            </a:extLst>
          </p:cNvPr>
          <p:cNvSpPr/>
          <p:nvPr/>
        </p:nvSpPr>
        <p:spPr>
          <a:xfrm rot="5400000">
            <a:off x="-206830" y="2790371"/>
            <a:ext cx="6858001" cy="127725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 descr="A purple figure with a black background&#10;&#10;Description automatically generated">
            <a:extLst>
              <a:ext uri="{FF2B5EF4-FFF2-40B4-BE49-F238E27FC236}">
                <a16:creationId xmlns:a16="http://schemas.microsoft.com/office/drawing/2014/main" id="{30B5D66D-EF4A-CC7C-1B4D-5F7C38818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28" t="41605"/>
          <a:stretch/>
        </p:blipFill>
        <p:spPr>
          <a:xfrm>
            <a:off x="7023100" y="2714119"/>
            <a:ext cx="5168900" cy="4143881"/>
          </a:xfrm>
          <a:prstGeom prst="rect">
            <a:avLst/>
          </a:prstGeom>
        </p:spPr>
      </p:pic>
      <p:pic>
        <p:nvPicPr>
          <p:cNvPr id="12" name="Picture 11" descr="A black background with white text and yellow flowers&#10;&#10;Description automatically generated">
            <a:extLst>
              <a:ext uri="{FF2B5EF4-FFF2-40B4-BE49-F238E27FC236}">
                <a16:creationId xmlns:a16="http://schemas.microsoft.com/office/drawing/2014/main" id="{78B8F509-DDB4-C624-26D8-98178EC3FB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3" r="28717"/>
          <a:stretch/>
        </p:blipFill>
        <p:spPr>
          <a:xfrm>
            <a:off x="4473575" y="1164142"/>
            <a:ext cx="3244850" cy="395932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E2B8F84-04DE-623E-D8B7-D4FCF0D3D58B}"/>
              </a:ext>
            </a:extLst>
          </p:cNvPr>
          <p:cNvGrpSpPr/>
          <p:nvPr/>
        </p:nvGrpSpPr>
        <p:grpSpPr>
          <a:xfrm>
            <a:off x="9312728" y="825500"/>
            <a:ext cx="1073699" cy="1061357"/>
            <a:chOff x="9334500" y="1422400"/>
            <a:chExt cx="1104900" cy="1092200"/>
          </a:xfrm>
          <a:solidFill>
            <a:srgbClr val="FF8CCA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5071CD1-7B3E-57C8-5411-68B11245BD17}"/>
                </a:ext>
              </a:extLst>
            </p:cNvPr>
            <p:cNvSpPr/>
            <p:nvPr/>
          </p:nvSpPr>
          <p:spPr>
            <a:xfrm>
              <a:off x="9334500" y="14224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60341F4-B656-B336-2E78-84AF0217F16A}"/>
                </a:ext>
              </a:extLst>
            </p:cNvPr>
            <p:cNvSpPr/>
            <p:nvPr/>
          </p:nvSpPr>
          <p:spPr>
            <a:xfrm>
              <a:off x="9880600" y="14224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FB9BCA4-CBE0-9651-3B8B-C413E4136872}"/>
                </a:ext>
              </a:extLst>
            </p:cNvPr>
            <p:cNvSpPr/>
            <p:nvPr/>
          </p:nvSpPr>
          <p:spPr>
            <a:xfrm>
              <a:off x="9334500" y="19558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AEB649C-F59A-3503-FDB6-7EBCA80BF250}"/>
                </a:ext>
              </a:extLst>
            </p:cNvPr>
            <p:cNvSpPr/>
            <p:nvPr/>
          </p:nvSpPr>
          <p:spPr>
            <a:xfrm>
              <a:off x="9880600" y="19558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C333C39E-D44B-8E80-F828-54855BC1A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323398" y="509586"/>
            <a:ext cx="2544083" cy="127204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5DFCD82-D629-A5CA-AF33-E6413D2EF3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14354" y="2254022"/>
            <a:ext cx="1747018" cy="94468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8F46CB29-6EDC-8738-B097-11439F2C3D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883811" y="1032102"/>
            <a:ext cx="308189" cy="680584"/>
          </a:xfrm>
          <a:prstGeom prst="rect">
            <a:avLst/>
          </a:prstGeom>
        </p:spPr>
      </p:pic>
      <p:sp>
        <p:nvSpPr>
          <p:cNvPr id="40" name="Plaque 39">
            <a:extLst>
              <a:ext uri="{FF2B5EF4-FFF2-40B4-BE49-F238E27FC236}">
                <a16:creationId xmlns:a16="http://schemas.microsoft.com/office/drawing/2014/main" id="{DF7DD446-86A4-A127-7CEB-F7937EF3C3BF}"/>
              </a:ext>
            </a:extLst>
          </p:cNvPr>
          <p:cNvSpPr/>
          <p:nvPr/>
        </p:nvSpPr>
        <p:spPr>
          <a:xfrm>
            <a:off x="9556750" y="2217965"/>
            <a:ext cx="575960" cy="576035"/>
          </a:xfrm>
          <a:prstGeom prst="plaque">
            <a:avLst>
              <a:gd name="adj" fmla="val 50000"/>
            </a:avLst>
          </a:prstGeom>
          <a:solidFill>
            <a:srgbClr val="2B1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CE71D-6E12-469C-1843-60DF084D79E4}"/>
              </a:ext>
            </a:extLst>
          </p:cNvPr>
          <p:cNvGrpSpPr/>
          <p:nvPr/>
        </p:nvGrpSpPr>
        <p:grpSpPr>
          <a:xfrm>
            <a:off x="10641661" y="675434"/>
            <a:ext cx="1245539" cy="1273528"/>
            <a:chOff x="24446152" y="911409"/>
            <a:chExt cx="1291772" cy="13208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77E93FF-5744-E9E3-3E8D-A6E44F774D1A}"/>
                </a:ext>
              </a:extLst>
            </p:cNvPr>
            <p:cNvSpPr/>
            <p:nvPr/>
          </p:nvSpPr>
          <p:spPr>
            <a:xfrm rot="2588240">
              <a:off x="24955679" y="911409"/>
              <a:ext cx="577513" cy="1016000"/>
            </a:xfrm>
            <a:prstGeom prst="ellipse">
              <a:avLst/>
            </a:prstGeom>
            <a:solidFill>
              <a:srgbClr val="2B1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5FED52A-600F-7138-8DFC-174440BBC8DD}"/>
                </a:ext>
              </a:extLst>
            </p:cNvPr>
            <p:cNvSpPr/>
            <p:nvPr/>
          </p:nvSpPr>
          <p:spPr>
            <a:xfrm rot="2588240">
              <a:off x="24665394" y="1216209"/>
              <a:ext cx="577513" cy="1016000"/>
            </a:xfrm>
            <a:prstGeom prst="ellipse">
              <a:avLst/>
            </a:prstGeom>
            <a:solidFill>
              <a:srgbClr val="2B1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C176874-09A8-BD7F-730C-915D85C3B0E4}"/>
                </a:ext>
              </a:extLst>
            </p:cNvPr>
            <p:cNvSpPr/>
            <p:nvPr/>
          </p:nvSpPr>
          <p:spPr>
            <a:xfrm rot="7990722">
              <a:off x="24665395" y="930991"/>
              <a:ext cx="577513" cy="1016000"/>
            </a:xfrm>
            <a:prstGeom prst="ellipse">
              <a:avLst/>
            </a:prstGeom>
            <a:solidFill>
              <a:srgbClr val="2B1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A850E95-1A4C-BCD5-A5B6-1CB08C606E97}"/>
                </a:ext>
              </a:extLst>
            </p:cNvPr>
            <p:cNvSpPr/>
            <p:nvPr/>
          </p:nvSpPr>
          <p:spPr>
            <a:xfrm rot="7990722">
              <a:off x="24941167" y="1221277"/>
              <a:ext cx="577513" cy="1016000"/>
            </a:xfrm>
            <a:prstGeom prst="ellipse">
              <a:avLst/>
            </a:prstGeom>
            <a:solidFill>
              <a:srgbClr val="2B1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996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04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4D403-C714-26A2-C997-9D219D0A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rectangular object with numbers&#10;&#10;Description automatically generated">
            <a:extLst>
              <a:ext uri="{FF2B5EF4-FFF2-40B4-BE49-F238E27FC236}">
                <a16:creationId xmlns:a16="http://schemas.microsoft.com/office/drawing/2014/main" id="{9A5861DD-9F97-AA9D-FE03-C012278E8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"/>
          <a:stretch/>
        </p:blipFill>
        <p:spPr>
          <a:xfrm>
            <a:off x="6502400" y="353691"/>
            <a:ext cx="4900548" cy="61506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3F04454-A100-CE72-9066-6C7E6F6BDB85}"/>
              </a:ext>
            </a:extLst>
          </p:cNvPr>
          <p:cNvGrpSpPr/>
          <p:nvPr/>
        </p:nvGrpSpPr>
        <p:grpSpPr>
          <a:xfrm>
            <a:off x="541394" y="1785588"/>
            <a:ext cx="6538970" cy="2551453"/>
            <a:chOff x="205212" y="1826955"/>
            <a:chExt cx="6538970" cy="255145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6094D96-72AB-A3F8-096B-41244559A6C8}"/>
                </a:ext>
              </a:extLst>
            </p:cNvPr>
            <p:cNvGrpSpPr/>
            <p:nvPr/>
          </p:nvGrpSpPr>
          <p:grpSpPr>
            <a:xfrm>
              <a:off x="2378677" y="1826955"/>
              <a:ext cx="2458739" cy="683508"/>
              <a:chOff x="3799321" y="2034537"/>
              <a:chExt cx="2458739" cy="683508"/>
            </a:xfrm>
          </p:grpSpPr>
          <p:pic>
            <p:nvPicPr>
              <p:cNvPr id="14" name="Picture 13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66BF3545-58B0-A84E-592F-C13F366A6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9546"/>
              <a:stretch/>
            </p:blipFill>
            <p:spPr>
              <a:xfrm>
                <a:off x="3799321" y="2034537"/>
                <a:ext cx="759979" cy="683508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267327-ABE6-ED82-4852-4476B24283CF}"/>
                  </a:ext>
                </a:extLst>
              </p:cNvPr>
              <p:cNvSpPr txBox="1"/>
              <p:nvPr/>
            </p:nvSpPr>
            <p:spPr>
              <a:xfrm>
                <a:off x="4635500" y="2145459"/>
                <a:ext cx="1622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for Artists</a:t>
                </a:r>
                <a:endParaRPr lang="en-IN" sz="2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01A807-359D-00B4-8D08-E44F3D6A6D8D}"/>
                </a:ext>
              </a:extLst>
            </p:cNvPr>
            <p:cNvSpPr txBox="1"/>
            <p:nvPr/>
          </p:nvSpPr>
          <p:spPr>
            <a:xfrm>
              <a:off x="205212" y="2680827"/>
              <a:ext cx="6538970" cy="1697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7200" b="1" dirty="0">
                  <a:solidFill>
                    <a:schemeClr val="bg1"/>
                  </a:solidFill>
                  <a:latin typeface="Archivo" pitchFamily="2" charset="0"/>
                  <a:ea typeface="Geist" pitchFamily="2" charset="0"/>
                  <a:cs typeface="Archivo" pitchFamily="2" charset="0"/>
                </a:rPr>
                <a:t>Get ready for </a:t>
              </a:r>
            </a:p>
            <a:p>
              <a:pPr algn="ctr">
                <a:lnSpc>
                  <a:spcPts val="6200"/>
                </a:lnSpc>
              </a:pPr>
              <a:r>
                <a:rPr lang="en-US" sz="7200" b="1" dirty="0">
                  <a:solidFill>
                    <a:schemeClr val="bg1"/>
                  </a:solidFill>
                  <a:latin typeface="Archivo" pitchFamily="2" charset="0"/>
                  <a:ea typeface="Geist" pitchFamily="2" charset="0"/>
                  <a:cs typeface="Archivo" pitchFamily="2" charset="0"/>
                </a:rPr>
                <a:t>2024 Wrapped</a:t>
              </a:r>
              <a:endParaRPr lang="en-IN" sz="7200" b="1" dirty="0">
                <a:solidFill>
                  <a:schemeClr val="bg1"/>
                </a:solidFill>
                <a:latin typeface="Archivo" pitchFamily="2" charset="0"/>
                <a:ea typeface="Geist" pitchFamily="2" charset="0"/>
                <a:cs typeface="Archivo" pitchFamily="2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7B059C9-E6F0-0245-B839-BA5B7CFFB763}"/>
              </a:ext>
            </a:extLst>
          </p:cNvPr>
          <p:cNvSpPr txBox="1"/>
          <p:nvPr/>
        </p:nvSpPr>
        <p:spPr>
          <a:xfrm>
            <a:off x="1214608" y="4411110"/>
            <a:ext cx="5192543" cy="762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Geist" pitchFamily="2" charset="0"/>
                <a:cs typeface="Poppins" panose="00000500000000000000" pitchFamily="2" charset="0"/>
              </a:rPr>
              <a:t>Your go – to guide for standing out during the year’s biggest fan moment</a:t>
            </a:r>
            <a:endParaRPr lang="en-IN" dirty="0">
              <a:solidFill>
                <a:schemeClr val="bg1"/>
              </a:solidFill>
              <a:latin typeface="Poppins" panose="00000500000000000000" pitchFamily="2" charset="0"/>
              <a:ea typeface="Geist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9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91C0DD5-6948-2B82-2156-2FE7B1E62DC4}"/>
              </a:ext>
            </a:extLst>
          </p:cNvPr>
          <p:cNvGrpSpPr/>
          <p:nvPr/>
        </p:nvGrpSpPr>
        <p:grpSpPr>
          <a:xfrm rot="213823">
            <a:off x="6826073" y="1045581"/>
            <a:ext cx="3936450" cy="3909428"/>
            <a:chOff x="9334160" y="1416946"/>
            <a:chExt cx="1105240" cy="1097654"/>
          </a:xfrm>
          <a:solidFill>
            <a:srgbClr val="6A00BA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76FEB9E-73DD-DEAB-D51D-E8087D0B9DDC}"/>
                </a:ext>
              </a:extLst>
            </p:cNvPr>
            <p:cNvSpPr/>
            <p:nvPr/>
          </p:nvSpPr>
          <p:spPr>
            <a:xfrm>
              <a:off x="9334500" y="14224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7AB9C2-2CF5-2977-55DA-327E8FD8999E}"/>
                </a:ext>
              </a:extLst>
            </p:cNvPr>
            <p:cNvSpPr/>
            <p:nvPr/>
          </p:nvSpPr>
          <p:spPr>
            <a:xfrm>
              <a:off x="9880600" y="14224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4478B23-2DD3-EAE7-BC9D-DCBCB2088891}"/>
                </a:ext>
              </a:extLst>
            </p:cNvPr>
            <p:cNvSpPr/>
            <p:nvPr/>
          </p:nvSpPr>
          <p:spPr>
            <a:xfrm>
              <a:off x="9334500" y="19558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16A304B-D0BC-FBAD-2D5F-8C802696AD60}"/>
                </a:ext>
              </a:extLst>
            </p:cNvPr>
            <p:cNvSpPr/>
            <p:nvPr/>
          </p:nvSpPr>
          <p:spPr>
            <a:xfrm>
              <a:off x="9880600" y="1955800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2FD8784-31E4-D7F6-63E4-466403BFABF1}"/>
                </a:ext>
              </a:extLst>
            </p:cNvPr>
            <p:cNvSpPr/>
            <p:nvPr/>
          </p:nvSpPr>
          <p:spPr>
            <a:xfrm>
              <a:off x="9334160" y="1416946"/>
              <a:ext cx="558800" cy="558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59C0D66-CCED-6E2D-365C-19EED7243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5224" y="721998"/>
            <a:ext cx="4630230" cy="463023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138B5F4-6731-B497-8BD6-080F1B5AD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095214">
            <a:off x="7275653" y="1510653"/>
            <a:ext cx="3112039" cy="3225719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CB8D274-6A19-B383-AC8B-B7B6A95DDD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1344">
            <a:off x="6688956" y="688744"/>
            <a:ext cx="4180150" cy="48419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DA96009-951D-D643-1CD3-8CF15A854891}"/>
              </a:ext>
            </a:extLst>
          </p:cNvPr>
          <p:cNvSpPr txBox="1"/>
          <p:nvPr/>
        </p:nvSpPr>
        <p:spPr>
          <a:xfrm>
            <a:off x="739482" y="1112548"/>
            <a:ext cx="2575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3F242"/>
                </a:solidFill>
              </a:rPr>
              <a:t>Top Artists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5912323-02E4-7910-ED94-FDA7F40E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82" y="1619956"/>
            <a:ext cx="4140201" cy="1789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Dabin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3F24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Geoxor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3F24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TheFat</a:t>
            </a: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Rat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3F24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Shiki - TMNS</a:t>
            </a:r>
          </a:p>
          <a:p>
            <a:pPr marL="342900" marR="0" lvl="0" indent="-34290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Laur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117F06-30C8-5341-E224-BD2009BF4FE4}"/>
              </a:ext>
            </a:extLst>
          </p:cNvPr>
          <p:cNvSpPr txBox="1"/>
          <p:nvPr/>
        </p:nvSpPr>
        <p:spPr>
          <a:xfrm>
            <a:off x="3923778" y="1112548"/>
            <a:ext cx="24262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3F242"/>
                </a:solidFill>
              </a:defRPr>
            </a:lvl1pPr>
          </a:lstStyle>
          <a:p>
            <a:r>
              <a:rPr lang="en-IN" dirty="0"/>
              <a:t>Top  Songs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3B7E4195-C3A1-10C8-D354-ED12D414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779" y="1660854"/>
            <a:ext cx="3048655" cy="178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Perfect</a:t>
            </a:r>
          </a:p>
          <a:p>
            <a:pPr marL="342900" indent="-342900" eaLnBrk="0" fontAlgn="base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Sidewalk</a:t>
            </a:r>
          </a:p>
          <a:p>
            <a:pPr marL="342900" indent="-342900" eaLnBrk="0" fontAlgn="base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I Really Want t ….</a:t>
            </a:r>
          </a:p>
          <a:p>
            <a:pPr marL="342900" indent="-342900" eaLnBrk="0" fontAlgn="base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E – Girl Bounce</a:t>
            </a:r>
          </a:p>
          <a:p>
            <a:pPr marL="342900" indent="-342900" eaLnBrk="0" fontAlgn="base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solidFill>
                  <a:srgbClr val="F3F242"/>
                </a:solidFill>
                <a:latin typeface="Arial" panose="020B0604020202020204" pitchFamily="34" charset="0"/>
              </a:rPr>
              <a:t>Crazy ( feat. C..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61806E-0E1C-59EB-DAE6-F1DF1D5F3CC0}"/>
              </a:ext>
            </a:extLst>
          </p:cNvPr>
          <p:cNvSpPr txBox="1"/>
          <p:nvPr/>
        </p:nvSpPr>
        <p:spPr>
          <a:xfrm>
            <a:off x="623888" y="3895419"/>
            <a:ext cx="2894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3F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Minutes Listened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17E9EB-C23B-7E5D-4F0C-67259ACB6BA1}"/>
              </a:ext>
            </a:extLst>
          </p:cNvPr>
          <p:cNvSpPr txBox="1"/>
          <p:nvPr/>
        </p:nvSpPr>
        <p:spPr>
          <a:xfrm>
            <a:off x="623888" y="4242639"/>
            <a:ext cx="1506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3F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23.498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ADD666-0156-6DD8-93E9-C366160F8186}"/>
              </a:ext>
            </a:extLst>
          </p:cNvPr>
          <p:cNvSpPr txBox="1"/>
          <p:nvPr/>
        </p:nvSpPr>
        <p:spPr>
          <a:xfrm>
            <a:off x="3935413" y="3815160"/>
            <a:ext cx="1581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3F242"/>
                </a:solidFill>
              </a:rPr>
              <a:t>Top - Genre</a:t>
            </a:r>
            <a:endParaRPr lang="en-IN" dirty="0">
              <a:solidFill>
                <a:srgbClr val="F3F24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5EDE6C-5E97-97CB-7A35-ED6AA626B7F9}"/>
              </a:ext>
            </a:extLst>
          </p:cNvPr>
          <p:cNvSpPr txBox="1"/>
          <p:nvPr/>
        </p:nvSpPr>
        <p:spPr>
          <a:xfrm>
            <a:off x="3935413" y="4211085"/>
            <a:ext cx="15813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F3F2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sz="2800" dirty="0"/>
              <a:t>Electro House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19B8BD6C-CA7C-9243-E002-2E582D58DA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888" y="5551433"/>
            <a:ext cx="328047" cy="3280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2394977-6686-DC8C-75E5-9E9CA631B12B}"/>
              </a:ext>
            </a:extLst>
          </p:cNvPr>
          <p:cNvSpPr txBox="1"/>
          <p:nvPr/>
        </p:nvSpPr>
        <p:spPr>
          <a:xfrm>
            <a:off x="909426" y="5530790"/>
            <a:ext cx="110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S</a:t>
            </a:r>
            <a:r>
              <a:rPr lang="en-IN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potify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9FEB6-E7A5-10D5-5028-C438983A124A}"/>
              </a:ext>
            </a:extLst>
          </p:cNvPr>
          <p:cNvSpPr txBox="1"/>
          <p:nvPr/>
        </p:nvSpPr>
        <p:spPr>
          <a:xfrm>
            <a:off x="3935413" y="5501112"/>
            <a:ext cx="2490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S</a:t>
            </a:r>
            <a:r>
              <a:rPr lang="en-IN" sz="14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POTIFY.COM / WRAPPED</a:t>
            </a:r>
          </a:p>
        </p:txBody>
      </p:sp>
      <p:pic>
        <p:nvPicPr>
          <p:cNvPr id="25" name="Picture Placeholder 24" descr="A person in a black shirt&#10;&#10;Description automatically generated">
            <a:extLst>
              <a:ext uri="{FF2B5EF4-FFF2-40B4-BE49-F238E27FC236}">
                <a16:creationId xmlns:a16="http://schemas.microsoft.com/office/drawing/2014/main" id="{11D6A4B8-1FB6-D348-D855-F251B7C348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27" b="16727"/>
          <a:stretch>
            <a:fillRect/>
          </a:stretch>
        </p:blipFill>
        <p:spPr>
          <a:xfrm>
            <a:off x="7404296" y="1646243"/>
            <a:ext cx="2925492" cy="2925492"/>
          </a:xfrm>
        </p:spPr>
      </p:pic>
      <p:sp>
        <p:nvSpPr>
          <p:cNvPr id="38" name="Plaque 37">
            <a:extLst>
              <a:ext uri="{FF2B5EF4-FFF2-40B4-BE49-F238E27FC236}">
                <a16:creationId xmlns:a16="http://schemas.microsoft.com/office/drawing/2014/main" id="{E25B6E73-1AE7-6FDF-6394-3D0F5679EFA4}"/>
              </a:ext>
            </a:extLst>
          </p:cNvPr>
          <p:cNvSpPr/>
          <p:nvPr/>
        </p:nvSpPr>
        <p:spPr>
          <a:xfrm>
            <a:off x="47928" y="359668"/>
            <a:ext cx="575960" cy="576035"/>
          </a:xfrm>
          <a:prstGeom prst="plaque">
            <a:avLst>
              <a:gd name="adj" fmla="val 50000"/>
            </a:avLst>
          </a:prstGeom>
          <a:solidFill>
            <a:srgbClr val="2B1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Plaque 38">
            <a:extLst>
              <a:ext uri="{FF2B5EF4-FFF2-40B4-BE49-F238E27FC236}">
                <a16:creationId xmlns:a16="http://schemas.microsoft.com/office/drawing/2014/main" id="{0D70AC79-0F63-7C15-9DDD-1308DB6EB466}"/>
              </a:ext>
            </a:extLst>
          </p:cNvPr>
          <p:cNvSpPr/>
          <p:nvPr/>
        </p:nvSpPr>
        <p:spPr>
          <a:xfrm>
            <a:off x="8307025" y="5912757"/>
            <a:ext cx="575960" cy="576035"/>
          </a:xfrm>
          <a:prstGeom prst="plaque">
            <a:avLst>
              <a:gd name="adj" fmla="val 50000"/>
            </a:avLst>
          </a:prstGeom>
          <a:solidFill>
            <a:srgbClr val="12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553997B9-B653-B52F-25CD-D3887B5250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59887" y="5898356"/>
            <a:ext cx="1919288" cy="191928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B064D86-8FA0-4ECA-511C-8339822791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57001" y="0"/>
            <a:ext cx="623887" cy="1377750"/>
          </a:xfrm>
          <a:prstGeom prst="rect">
            <a:avLst/>
          </a:prstGeom>
        </p:spPr>
      </p:pic>
      <p:sp>
        <p:nvSpPr>
          <p:cNvPr id="42" name="Plaque 41">
            <a:extLst>
              <a:ext uri="{FF2B5EF4-FFF2-40B4-BE49-F238E27FC236}">
                <a16:creationId xmlns:a16="http://schemas.microsoft.com/office/drawing/2014/main" id="{AE983F76-E8A4-5C65-8653-1F65AFFA3E81}"/>
              </a:ext>
            </a:extLst>
          </p:cNvPr>
          <p:cNvSpPr/>
          <p:nvPr/>
        </p:nvSpPr>
        <p:spPr>
          <a:xfrm>
            <a:off x="-287980" y="6449786"/>
            <a:ext cx="575960" cy="576035"/>
          </a:xfrm>
          <a:prstGeom prst="plaque">
            <a:avLst>
              <a:gd name="adj" fmla="val 50000"/>
            </a:avLst>
          </a:prstGeom>
          <a:solidFill>
            <a:srgbClr val="D769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4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41C9814-B353-096D-B34E-8197FE66F07D}"/>
              </a:ext>
            </a:extLst>
          </p:cNvPr>
          <p:cNvGrpSpPr/>
          <p:nvPr/>
        </p:nvGrpSpPr>
        <p:grpSpPr>
          <a:xfrm rot="16200000">
            <a:off x="2661446" y="-2661446"/>
            <a:ext cx="6858002" cy="12180891"/>
            <a:chOff x="-10298188" y="3467100"/>
            <a:chExt cx="3602278" cy="68594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336D76-763A-6100-724A-83C84FF87E83}"/>
                </a:ext>
              </a:extLst>
            </p:cNvPr>
            <p:cNvSpPr/>
            <p:nvPr/>
          </p:nvSpPr>
          <p:spPr>
            <a:xfrm>
              <a:off x="-10242816" y="3467100"/>
              <a:ext cx="3491369" cy="6859487"/>
            </a:xfrm>
            <a:custGeom>
              <a:avLst/>
              <a:gdLst>
                <a:gd name="connsiteX0" fmla="*/ 0 w 3491369"/>
                <a:gd name="connsiteY0" fmla="*/ 0 h 6859487"/>
                <a:gd name="connsiteX1" fmla="*/ 3491369 w 3491369"/>
                <a:gd name="connsiteY1" fmla="*/ 0 h 6859487"/>
                <a:gd name="connsiteX2" fmla="*/ 3491369 w 3491369"/>
                <a:gd name="connsiteY2" fmla="*/ 6859487 h 6859487"/>
                <a:gd name="connsiteX3" fmla="*/ 0 w 3491369"/>
                <a:gd name="connsiteY3" fmla="*/ 6859487 h 685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1369" h="6859487">
                  <a:moveTo>
                    <a:pt x="0" y="0"/>
                  </a:moveTo>
                  <a:lnTo>
                    <a:pt x="3491369" y="0"/>
                  </a:lnTo>
                  <a:lnTo>
                    <a:pt x="3491369" y="6859487"/>
                  </a:lnTo>
                  <a:lnTo>
                    <a:pt x="0" y="6859487"/>
                  </a:lnTo>
                  <a:close/>
                </a:path>
              </a:pathLst>
            </a:custGeom>
            <a:solidFill>
              <a:srgbClr val="070401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9D0613-77F6-FB0D-4793-BE60B104AAEA}"/>
                </a:ext>
              </a:extLst>
            </p:cNvPr>
            <p:cNvSpPr/>
            <p:nvPr/>
          </p:nvSpPr>
          <p:spPr>
            <a:xfrm>
              <a:off x="-7452302" y="4147455"/>
              <a:ext cx="756391" cy="1184317"/>
            </a:xfrm>
            <a:custGeom>
              <a:avLst/>
              <a:gdLst>
                <a:gd name="connsiteX0" fmla="*/ 756392 w 756391"/>
                <a:gd name="connsiteY0" fmla="*/ 0 h 1184317"/>
                <a:gd name="connsiteX1" fmla="*/ 681164 w 756391"/>
                <a:gd name="connsiteY1" fmla="*/ 0 h 1184317"/>
                <a:gd name="connsiteX2" fmla="*/ 681164 w 756391"/>
                <a:gd name="connsiteY2" fmla="*/ 215712 h 1184317"/>
                <a:gd name="connsiteX3" fmla="*/ 472362 w 756391"/>
                <a:gd name="connsiteY3" fmla="*/ 215712 h 1184317"/>
                <a:gd name="connsiteX4" fmla="*/ 472362 w 756391"/>
                <a:gd name="connsiteY4" fmla="*/ 407369 h 1184317"/>
                <a:gd name="connsiteX5" fmla="*/ 260149 w 756391"/>
                <a:gd name="connsiteY5" fmla="*/ 407369 h 1184317"/>
                <a:gd name="connsiteX6" fmla="*/ 260149 w 756391"/>
                <a:gd name="connsiteY6" fmla="*/ 633228 h 1184317"/>
                <a:gd name="connsiteX7" fmla="*/ 106106 w 756391"/>
                <a:gd name="connsiteY7" fmla="*/ 633228 h 1184317"/>
                <a:gd name="connsiteX8" fmla="*/ 0 w 756391"/>
                <a:gd name="connsiteY8" fmla="*/ 777036 h 1184317"/>
                <a:gd name="connsiteX9" fmla="*/ 92373 w 756391"/>
                <a:gd name="connsiteY9" fmla="*/ 1061153 h 1184317"/>
                <a:gd name="connsiteX10" fmla="*/ 378240 w 756391"/>
                <a:gd name="connsiteY10" fmla="*/ 1184317 h 1184317"/>
                <a:gd name="connsiteX11" fmla="*/ 646874 w 756391"/>
                <a:gd name="connsiteY11" fmla="*/ 1184317 h 1184317"/>
                <a:gd name="connsiteX12" fmla="*/ 756392 w 756391"/>
                <a:gd name="connsiteY12" fmla="*/ 1184317 h 118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6391" h="1184317">
                  <a:moveTo>
                    <a:pt x="756392" y="0"/>
                  </a:moveTo>
                  <a:lnTo>
                    <a:pt x="681164" y="0"/>
                  </a:lnTo>
                  <a:lnTo>
                    <a:pt x="681164" y="215712"/>
                  </a:lnTo>
                  <a:lnTo>
                    <a:pt x="472362" y="215712"/>
                  </a:lnTo>
                  <a:lnTo>
                    <a:pt x="472362" y="407369"/>
                  </a:lnTo>
                  <a:lnTo>
                    <a:pt x="260149" y="407369"/>
                  </a:lnTo>
                  <a:lnTo>
                    <a:pt x="260149" y="633228"/>
                  </a:lnTo>
                  <a:lnTo>
                    <a:pt x="106106" y="633228"/>
                  </a:lnTo>
                  <a:lnTo>
                    <a:pt x="0" y="777036"/>
                  </a:lnTo>
                  <a:lnTo>
                    <a:pt x="92373" y="1061153"/>
                  </a:lnTo>
                  <a:lnTo>
                    <a:pt x="378240" y="1184317"/>
                  </a:lnTo>
                  <a:lnTo>
                    <a:pt x="646874" y="1184317"/>
                  </a:lnTo>
                  <a:lnTo>
                    <a:pt x="756392" y="1184317"/>
                  </a:lnTo>
                  <a:close/>
                </a:path>
              </a:pathLst>
            </a:custGeom>
            <a:solidFill>
              <a:srgbClr val="FE8B1F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92B4874-A1C5-41BF-8641-A70EC6741EEF}"/>
                </a:ext>
              </a:extLst>
            </p:cNvPr>
            <p:cNvSpPr/>
            <p:nvPr/>
          </p:nvSpPr>
          <p:spPr>
            <a:xfrm>
              <a:off x="-10295629" y="4117760"/>
              <a:ext cx="646961" cy="1201462"/>
            </a:xfrm>
            <a:custGeom>
              <a:avLst/>
              <a:gdLst>
                <a:gd name="connsiteX0" fmla="*/ 0 w 646961"/>
                <a:gd name="connsiteY0" fmla="*/ 0 h 1201462"/>
                <a:gd name="connsiteX1" fmla="*/ 0 w 646961"/>
                <a:gd name="connsiteY1" fmla="*/ 955047 h 1201462"/>
                <a:gd name="connsiteX2" fmla="*/ 123252 w 646961"/>
                <a:gd name="connsiteY2" fmla="*/ 1201462 h 1201462"/>
                <a:gd name="connsiteX3" fmla="*/ 646961 w 646961"/>
                <a:gd name="connsiteY3" fmla="*/ 801004 h 1201462"/>
                <a:gd name="connsiteX4" fmla="*/ 646961 w 646961"/>
                <a:gd name="connsiteY4" fmla="*/ 646961 h 1201462"/>
                <a:gd name="connsiteX5" fmla="*/ 511726 w 646961"/>
                <a:gd name="connsiteY5" fmla="*/ 653784 h 1201462"/>
                <a:gd name="connsiteX6" fmla="*/ 508314 w 646961"/>
                <a:gd name="connsiteY6" fmla="*/ 427925 h 1201462"/>
                <a:gd name="connsiteX7" fmla="*/ 304674 w 646961"/>
                <a:gd name="connsiteY7" fmla="*/ 427925 h 1201462"/>
                <a:gd name="connsiteX8" fmla="*/ 304674 w 646961"/>
                <a:gd name="connsiteY8" fmla="*/ 213963 h 1201462"/>
                <a:gd name="connsiteX9" fmla="*/ 106107 w 646961"/>
                <a:gd name="connsiteY9" fmla="*/ 213963 h 1201462"/>
                <a:gd name="connsiteX10" fmla="*/ 102695 w 646961"/>
                <a:gd name="connsiteY10" fmla="*/ 0 h 120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961" h="1201462">
                  <a:moveTo>
                    <a:pt x="0" y="0"/>
                  </a:moveTo>
                  <a:lnTo>
                    <a:pt x="0" y="955047"/>
                  </a:lnTo>
                  <a:lnTo>
                    <a:pt x="123252" y="1201462"/>
                  </a:lnTo>
                  <a:lnTo>
                    <a:pt x="646961" y="801004"/>
                  </a:lnTo>
                  <a:lnTo>
                    <a:pt x="646961" y="646961"/>
                  </a:lnTo>
                  <a:lnTo>
                    <a:pt x="511726" y="653784"/>
                  </a:lnTo>
                  <a:lnTo>
                    <a:pt x="508314" y="427925"/>
                  </a:lnTo>
                  <a:lnTo>
                    <a:pt x="304674" y="427925"/>
                  </a:lnTo>
                  <a:lnTo>
                    <a:pt x="304674" y="213963"/>
                  </a:lnTo>
                  <a:lnTo>
                    <a:pt x="106107" y="213963"/>
                  </a:lnTo>
                  <a:lnTo>
                    <a:pt x="102695" y="0"/>
                  </a:lnTo>
                  <a:close/>
                </a:path>
              </a:pathLst>
            </a:custGeom>
            <a:solidFill>
              <a:srgbClr val="FF8B1F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75D40A-DA2D-7E18-3339-0352309A8D72}"/>
                </a:ext>
              </a:extLst>
            </p:cNvPr>
            <p:cNvSpPr/>
            <p:nvPr/>
          </p:nvSpPr>
          <p:spPr>
            <a:xfrm>
              <a:off x="-7507149" y="8698074"/>
              <a:ext cx="811238" cy="1160349"/>
            </a:xfrm>
            <a:custGeom>
              <a:avLst/>
              <a:gdLst>
                <a:gd name="connsiteX0" fmla="*/ 811238 w 811238"/>
                <a:gd name="connsiteY0" fmla="*/ 195068 h 1160349"/>
                <a:gd name="connsiteX1" fmla="*/ 811238 w 811238"/>
                <a:gd name="connsiteY1" fmla="*/ 1160349 h 1160349"/>
                <a:gd name="connsiteX2" fmla="*/ 742746 w 811238"/>
                <a:gd name="connsiteY2" fmla="*/ 1160349 h 1160349"/>
                <a:gd name="connsiteX3" fmla="*/ 725688 w 811238"/>
                <a:gd name="connsiteY3" fmla="*/ 934490 h 1160349"/>
                <a:gd name="connsiteX4" fmla="*/ 530533 w 811238"/>
                <a:gd name="connsiteY4" fmla="*/ 934490 h 1160349"/>
                <a:gd name="connsiteX5" fmla="*/ 530533 w 811238"/>
                <a:gd name="connsiteY5" fmla="*/ 722277 h 1160349"/>
                <a:gd name="connsiteX6" fmla="*/ 308085 w 811238"/>
                <a:gd name="connsiteY6" fmla="*/ 729100 h 1160349"/>
                <a:gd name="connsiteX7" fmla="*/ 308085 w 811238"/>
                <a:gd name="connsiteY7" fmla="*/ 516887 h 1160349"/>
                <a:gd name="connsiteX8" fmla="*/ 164277 w 811238"/>
                <a:gd name="connsiteY8" fmla="*/ 523710 h 1160349"/>
                <a:gd name="connsiteX9" fmla="*/ 0 w 811238"/>
                <a:gd name="connsiteY9" fmla="*/ 506565 h 1160349"/>
                <a:gd name="connsiteX10" fmla="*/ 345699 w 811238"/>
                <a:gd name="connsiteY10" fmla="*/ 0 h 1160349"/>
                <a:gd name="connsiteX11" fmla="*/ 787270 w 811238"/>
                <a:gd name="connsiteY11" fmla="*/ 0 h 1160349"/>
                <a:gd name="connsiteX12" fmla="*/ 811238 w 811238"/>
                <a:gd name="connsiteY12" fmla="*/ 0 h 116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1238" h="1160349">
                  <a:moveTo>
                    <a:pt x="811238" y="195068"/>
                  </a:moveTo>
                  <a:lnTo>
                    <a:pt x="811238" y="1160349"/>
                  </a:lnTo>
                  <a:lnTo>
                    <a:pt x="742746" y="1160349"/>
                  </a:lnTo>
                  <a:lnTo>
                    <a:pt x="725688" y="934490"/>
                  </a:lnTo>
                  <a:lnTo>
                    <a:pt x="530533" y="934490"/>
                  </a:lnTo>
                  <a:lnTo>
                    <a:pt x="530533" y="722277"/>
                  </a:lnTo>
                  <a:lnTo>
                    <a:pt x="308085" y="729100"/>
                  </a:lnTo>
                  <a:lnTo>
                    <a:pt x="308085" y="516887"/>
                  </a:lnTo>
                  <a:lnTo>
                    <a:pt x="164277" y="523710"/>
                  </a:lnTo>
                  <a:lnTo>
                    <a:pt x="0" y="506565"/>
                  </a:lnTo>
                  <a:lnTo>
                    <a:pt x="345699" y="0"/>
                  </a:lnTo>
                  <a:lnTo>
                    <a:pt x="787270" y="0"/>
                  </a:lnTo>
                  <a:lnTo>
                    <a:pt x="811238" y="0"/>
                  </a:lnTo>
                  <a:close/>
                </a:path>
              </a:pathLst>
            </a:custGeom>
            <a:solidFill>
              <a:srgbClr val="F68B26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ECD0DB-A437-70DA-A82B-6C6759B4DF27}"/>
                </a:ext>
              </a:extLst>
            </p:cNvPr>
            <p:cNvSpPr/>
            <p:nvPr/>
          </p:nvSpPr>
          <p:spPr>
            <a:xfrm>
              <a:off x="-10298188" y="8689173"/>
              <a:ext cx="766713" cy="1163847"/>
            </a:xfrm>
            <a:custGeom>
              <a:avLst/>
              <a:gdLst>
                <a:gd name="connsiteX0" fmla="*/ 0 w 766713"/>
                <a:gd name="connsiteY0" fmla="*/ 214575 h 1163847"/>
                <a:gd name="connsiteX1" fmla="*/ 0 w 766713"/>
                <a:gd name="connsiteY1" fmla="*/ 1163848 h 1163847"/>
                <a:gd name="connsiteX2" fmla="*/ 63856 w 766713"/>
                <a:gd name="connsiteY2" fmla="*/ 1163848 h 1163847"/>
                <a:gd name="connsiteX3" fmla="*/ 63856 w 766713"/>
                <a:gd name="connsiteY3" fmla="*/ 940176 h 1163847"/>
                <a:gd name="connsiteX4" fmla="*/ 264698 w 766713"/>
                <a:gd name="connsiteY4" fmla="*/ 940176 h 1163847"/>
                <a:gd name="connsiteX5" fmla="*/ 264698 w 766713"/>
                <a:gd name="connsiteY5" fmla="*/ 730237 h 1163847"/>
                <a:gd name="connsiteX6" fmla="*/ 470088 w 766713"/>
                <a:gd name="connsiteY6" fmla="*/ 734786 h 1163847"/>
                <a:gd name="connsiteX7" fmla="*/ 470088 w 766713"/>
                <a:gd name="connsiteY7" fmla="*/ 534032 h 1163847"/>
                <a:gd name="connsiteX8" fmla="*/ 766714 w 766713"/>
                <a:gd name="connsiteY8" fmla="*/ 497467 h 1163847"/>
                <a:gd name="connsiteX9" fmla="*/ 620719 w 766713"/>
                <a:gd name="connsiteY9" fmla="*/ 0 h 1163847"/>
                <a:gd name="connsiteX10" fmla="*/ 45662 w 766713"/>
                <a:gd name="connsiteY10" fmla="*/ 41113 h 1163847"/>
                <a:gd name="connsiteX11" fmla="*/ 0 w 766713"/>
                <a:gd name="connsiteY11" fmla="*/ 59396 h 116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6713" h="1163847">
                  <a:moveTo>
                    <a:pt x="0" y="214575"/>
                  </a:moveTo>
                  <a:lnTo>
                    <a:pt x="0" y="1163848"/>
                  </a:lnTo>
                  <a:lnTo>
                    <a:pt x="63856" y="1163848"/>
                  </a:lnTo>
                  <a:lnTo>
                    <a:pt x="63856" y="940176"/>
                  </a:lnTo>
                  <a:lnTo>
                    <a:pt x="264698" y="940176"/>
                  </a:lnTo>
                  <a:lnTo>
                    <a:pt x="264698" y="730237"/>
                  </a:lnTo>
                  <a:lnTo>
                    <a:pt x="470088" y="734786"/>
                  </a:lnTo>
                  <a:lnTo>
                    <a:pt x="470088" y="534032"/>
                  </a:lnTo>
                  <a:lnTo>
                    <a:pt x="766714" y="497467"/>
                  </a:lnTo>
                  <a:lnTo>
                    <a:pt x="620719" y="0"/>
                  </a:lnTo>
                  <a:lnTo>
                    <a:pt x="45662" y="41113"/>
                  </a:lnTo>
                  <a:lnTo>
                    <a:pt x="0" y="59396"/>
                  </a:lnTo>
                  <a:close/>
                </a:path>
              </a:pathLst>
            </a:custGeom>
            <a:solidFill>
              <a:srgbClr val="FF8B1F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1" name="Graphic 3">
              <a:extLst>
                <a:ext uri="{FF2B5EF4-FFF2-40B4-BE49-F238E27FC236}">
                  <a16:creationId xmlns:a16="http://schemas.microsoft.com/office/drawing/2014/main" id="{4B240D1B-8E8E-9AD3-7E15-B86BC057BF7F}"/>
                </a:ext>
              </a:extLst>
            </p:cNvPr>
            <p:cNvGrpSpPr/>
            <p:nvPr/>
          </p:nvGrpSpPr>
          <p:grpSpPr>
            <a:xfrm>
              <a:off x="-9736251" y="9217585"/>
              <a:ext cx="2478239" cy="1109001"/>
              <a:chOff x="-9736251" y="9217585"/>
              <a:chExt cx="2478239" cy="1109001"/>
            </a:xfrm>
            <a:solidFill>
              <a:srgbClr val="FF8B1F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98D0A2B-7DE2-6CD5-3003-965538DFF0D1}"/>
                  </a:ext>
                </a:extLst>
              </p:cNvPr>
              <p:cNvSpPr/>
              <p:nvPr/>
            </p:nvSpPr>
            <p:spPr>
              <a:xfrm>
                <a:off x="-9736251" y="9217585"/>
                <a:ext cx="958458" cy="1109001"/>
              </a:xfrm>
              <a:custGeom>
                <a:avLst/>
                <a:gdLst>
                  <a:gd name="connsiteX0" fmla="*/ 958458 w 958458"/>
                  <a:gd name="connsiteY0" fmla="*/ 1109001 h 1109001"/>
                  <a:gd name="connsiteX1" fmla="*/ 958458 w 958458"/>
                  <a:gd name="connsiteY1" fmla="*/ 0 h 1109001"/>
                  <a:gd name="connsiteX2" fmla="*/ 848940 w 958458"/>
                  <a:gd name="connsiteY2" fmla="*/ 0 h 1109001"/>
                  <a:gd name="connsiteX3" fmla="*/ 848940 w 958458"/>
                  <a:gd name="connsiteY3" fmla="*/ 294351 h 1109001"/>
                  <a:gd name="connsiteX4" fmla="*/ 636727 w 958458"/>
                  <a:gd name="connsiteY4" fmla="*/ 287529 h 1109001"/>
                  <a:gd name="connsiteX5" fmla="*/ 636727 w 958458"/>
                  <a:gd name="connsiteY5" fmla="*/ 472362 h 1109001"/>
                  <a:gd name="connsiteX6" fmla="*/ 444983 w 958458"/>
                  <a:gd name="connsiteY6" fmla="*/ 479185 h 1109001"/>
                  <a:gd name="connsiteX7" fmla="*/ 444983 w 958458"/>
                  <a:gd name="connsiteY7" fmla="*/ 691398 h 1109001"/>
                  <a:gd name="connsiteX8" fmla="*/ 219124 w 958458"/>
                  <a:gd name="connsiteY8" fmla="*/ 698308 h 1109001"/>
                  <a:gd name="connsiteX9" fmla="*/ 219124 w 958458"/>
                  <a:gd name="connsiteY9" fmla="*/ 917345 h 1109001"/>
                  <a:gd name="connsiteX10" fmla="*/ 0 w 958458"/>
                  <a:gd name="connsiteY10" fmla="*/ 917345 h 1109001"/>
                  <a:gd name="connsiteX11" fmla="*/ 0 w 958458"/>
                  <a:gd name="connsiteY11" fmla="*/ 1109001 h 110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58458" h="1109001">
                    <a:moveTo>
                      <a:pt x="958458" y="1109001"/>
                    </a:moveTo>
                    <a:lnTo>
                      <a:pt x="958458" y="0"/>
                    </a:lnTo>
                    <a:lnTo>
                      <a:pt x="848940" y="0"/>
                    </a:lnTo>
                    <a:lnTo>
                      <a:pt x="848940" y="294351"/>
                    </a:lnTo>
                    <a:lnTo>
                      <a:pt x="636727" y="287529"/>
                    </a:lnTo>
                    <a:lnTo>
                      <a:pt x="636727" y="472362"/>
                    </a:lnTo>
                    <a:lnTo>
                      <a:pt x="444983" y="479185"/>
                    </a:lnTo>
                    <a:lnTo>
                      <a:pt x="444983" y="691398"/>
                    </a:lnTo>
                    <a:lnTo>
                      <a:pt x="219124" y="698308"/>
                    </a:lnTo>
                    <a:lnTo>
                      <a:pt x="219124" y="917345"/>
                    </a:lnTo>
                    <a:lnTo>
                      <a:pt x="0" y="917345"/>
                    </a:lnTo>
                    <a:lnTo>
                      <a:pt x="0" y="1109001"/>
                    </a:lnTo>
                    <a:close/>
                  </a:path>
                </a:pathLst>
              </a:custGeom>
              <a:solidFill>
                <a:srgbClr val="FF8B1F"/>
              </a:solidFill>
              <a:ln w="8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6FFEB5E-B764-4404-0468-1A46A1719777}"/>
                  </a:ext>
                </a:extLst>
              </p:cNvPr>
              <p:cNvSpPr/>
              <p:nvPr/>
            </p:nvSpPr>
            <p:spPr>
              <a:xfrm>
                <a:off x="-8216469" y="9217585"/>
                <a:ext cx="958457" cy="1109001"/>
              </a:xfrm>
              <a:custGeom>
                <a:avLst/>
                <a:gdLst>
                  <a:gd name="connsiteX0" fmla="*/ 0 w 958457"/>
                  <a:gd name="connsiteY0" fmla="*/ 1109001 h 1109001"/>
                  <a:gd name="connsiteX1" fmla="*/ 0 w 958457"/>
                  <a:gd name="connsiteY1" fmla="*/ 0 h 1109001"/>
                  <a:gd name="connsiteX2" fmla="*/ 109518 w 958457"/>
                  <a:gd name="connsiteY2" fmla="*/ 0 h 1109001"/>
                  <a:gd name="connsiteX3" fmla="*/ 109518 w 958457"/>
                  <a:gd name="connsiteY3" fmla="*/ 294351 h 1109001"/>
                  <a:gd name="connsiteX4" fmla="*/ 321731 w 958457"/>
                  <a:gd name="connsiteY4" fmla="*/ 287529 h 1109001"/>
                  <a:gd name="connsiteX5" fmla="*/ 321731 w 958457"/>
                  <a:gd name="connsiteY5" fmla="*/ 472362 h 1109001"/>
                  <a:gd name="connsiteX6" fmla="*/ 513475 w 958457"/>
                  <a:gd name="connsiteY6" fmla="*/ 479185 h 1109001"/>
                  <a:gd name="connsiteX7" fmla="*/ 513475 w 958457"/>
                  <a:gd name="connsiteY7" fmla="*/ 691398 h 1109001"/>
                  <a:gd name="connsiteX8" fmla="*/ 739334 w 958457"/>
                  <a:gd name="connsiteY8" fmla="*/ 698308 h 1109001"/>
                  <a:gd name="connsiteX9" fmla="*/ 739334 w 958457"/>
                  <a:gd name="connsiteY9" fmla="*/ 917345 h 1109001"/>
                  <a:gd name="connsiteX10" fmla="*/ 958458 w 958457"/>
                  <a:gd name="connsiteY10" fmla="*/ 917345 h 1109001"/>
                  <a:gd name="connsiteX11" fmla="*/ 958458 w 958457"/>
                  <a:gd name="connsiteY11" fmla="*/ 1109001 h 110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58457" h="1109001">
                    <a:moveTo>
                      <a:pt x="0" y="1109001"/>
                    </a:moveTo>
                    <a:lnTo>
                      <a:pt x="0" y="0"/>
                    </a:lnTo>
                    <a:lnTo>
                      <a:pt x="109518" y="0"/>
                    </a:lnTo>
                    <a:lnTo>
                      <a:pt x="109518" y="294351"/>
                    </a:lnTo>
                    <a:lnTo>
                      <a:pt x="321731" y="287529"/>
                    </a:lnTo>
                    <a:lnTo>
                      <a:pt x="321731" y="472362"/>
                    </a:lnTo>
                    <a:lnTo>
                      <a:pt x="513475" y="479185"/>
                    </a:lnTo>
                    <a:lnTo>
                      <a:pt x="513475" y="691398"/>
                    </a:lnTo>
                    <a:lnTo>
                      <a:pt x="739334" y="698308"/>
                    </a:lnTo>
                    <a:lnTo>
                      <a:pt x="739334" y="917345"/>
                    </a:lnTo>
                    <a:lnTo>
                      <a:pt x="958458" y="917345"/>
                    </a:lnTo>
                    <a:lnTo>
                      <a:pt x="958458" y="1109001"/>
                    </a:lnTo>
                    <a:close/>
                  </a:path>
                </a:pathLst>
              </a:custGeom>
              <a:solidFill>
                <a:srgbClr val="FF8B1F"/>
              </a:solidFill>
              <a:ln w="8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15B04C97-2B2A-7CF4-A865-CB6E52DEC8D9}"/>
                </a:ext>
              </a:extLst>
            </p:cNvPr>
            <p:cNvGrpSpPr/>
            <p:nvPr/>
          </p:nvGrpSpPr>
          <p:grpSpPr>
            <a:xfrm>
              <a:off x="-9736251" y="3467100"/>
              <a:ext cx="2478239" cy="1109001"/>
              <a:chOff x="-9736251" y="3467100"/>
              <a:chExt cx="2478239" cy="1109001"/>
            </a:xfrm>
            <a:solidFill>
              <a:srgbClr val="FF8B1F"/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E744605-97D6-2D12-9230-06A29DC205ED}"/>
                  </a:ext>
                </a:extLst>
              </p:cNvPr>
              <p:cNvSpPr/>
              <p:nvPr/>
            </p:nvSpPr>
            <p:spPr>
              <a:xfrm>
                <a:off x="-8216469" y="3467100"/>
                <a:ext cx="958457" cy="1109001"/>
              </a:xfrm>
              <a:custGeom>
                <a:avLst/>
                <a:gdLst>
                  <a:gd name="connsiteX0" fmla="*/ 0 w 958457"/>
                  <a:gd name="connsiteY0" fmla="*/ 0 h 1109001"/>
                  <a:gd name="connsiteX1" fmla="*/ 0 w 958457"/>
                  <a:gd name="connsiteY1" fmla="*/ 1109002 h 1109001"/>
                  <a:gd name="connsiteX2" fmla="*/ 109518 w 958457"/>
                  <a:gd name="connsiteY2" fmla="*/ 1109002 h 1109001"/>
                  <a:gd name="connsiteX3" fmla="*/ 109518 w 958457"/>
                  <a:gd name="connsiteY3" fmla="*/ 814650 h 1109001"/>
                  <a:gd name="connsiteX4" fmla="*/ 321731 w 958457"/>
                  <a:gd name="connsiteY4" fmla="*/ 821473 h 1109001"/>
                  <a:gd name="connsiteX5" fmla="*/ 321731 w 958457"/>
                  <a:gd name="connsiteY5" fmla="*/ 636639 h 1109001"/>
                  <a:gd name="connsiteX6" fmla="*/ 513475 w 958457"/>
                  <a:gd name="connsiteY6" fmla="*/ 629816 h 1109001"/>
                  <a:gd name="connsiteX7" fmla="*/ 513475 w 958457"/>
                  <a:gd name="connsiteY7" fmla="*/ 417603 h 1109001"/>
                  <a:gd name="connsiteX8" fmla="*/ 739334 w 958457"/>
                  <a:gd name="connsiteY8" fmla="*/ 410780 h 1109001"/>
                  <a:gd name="connsiteX9" fmla="*/ 739334 w 958457"/>
                  <a:gd name="connsiteY9" fmla="*/ 191657 h 1109001"/>
                  <a:gd name="connsiteX10" fmla="*/ 958458 w 958457"/>
                  <a:gd name="connsiteY10" fmla="*/ 191657 h 1109001"/>
                  <a:gd name="connsiteX11" fmla="*/ 958458 w 958457"/>
                  <a:gd name="connsiteY11" fmla="*/ 0 h 110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58457" h="1109001">
                    <a:moveTo>
                      <a:pt x="0" y="0"/>
                    </a:moveTo>
                    <a:lnTo>
                      <a:pt x="0" y="1109002"/>
                    </a:lnTo>
                    <a:lnTo>
                      <a:pt x="109518" y="1109002"/>
                    </a:lnTo>
                    <a:lnTo>
                      <a:pt x="109518" y="814650"/>
                    </a:lnTo>
                    <a:lnTo>
                      <a:pt x="321731" y="821473"/>
                    </a:lnTo>
                    <a:lnTo>
                      <a:pt x="321731" y="636639"/>
                    </a:lnTo>
                    <a:lnTo>
                      <a:pt x="513475" y="629816"/>
                    </a:lnTo>
                    <a:lnTo>
                      <a:pt x="513475" y="417603"/>
                    </a:lnTo>
                    <a:lnTo>
                      <a:pt x="739334" y="410780"/>
                    </a:lnTo>
                    <a:lnTo>
                      <a:pt x="739334" y="191657"/>
                    </a:lnTo>
                    <a:lnTo>
                      <a:pt x="958458" y="191657"/>
                    </a:lnTo>
                    <a:lnTo>
                      <a:pt x="958458" y="0"/>
                    </a:lnTo>
                    <a:close/>
                  </a:path>
                </a:pathLst>
              </a:custGeom>
              <a:solidFill>
                <a:srgbClr val="FF8B1F"/>
              </a:solidFill>
              <a:ln w="8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455BBBA-732B-7FF6-7680-B7BDB1AD9E1E}"/>
                  </a:ext>
                </a:extLst>
              </p:cNvPr>
              <p:cNvSpPr/>
              <p:nvPr/>
            </p:nvSpPr>
            <p:spPr>
              <a:xfrm>
                <a:off x="-9736251" y="3467100"/>
                <a:ext cx="958458" cy="1109001"/>
              </a:xfrm>
              <a:custGeom>
                <a:avLst/>
                <a:gdLst>
                  <a:gd name="connsiteX0" fmla="*/ 958458 w 958458"/>
                  <a:gd name="connsiteY0" fmla="*/ 0 h 1109001"/>
                  <a:gd name="connsiteX1" fmla="*/ 958458 w 958458"/>
                  <a:gd name="connsiteY1" fmla="*/ 1109002 h 1109001"/>
                  <a:gd name="connsiteX2" fmla="*/ 848940 w 958458"/>
                  <a:gd name="connsiteY2" fmla="*/ 1109002 h 1109001"/>
                  <a:gd name="connsiteX3" fmla="*/ 848940 w 958458"/>
                  <a:gd name="connsiteY3" fmla="*/ 814650 h 1109001"/>
                  <a:gd name="connsiteX4" fmla="*/ 636727 w 958458"/>
                  <a:gd name="connsiteY4" fmla="*/ 821473 h 1109001"/>
                  <a:gd name="connsiteX5" fmla="*/ 636727 w 958458"/>
                  <a:gd name="connsiteY5" fmla="*/ 636639 h 1109001"/>
                  <a:gd name="connsiteX6" fmla="*/ 444983 w 958458"/>
                  <a:gd name="connsiteY6" fmla="*/ 629816 h 1109001"/>
                  <a:gd name="connsiteX7" fmla="*/ 444983 w 958458"/>
                  <a:gd name="connsiteY7" fmla="*/ 417603 h 1109001"/>
                  <a:gd name="connsiteX8" fmla="*/ 219124 w 958458"/>
                  <a:gd name="connsiteY8" fmla="*/ 410780 h 1109001"/>
                  <a:gd name="connsiteX9" fmla="*/ 219124 w 958458"/>
                  <a:gd name="connsiteY9" fmla="*/ 191657 h 1109001"/>
                  <a:gd name="connsiteX10" fmla="*/ 0 w 958458"/>
                  <a:gd name="connsiteY10" fmla="*/ 191657 h 1109001"/>
                  <a:gd name="connsiteX11" fmla="*/ 0 w 958458"/>
                  <a:gd name="connsiteY11" fmla="*/ 0 h 110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58458" h="1109001">
                    <a:moveTo>
                      <a:pt x="958458" y="0"/>
                    </a:moveTo>
                    <a:lnTo>
                      <a:pt x="958458" y="1109002"/>
                    </a:lnTo>
                    <a:lnTo>
                      <a:pt x="848940" y="1109002"/>
                    </a:lnTo>
                    <a:lnTo>
                      <a:pt x="848940" y="814650"/>
                    </a:lnTo>
                    <a:lnTo>
                      <a:pt x="636727" y="821473"/>
                    </a:lnTo>
                    <a:lnTo>
                      <a:pt x="636727" y="636639"/>
                    </a:lnTo>
                    <a:lnTo>
                      <a:pt x="444983" y="629816"/>
                    </a:lnTo>
                    <a:lnTo>
                      <a:pt x="444983" y="417603"/>
                    </a:lnTo>
                    <a:lnTo>
                      <a:pt x="219124" y="410780"/>
                    </a:lnTo>
                    <a:lnTo>
                      <a:pt x="219124" y="191657"/>
                    </a:lnTo>
                    <a:lnTo>
                      <a:pt x="0" y="191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B1F"/>
              </a:solidFill>
              <a:ln w="8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57A649C-74F7-FF35-DE74-5560FC9B2BE5}"/>
                </a:ext>
              </a:extLst>
            </p:cNvPr>
            <p:cNvSpPr/>
            <p:nvPr/>
          </p:nvSpPr>
          <p:spPr>
            <a:xfrm>
              <a:off x="-10298187" y="4313678"/>
              <a:ext cx="3602277" cy="5166330"/>
            </a:xfrm>
            <a:custGeom>
              <a:avLst/>
              <a:gdLst>
                <a:gd name="connsiteX0" fmla="*/ 3538168 w 3538168"/>
                <a:gd name="connsiteY0" fmla="*/ 4509135 h 5166330"/>
                <a:gd name="connsiteX1" fmla="*/ 2826213 w 3538168"/>
                <a:gd name="connsiteY1" fmla="*/ 5166331 h 5166330"/>
                <a:gd name="connsiteX2" fmla="*/ 2169018 w 3538168"/>
                <a:gd name="connsiteY2" fmla="*/ 4933562 h 5166330"/>
                <a:gd name="connsiteX3" fmla="*/ 1356642 w 3538168"/>
                <a:gd name="connsiteY3" fmla="*/ 4910730 h 5166330"/>
                <a:gd name="connsiteX4" fmla="*/ 713092 w 3538168"/>
                <a:gd name="connsiteY4" fmla="*/ 5148049 h 5166330"/>
                <a:gd name="connsiteX5" fmla="*/ 0 w 3538168"/>
                <a:gd name="connsiteY5" fmla="*/ 4518233 h 5166330"/>
                <a:gd name="connsiteX6" fmla="*/ 0 w 3538168"/>
                <a:gd name="connsiteY6" fmla="*/ 3621444 h 5166330"/>
                <a:gd name="connsiteX7" fmla="*/ 0 w 3538168"/>
                <a:gd name="connsiteY7" fmla="*/ 739334 h 5166330"/>
                <a:gd name="connsiteX8" fmla="*/ 706794 w 3538168"/>
                <a:gd name="connsiteY8" fmla="*/ 123252 h 5166330"/>
                <a:gd name="connsiteX9" fmla="*/ 1367401 w 3538168"/>
                <a:gd name="connsiteY9" fmla="*/ 344037 h 5166330"/>
                <a:gd name="connsiteX10" fmla="*/ 1735407 w 3538168"/>
                <a:gd name="connsiteY10" fmla="*/ 0 h 5166330"/>
                <a:gd name="connsiteX11" fmla="*/ 2187212 w 3538168"/>
                <a:gd name="connsiteY11" fmla="*/ 318320 h 5166330"/>
                <a:gd name="connsiteX12" fmla="*/ 2813617 w 3538168"/>
                <a:gd name="connsiteY12" fmla="*/ 123252 h 5166330"/>
                <a:gd name="connsiteX13" fmla="*/ 3538168 w 3538168"/>
                <a:gd name="connsiteY13" fmla="*/ 757617 h 5166330"/>
                <a:gd name="connsiteX14" fmla="*/ 3538168 w 3538168"/>
                <a:gd name="connsiteY14" fmla="*/ 1645308 h 5166330"/>
                <a:gd name="connsiteX15" fmla="*/ 3538168 w 3538168"/>
                <a:gd name="connsiteY15" fmla="*/ 3621444 h 516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38168" h="5166330">
                  <a:moveTo>
                    <a:pt x="3538168" y="4509135"/>
                  </a:moveTo>
                  <a:cubicBezTo>
                    <a:pt x="3538168" y="4509135"/>
                    <a:pt x="2853593" y="4248986"/>
                    <a:pt x="2826213" y="5166331"/>
                  </a:cubicBezTo>
                  <a:cubicBezTo>
                    <a:pt x="2826213" y="5166331"/>
                    <a:pt x="2474828" y="4792115"/>
                    <a:pt x="2169018" y="4933562"/>
                  </a:cubicBezTo>
                  <a:cubicBezTo>
                    <a:pt x="1863207" y="5075008"/>
                    <a:pt x="1356642" y="4910730"/>
                    <a:pt x="1356642" y="4910730"/>
                  </a:cubicBezTo>
                  <a:cubicBezTo>
                    <a:pt x="1356642" y="4910730"/>
                    <a:pt x="1014354" y="4810310"/>
                    <a:pt x="713092" y="5148049"/>
                  </a:cubicBezTo>
                  <a:cubicBezTo>
                    <a:pt x="713092" y="5148049"/>
                    <a:pt x="701720" y="4235253"/>
                    <a:pt x="0" y="4518233"/>
                  </a:cubicBezTo>
                  <a:lnTo>
                    <a:pt x="0" y="3621444"/>
                  </a:lnTo>
                  <a:lnTo>
                    <a:pt x="0" y="739334"/>
                  </a:lnTo>
                  <a:cubicBezTo>
                    <a:pt x="0" y="739334"/>
                    <a:pt x="710293" y="968693"/>
                    <a:pt x="706794" y="123252"/>
                  </a:cubicBezTo>
                  <a:cubicBezTo>
                    <a:pt x="706794" y="123252"/>
                    <a:pt x="1122648" y="510064"/>
                    <a:pt x="1367401" y="344037"/>
                  </a:cubicBezTo>
                  <a:lnTo>
                    <a:pt x="1735407" y="0"/>
                  </a:lnTo>
                  <a:lnTo>
                    <a:pt x="2187212" y="318320"/>
                  </a:lnTo>
                  <a:cubicBezTo>
                    <a:pt x="2187212" y="318320"/>
                    <a:pt x="2402837" y="492919"/>
                    <a:pt x="2813617" y="123252"/>
                  </a:cubicBezTo>
                  <a:cubicBezTo>
                    <a:pt x="2813617" y="123252"/>
                    <a:pt x="2842134" y="981289"/>
                    <a:pt x="3538168" y="757617"/>
                  </a:cubicBezTo>
                  <a:lnTo>
                    <a:pt x="3538168" y="1645308"/>
                  </a:lnTo>
                  <a:lnTo>
                    <a:pt x="3538168" y="3621444"/>
                  </a:lnTo>
                </a:path>
              </a:pathLst>
            </a:custGeom>
            <a:solidFill>
              <a:srgbClr val="F1FF46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BC12994-01DA-1867-207C-3FC721057947}"/>
                </a:ext>
              </a:extLst>
            </p:cNvPr>
            <p:cNvSpPr/>
            <p:nvPr/>
          </p:nvSpPr>
          <p:spPr>
            <a:xfrm>
              <a:off x="-10298187" y="4140366"/>
              <a:ext cx="3602277" cy="5513016"/>
            </a:xfrm>
            <a:custGeom>
              <a:avLst/>
              <a:gdLst>
                <a:gd name="connsiteX0" fmla="*/ 294439 w 3602277"/>
                <a:gd name="connsiteY0" fmla="*/ 1840400 h 5513016"/>
                <a:gd name="connsiteX1" fmla="*/ 869671 w 3602277"/>
                <a:gd name="connsiteY1" fmla="*/ 1243212 h 5513016"/>
                <a:gd name="connsiteX2" fmla="*/ 1449540 w 3602277"/>
                <a:gd name="connsiteY2" fmla="*/ 654071 h 5513016"/>
                <a:gd name="connsiteX3" fmla="*/ 1885600 w 3602277"/>
                <a:gd name="connsiteY3" fmla="*/ 24 h 5513016"/>
                <a:gd name="connsiteX4" fmla="*/ 2122131 w 3602277"/>
                <a:gd name="connsiteY4" fmla="*/ 644799 h 5513016"/>
                <a:gd name="connsiteX5" fmla="*/ 2706636 w 3602277"/>
                <a:gd name="connsiteY5" fmla="*/ 1220031 h 5513016"/>
                <a:gd name="connsiteX6" fmla="*/ 3301550 w 3602277"/>
                <a:gd name="connsiteY6" fmla="*/ 1821856 h 5513016"/>
                <a:gd name="connsiteX7" fmla="*/ 3586804 w 3602277"/>
                <a:gd name="connsiteY7" fmla="*/ 1748815 h 5513016"/>
                <a:gd name="connsiteX8" fmla="*/ 3586804 w 3602277"/>
                <a:gd name="connsiteY8" fmla="*/ 3742271 h 5513016"/>
                <a:gd name="connsiteX9" fmla="*/ 3305049 w 3602277"/>
                <a:gd name="connsiteY9" fmla="*/ 3658733 h 5513016"/>
                <a:gd name="connsiteX10" fmla="*/ 2724043 w 3602277"/>
                <a:gd name="connsiteY10" fmla="*/ 4257146 h 5513016"/>
                <a:gd name="connsiteX11" fmla="*/ 2118720 w 3602277"/>
                <a:gd name="connsiteY11" fmla="*/ 4845061 h 5513016"/>
                <a:gd name="connsiteX12" fmla="*/ 1788241 w 3602277"/>
                <a:gd name="connsiteY12" fmla="*/ 5513017 h 5513016"/>
                <a:gd name="connsiteX13" fmla="*/ 1450765 w 3602277"/>
                <a:gd name="connsiteY13" fmla="*/ 4824155 h 5513016"/>
                <a:gd name="connsiteX14" fmla="*/ 866260 w 3602277"/>
                <a:gd name="connsiteY14" fmla="*/ 4239651 h 5513016"/>
                <a:gd name="connsiteX15" fmla="*/ 271346 w 3602277"/>
                <a:gd name="connsiteY15" fmla="*/ 3651734 h 5513016"/>
                <a:gd name="connsiteX16" fmla="*/ 0 w 3602277"/>
                <a:gd name="connsiteY16" fmla="*/ 3742183 h 5513016"/>
                <a:gd name="connsiteX17" fmla="*/ 0 w 3602277"/>
                <a:gd name="connsiteY17" fmla="*/ 1731407 h 5513016"/>
                <a:gd name="connsiteX18" fmla="*/ 294439 w 3602277"/>
                <a:gd name="connsiteY18" fmla="*/ 1840400 h 55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02277" h="5513016">
                  <a:moveTo>
                    <a:pt x="294439" y="1840400"/>
                  </a:moveTo>
                  <a:cubicBezTo>
                    <a:pt x="294439" y="1840400"/>
                    <a:pt x="-34902" y="1001957"/>
                    <a:pt x="869671" y="1243212"/>
                  </a:cubicBezTo>
                  <a:cubicBezTo>
                    <a:pt x="869671" y="1243212"/>
                    <a:pt x="605236" y="371179"/>
                    <a:pt x="1449540" y="654071"/>
                  </a:cubicBezTo>
                  <a:cubicBezTo>
                    <a:pt x="1449540" y="654071"/>
                    <a:pt x="1175832" y="-4612"/>
                    <a:pt x="1885600" y="24"/>
                  </a:cubicBezTo>
                  <a:cubicBezTo>
                    <a:pt x="1885600" y="24"/>
                    <a:pt x="2340205" y="139196"/>
                    <a:pt x="2122131" y="644799"/>
                  </a:cubicBezTo>
                  <a:cubicBezTo>
                    <a:pt x="2122131" y="644799"/>
                    <a:pt x="2933895" y="315457"/>
                    <a:pt x="2706636" y="1220031"/>
                  </a:cubicBezTo>
                  <a:cubicBezTo>
                    <a:pt x="2706636" y="1220031"/>
                    <a:pt x="3583305" y="927779"/>
                    <a:pt x="3301550" y="1821856"/>
                  </a:cubicBezTo>
                  <a:cubicBezTo>
                    <a:pt x="3301550" y="1821856"/>
                    <a:pt x="3552077" y="1707089"/>
                    <a:pt x="3586804" y="1748815"/>
                  </a:cubicBezTo>
                  <a:cubicBezTo>
                    <a:pt x="3621619" y="1790540"/>
                    <a:pt x="3586804" y="3742271"/>
                    <a:pt x="3586804" y="3742271"/>
                  </a:cubicBezTo>
                  <a:cubicBezTo>
                    <a:pt x="3586804" y="3742271"/>
                    <a:pt x="3520673" y="3783996"/>
                    <a:pt x="3305049" y="3658733"/>
                  </a:cubicBezTo>
                  <a:cubicBezTo>
                    <a:pt x="3305049" y="3658733"/>
                    <a:pt x="3614708" y="4528491"/>
                    <a:pt x="2724043" y="4257146"/>
                  </a:cubicBezTo>
                  <a:cubicBezTo>
                    <a:pt x="2724043" y="4257146"/>
                    <a:pt x="2991890" y="5102499"/>
                    <a:pt x="2118720" y="4845061"/>
                  </a:cubicBezTo>
                  <a:cubicBezTo>
                    <a:pt x="2118720" y="4845061"/>
                    <a:pt x="2397064" y="5387754"/>
                    <a:pt x="1788241" y="5513017"/>
                  </a:cubicBezTo>
                  <a:cubicBezTo>
                    <a:pt x="1788241" y="5513017"/>
                    <a:pt x="1210734" y="5471292"/>
                    <a:pt x="1450765" y="4824155"/>
                  </a:cubicBezTo>
                  <a:cubicBezTo>
                    <a:pt x="1450765" y="4824155"/>
                    <a:pt x="622731" y="5137226"/>
                    <a:pt x="866260" y="4239651"/>
                  </a:cubicBezTo>
                  <a:cubicBezTo>
                    <a:pt x="866260" y="4239651"/>
                    <a:pt x="27817" y="4528404"/>
                    <a:pt x="271346" y="3651734"/>
                  </a:cubicBezTo>
                  <a:cubicBezTo>
                    <a:pt x="271346" y="3651734"/>
                    <a:pt x="247028" y="3724776"/>
                    <a:pt x="0" y="3742183"/>
                  </a:cubicBezTo>
                  <a:lnTo>
                    <a:pt x="0" y="1731407"/>
                  </a:lnTo>
                  <a:cubicBezTo>
                    <a:pt x="-87" y="1731407"/>
                    <a:pt x="286392" y="1768496"/>
                    <a:pt x="294439" y="1840400"/>
                  </a:cubicBezTo>
                  <a:close/>
                </a:path>
              </a:pathLst>
            </a:custGeom>
            <a:solidFill>
              <a:srgbClr val="6A00BA"/>
            </a:solidFill>
            <a:ln w="8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B4CCF4B-DC3A-751A-6FD5-D8D433CE4B75}"/>
              </a:ext>
            </a:extLst>
          </p:cNvPr>
          <p:cNvSpPr txBox="1"/>
          <p:nvPr/>
        </p:nvSpPr>
        <p:spPr>
          <a:xfrm>
            <a:off x="3441700" y="2736502"/>
            <a:ext cx="5308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"You liked these artists so much, we put them on </a:t>
            </a:r>
          </a:p>
          <a:p>
            <a:pPr algn="ctr"/>
            <a:r>
              <a:rPr lang="en-US" sz="28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the cover of a magazine.</a:t>
            </a:r>
            <a:endParaRPr lang="en-IN" sz="2800" b="1" dirty="0">
              <a:solidFill>
                <a:srgbClr val="F3F242"/>
              </a:solidFill>
              <a:latin typeface="Archivo" pitchFamily="2" charset="0"/>
              <a:cs typeface="Archiv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67C63B-F9FA-0E2A-D01C-B07A3F5CA7C6}"/>
              </a:ext>
            </a:extLst>
          </p:cNvPr>
          <p:cNvSpPr txBox="1"/>
          <p:nvPr/>
        </p:nvSpPr>
        <p:spPr>
          <a:xfrm>
            <a:off x="5531246" y="4476234"/>
            <a:ext cx="11295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Kind of</a:t>
            </a:r>
          </a:p>
        </p:txBody>
      </p:sp>
    </p:spTree>
    <p:extLst>
      <p:ext uri="{BB962C8B-B14F-4D97-AF65-F5344CB8AC3E}">
        <p14:creationId xmlns:p14="http://schemas.microsoft.com/office/powerpoint/2010/main" val="346691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04A8C197-2FEC-0DD5-A03C-5F0B38377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3287" y="-6448425"/>
            <a:ext cx="9877425" cy="987742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1542E77-6E10-B442-7843-28DBBE9AB7F8}"/>
              </a:ext>
            </a:extLst>
          </p:cNvPr>
          <p:cNvGrpSpPr/>
          <p:nvPr/>
        </p:nvGrpSpPr>
        <p:grpSpPr>
          <a:xfrm>
            <a:off x="3518382" y="1028700"/>
            <a:ext cx="2505169" cy="4761749"/>
            <a:chOff x="730250" y="1181100"/>
            <a:chExt cx="2505169" cy="476174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536996D-F09D-F3FF-9745-8EABA9CF34B0}"/>
                </a:ext>
              </a:extLst>
            </p:cNvPr>
            <p:cNvSpPr/>
            <p:nvPr/>
          </p:nvSpPr>
          <p:spPr>
            <a:xfrm>
              <a:off x="730250" y="1181100"/>
              <a:ext cx="2505169" cy="4761749"/>
            </a:xfrm>
            <a:prstGeom prst="roundRect">
              <a:avLst>
                <a:gd name="adj" fmla="val 1129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BF50D0D-49C0-1115-B0E8-405490D220D4}"/>
                </a:ext>
              </a:extLst>
            </p:cNvPr>
            <p:cNvSpPr/>
            <p:nvPr/>
          </p:nvSpPr>
          <p:spPr>
            <a:xfrm>
              <a:off x="1647554" y="1318260"/>
              <a:ext cx="670560" cy="1066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52FFC5C-512D-FEB8-3F16-12DFF3CE58EA}"/>
              </a:ext>
            </a:extLst>
          </p:cNvPr>
          <p:cNvSpPr/>
          <p:nvPr/>
        </p:nvSpPr>
        <p:spPr>
          <a:xfrm>
            <a:off x="3664287" y="1498600"/>
            <a:ext cx="2247900" cy="4152900"/>
          </a:xfrm>
          <a:prstGeom prst="roundRect">
            <a:avLst>
              <a:gd name="adj" fmla="val 7627"/>
            </a:avLst>
          </a:prstGeom>
          <a:solidFill>
            <a:srgbClr val="12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63F6C6-8F35-91A1-9356-B7E569157EC8}"/>
              </a:ext>
            </a:extLst>
          </p:cNvPr>
          <p:cNvGrpSpPr/>
          <p:nvPr/>
        </p:nvGrpSpPr>
        <p:grpSpPr>
          <a:xfrm>
            <a:off x="868315" y="1028700"/>
            <a:ext cx="2505169" cy="4761749"/>
            <a:chOff x="730250" y="1181100"/>
            <a:chExt cx="2505169" cy="476174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C0DB0D3-053C-AB7A-D9D2-C9607164EE5C}"/>
                </a:ext>
              </a:extLst>
            </p:cNvPr>
            <p:cNvSpPr/>
            <p:nvPr/>
          </p:nvSpPr>
          <p:spPr>
            <a:xfrm>
              <a:off x="730250" y="1181100"/>
              <a:ext cx="2505169" cy="4761749"/>
            </a:xfrm>
            <a:prstGeom prst="roundRect">
              <a:avLst>
                <a:gd name="adj" fmla="val 1129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E278210-C9E7-D2B0-6767-663687304C18}"/>
                </a:ext>
              </a:extLst>
            </p:cNvPr>
            <p:cNvSpPr/>
            <p:nvPr/>
          </p:nvSpPr>
          <p:spPr>
            <a:xfrm>
              <a:off x="1647554" y="1318260"/>
              <a:ext cx="670560" cy="1066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BF8414-CBD5-4231-CAD6-BE0A97C2A301}"/>
              </a:ext>
            </a:extLst>
          </p:cNvPr>
          <p:cNvGrpSpPr/>
          <p:nvPr/>
        </p:nvGrpSpPr>
        <p:grpSpPr>
          <a:xfrm>
            <a:off x="6168449" y="1028700"/>
            <a:ext cx="2505169" cy="4761749"/>
            <a:chOff x="730250" y="1181100"/>
            <a:chExt cx="2505169" cy="476174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62B8892-A91C-636C-FEC1-2B2049BFD4B7}"/>
                </a:ext>
              </a:extLst>
            </p:cNvPr>
            <p:cNvSpPr/>
            <p:nvPr/>
          </p:nvSpPr>
          <p:spPr>
            <a:xfrm>
              <a:off x="730250" y="1181100"/>
              <a:ext cx="2505169" cy="4761749"/>
            </a:xfrm>
            <a:prstGeom prst="roundRect">
              <a:avLst>
                <a:gd name="adj" fmla="val 1129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FA5DB01-BA93-9EC4-1B04-7461221241B6}"/>
                </a:ext>
              </a:extLst>
            </p:cNvPr>
            <p:cNvSpPr/>
            <p:nvPr/>
          </p:nvSpPr>
          <p:spPr>
            <a:xfrm>
              <a:off x="1647554" y="1318260"/>
              <a:ext cx="670560" cy="1066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FBEBC8-3DC8-D0B7-D6E4-E21630F57AAB}"/>
              </a:ext>
            </a:extLst>
          </p:cNvPr>
          <p:cNvGrpSpPr/>
          <p:nvPr/>
        </p:nvGrpSpPr>
        <p:grpSpPr>
          <a:xfrm>
            <a:off x="8818515" y="1028700"/>
            <a:ext cx="2505169" cy="4761749"/>
            <a:chOff x="730250" y="1181100"/>
            <a:chExt cx="2505169" cy="476174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E80AD9E-9BD1-387A-AE15-9D59CB10573F}"/>
                </a:ext>
              </a:extLst>
            </p:cNvPr>
            <p:cNvSpPr/>
            <p:nvPr/>
          </p:nvSpPr>
          <p:spPr>
            <a:xfrm>
              <a:off x="730250" y="1181100"/>
              <a:ext cx="2505169" cy="4761749"/>
            </a:xfrm>
            <a:prstGeom prst="roundRect">
              <a:avLst>
                <a:gd name="adj" fmla="val 1129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3BD4FE-FD99-FE14-DF6D-2BAC5A4AFCAC}"/>
                </a:ext>
              </a:extLst>
            </p:cNvPr>
            <p:cNvSpPr/>
            <p:nvPr/>
          </p:nvSpPr>
          <p:spPr>
            <a:xfrm>
              <a:off x="1647554" y="1318260"/>
              <a:ext cx="670560" cy="1066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A755F20-C92F-805C-A29E-031F92164C24}"/>
              </a:ext>
            </a:extLst>
          </p:cNvPr>
          <p:cNvGrpSpPr/>
          <p:nvPr/>
        </p:nvGrpSpPr>
        <p:grpSpPr>
          <a:xfrm>
            <a:off x="8886218" y="1656290"/>
            <a:ext cx="2369762" cy="2369762"/>
            <a:chOff x="8886218" y="1808690"/>
            <a:chExt cx="2369762" cy="236976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3788FE7-B2DA-E52F-A6A6-8CE361A25E71}"/>
                </a:ext>
              </a:extLst>
            </p:cNvPr>
            <p:cNvGrpSpPr/>
            <p:nvPr/>
          </p:nvGrpSpPr>
          <p:grpSpPr>
            <a:xfrm>
              <a:off x="9164465" y="2115443"/>
              <a:ext cx="1776680" cy="1756257"/>
              <a:chOff x="9334500" y="1422400"/>
              <a:chExt cx="1104900" cy="1092200"/>
            </a:xfrm>
            <a:solidFill>
              <a:srgbClr val="6A00BA"/>
            </a:solidFill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ADE1643-E35D-6372-F4B8-61BE5015FBAF}"/>
                  </a:ext>
                </a:extLst>
              </p:cNvPr>
              <p:cNvSpPr/>
              <p:nvPr/>
            </p:nvSpPr>
            <p:spPr>
              <a:xfrm>
                <a:off x="9334500" y="14224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202E10F-0EF7-E148-ACF1-4B8AB859D8A1}"/>
                  </a:ext>
                </a:extLst>
              </p:cNvPr>
              <p:cNvSpPr/>
              <p:nvPr/>
            </p:nvSpPr>
            <p:spPr>
              <a:xfrm>
                <a:off x="9880600" y="14224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D482D5E-7263-21C0-853A-FCDC08853A93}"/>
                  </a:ext>
                </a:extLst>
              </p:cNvPr>
              <p:cNvSpPr/>
              <p:nvPr/>
            </p:nvSpPr>
            <p:spPr>
              <a:xfrm>
                <a:off x="9334500" y="19558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4984F61-82F1-E17A-6E2B-0D558151FDF4}"/>
                  </a:ext>
                </a:extLst>
              </p:cNvPr>
              <p:cNvSpPr/>
              <p:nvPr/>
            </p:nvSpPr>
            <p:spPr>
              <a:xfrm>
                <a:off x="9880600" y="19558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8EA55489-EC9D-9789-0CBB-29BC244E8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86218" y="1808690"/>
              <a:ext cx="2369762" cy="2369762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CAB665BD-EE3B-9F76-9C75-CCBCB5A3A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8881391">
              <a:off x="9370320" y="2315487"/>
              <a:ext cx="1405022" cy="1456346"/>
            </a:xfrm>
            <a:prstGeom prst="rect">
              <a:avLst/>
            </a:prstGeom>
          </p:spPr>
        </p:pic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0075D22-9140-989A-3047-E52AC5882728}"/>
              </a:ext>
            </a:extLst>
          </p:cNvPr>
          <p:cNvSpPr/>
          <p:nvPr/>
        </p:nvSpPr>
        <p:spPr>
          <a:xfrm>
            <a:off x="6299200" y="1498600"/>
            <a:ext cx="2247900" cy="4152900"/>
          </a:xfrm>
          <a:prstGeom prst="roundRect">
            <a:avLst>
              <a:gd name="adj" fmla="val 7627"/>
            </a:avLst>
          </a:prstGeom>
          <a:solidFill>
            <a:srgbClr val="F674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D8FD6B-F6E0-2688-2518-C8513ED73987}"/>
              </a:ext>
            </a:extLst>
          </p:cNvPr>
          <p:cNvGrpSpPr/>
          <p:nvPr/>
        </p:nvGrpSpPr>
        <p:grpSpPr>
          <a:xfrm>
            <a:off x="6530258" y="2012951"/>
            <a:ext cx="1785784" cy="3124199"/>
            <a:chOff x="6642100" y="-1962151"/>
            <a:chExt cx="1619250" cy="259080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8CDD5E0-3D57-3A06-37C4-373D72CCA05C}"/>
                </a:ext>
              </a:extLst>
            </p:cNvPr>
            <p:cNvSpPr/>
            <p:nvPr/>
          </p:nvSpPr>
          <p:spPr>
            <a:xfrm rot="21338197">
              <a:off x="6642100" y="-1911351"/>
              <a:ext cx="1600200" cy="2540000"/>
            </a:xfrm>
            <a:prstGeom prst="roundRect">
              <a:avLst>
                <a:gd name="adj" fmla="val 8249"/>
              </a:avLst>
            </a:prstGeom>
            <a:solidFill>
              <a:srgbClr val="F3F2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2ED1A64-F081-DDA8-63BC-C203383964FB}"/>
                </a:ext>
              </a:extLst>
            </p:cNvPr>
            <p:cNvSpPr/>
            <p:nvPr/>
          </p:nvSpPr>
          <p:spPr>
            <a:xfrm rot="593743">
              <a:off x="6661150" y="-1962151"/>
              <a:ext cx="1600200" cy="2495550"/>
            </a:xfrm>
            <a:prstGeom prst="roundRect">
              <a:avLst>
                <a:gd name="adj" fmla="val 8249"/>
              </a:avLst>
            </a:prstGeom>
            <a:solidFill>
              <a:srgbClr val="10D7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B5B170B-05EB-0068-4554-A6150E5B51F9}"/>
                </a:ext>
              </a:extLst>
            </p:cNvPr>
            <p:cNvSpPr/>
            <p:nvPr/>
          </p:nvSpPr>
          <p:spPr>
            <a:xfrm>
              <a:off x="6686550" y="-1955800"/>
              <a:ext cx="1485900" cy="2419350"/>
            </a:xfrm>
            <a:prstGeom prst="roundRect">
              <a:avLst>
                <a:gd name="adj" fmla="val 8249"/>
              </a:avLst>
            </a:prstGeom>
            <a:solidFill>
              <a:srgbClr val="FF8B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81B30AB-DE0C-210E-C0DE-755B4DA4386F}"/>
              </a:ext>
            </a:extLst>
          </p:cNvPr>
          <p:cNvGrpSpPr/>
          <p:nvPr/>
        </p:nvGrpSpPr>
        <p:grpSpPr>
          <a:xfrm>
            <a:off x="3809018" y="1814564"/>
            <a:ext cx="1914923" cy="1900776"/>
            <a:chOff x="3714750" y="2539250"/>
            <a:chExt cx="1914923" cy="1900776"/>
          </a:xfrm>
        </p:grpSpPr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B04697E-3E5E-79B8-572A-1162CFF84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35413" y="2539250"/>
              <a:ext cx="1536281" cy="1779499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71110A3-FCC0-CA73-5D4F-4E1ADE4A2FC9}"/>
                </a:ext>
              </a:extLst>
            </p:cNvPr>
            <p:cNvGrpSpPr/>
            <p:nvPr/>
          </p:nvGrpSpPr>
          <p:grpSpPr>
            <a:xfrm>
              <a:off x="3714750" y="2545354"/>
              <a:ext cx="1914923" cy="1894672"/>
              <a:chOff x="-2324100" y="1833157"/>
              <a:chExt cx="3225800" cy="3191686"/>
            </a:xfrm>
          </p:grpSpPr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BCE69E69-FB3C-2C07-F0B5-0B4D98DE8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-2324100" y="1833157"/>
                <a:ext cx="3225800" cy="3191686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2A31395A-6068-0233-DD27-16FFA9552A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20737769">
                <a:off x="-2098847" y="1966409"/>
                <a:ext cx="2867555" cy="2867555"/>
              </a:xfrm>
              <a:prstGeom prst="rect">
                <a:avLst/>
              </a:prstGeom>
            </p:spPr>
          </p:pic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299D941-166E-5BD3-3F1D-2AAA3F8548B7}"/>
                  </a:ext>
                </a:extLst>
              </p:cNvPr>
              <p:cNvSpPr/>
              <p:nvPr/>
            </p:nvSpPr>
            <p:spPr>
              <a:xfrm rot="18827463">
                <a:off x="-1686190" y="2451099"/>
                <a:ext cx="1955800" cy="1955800"/>
              </a:xfrm>
              <a:prstGeom prst="rect">
                <a:avLst/>
              </a:prstGeom>
              <a:solidFill>
                <a:srgbClr val="F674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EBC0CA1-AC42-8762-CB10-549ECE30DE1C}"/>
              </a:ext>
            </a:extLst>
          </p:cNvPr>
          <p:cNvGrpSpPr/>
          <p:nvPr/>
        </p:nvGrpSpPr>
        <p:grpSpPr>
          <a:xfrm>
            <a:off x="3835855" y="5271351"/>
            <a:ext cx="839787" cy="261610"/>
            <a:chOff x="623888" y="5922676"/>
            <a:chExt cx="1248455" cy="388918"/>
          </a:xfrm>
        </p:grpSpPr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0413D0BE-A017-8A0E-8C57-AF20E740E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3888" y="5943319"/>
              <a:ext cx="328047" cy="328047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1E5B78A-F6E8-F009-E674-B9479AAD6EE1}"/>
                </a:ext>
              </a:extLst>
            </p:cNvPr>
            <p:cNvSpPr txBox="1"/>
            <p:nvPr/>
          </p:nvSpPr>
          <p:spPr>
            <a:xfrm>
              <a:off x="909426" y="5922676"/>
              <a:ext cx="962917" cy="388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latin typeface="Archivo" pitchFamily="2" charset="0"/>
                  <a:cs typeface="Archivo" pitchFamily="2" charset="0"/>
                </a:rPr>
                <a:t>S</a:t>
              </a:r>
              <a:r>
                <a:rPr lang="en-IN" sz="1050" b="1" dirty="0">
                  <a:latin typeface="Archivo" pitchFamily="2" charset="0"/>
                  <a:cs typeface="Archivo" pitchFamily="2" charset="0"/>
                </a:rPr>
                <a:t>potify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EEA43E6-95AF-52B6-E007-AD8A5C79F18F}"/>
              </a:ext>
            </a:extLst>
          </p:cNvPr>
          <p:cNvSpPr txBox="1"/>
          <p:nvPr/>
        </p:nvSpPr>
        <p:spPr>
          <a:xfrm>
            <a:off x="4713725" y="5332311"/>
            <a:ext cx="120701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Archivo" pitchFamily="2" charset="0"/>
                <a:cs typeface="Archivo" pitchFamily="2" charset="0"/>
              </a:rPr>
              <a:t>S</a:t>
            </a:r>
            <a:r>
              <a:rPr lang="en-IN" sz="600" b="1" dirty="0">
                <a:latin typeface="Archivo" pitchFamily="2" charset="0"/>
                <a:cs typeface="Archivo" pitchFamily="2" charset="0"/>
              </a:rPr>
              <a:t>POTIFY.COM / WRAPPED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9A93638-3525-6E92-2637-80F7941C4159}"/>
              </a:ext>
            </a:extLst>
          </p:cNvPr>
          <p:cNvGrpSpPr/>
          <p:nvPr/>
        </p:nvGrpSpPr>
        <p:grpSpPr>
          <a:xfrm>
            <a:off x="6388555" y="5271351"/>
            <a:ext cx="839787" cy="261610"/>
            <a:chOff x="623888" y="5922676"/>
            <a:chExt cx="1248455" cy="388918"/>
          </a:xfrm>
        </p:grpSpPr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17ABEF32-2E12-5E01-451C-81CBD01CC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3888" y="5943319"/>
              <a:ext cx="328047" cy="328047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B2BC7B-92DE-1152-DE4D-36A2835FD962}"/>
                </a:ext>
              </a:extLst>
            </p:cNvPr>
            <p:cNvSpPr txBox="1"/>
            <p:nvPr/>
          </p:nvSpPr>
          <p:spPr>
            <a:xfrm>
              <a:off x="909426" y="5922676"/>
              <a:ext cx="962917" cy="388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latin typeface="Archivo" pitchFamily="2" charset="0"/>
                  <a:cs typeface="Archivo" pitchFamily="2" charset="0"/>
                </a:rPr>
                <a:t>S</a:t>
              </a:r>
              <a:r>
                <a:rPr lang="en-IN" sz="1050" b="1" dirty="0">
                  <a:latin typeface="Archivo" pitchFamily="2" charset="0"/>
                  <a:cs typeface="Archivo" pitchFamily="2" charset="0"/>
                </a:rPr>
                <a:t>potify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768F1B7C-A314-3857-BE8F-E0FEC6FB18DC}"/>
              </a:ext>
            </a:extLst>
          </p:cNvPr>
          <p:cNvSpPr txBox="1"/>
          <p:nvPr/>
        </p:nvSpPr>
        <p:spPr>
          <a:xfrm>
            <a:off x="7266425" y="5332311"/>
            <a:ext cx="120701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Archivo" pitchFamily="2" charset="0"/>
                <a:cs typeface="Archivo" pitchFamily="2" charset="0"/>
              </a:rPr>
              <a:t>S</a:t>
            </a:r>
            <a:r>
              <a:rPr lang="en-IN" sz="600" b="1" dirty="0">
                <a:latin typeface="Archivo" pitchFamily="2" charset="0"/>
                <a:cs typeface="Archivo" pitchFamily="2" charset="0"/>
              </a:rPr>
              <a:t>POTIFY.COM / WRAPPED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AF11811-8F46-2585-3B25-04DAE95D522F}"/>
              </a:ext>
            </a:extLst>
          </p:cNvPr>
          <p:cNvGrpSpPr/>
          <p:nvPr/>
        </p:nvGrpSpPr>
        <p:grpSpPr>
          <a:xfrm>
            <a:off x="9013146" y="5296213"/>
            <a:ext cx="900112" cy="253916"/>
            <a:chOff x="623888" y="5883727"/>
            <a:chExt cx="1056667" cy="298080"/>
          </a:xfrm>
        </p:grpSpPr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6496D858-E65A-E2DE-D1F0-68F812946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23888" y="5904848"/>
              <a:ext cx="255846" cy="255846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B30A104-9DAE-F1C4-FC01-CC949880EFEC}"/>
                </a:ext>
              </a:extLst>
            </p:cNvPr>
            <p:cNvSpPr txBox="1"/>
            <p:nvPr/>
          </p:nvSpPr>
          <p:spPr>
            <a:xfrm>
              <a:off x="909426" y="5883727"/>
              <a:ext cx="771129" cy="298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S</a:t>
              </a:r>
              <a:r>
                <a:rPr lang="en-IN" sz="1050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potify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0955287-E77F-BCC7-2BF6-EC7D758C6551}"/>
              </a:ext>
            </a:extLst>
          </p:cNvPr>
          <p:cNvSpPr txBox="1"/>
          <p:nvPr/>
        </p:nvSpPr>
        <p:spPr>
          <a:xfrm>
            <a:off x="9967896" y="5332311"/>
            <a:ext cx="120701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S</a:t>
            </a:r>
            <a:r>
              <a:rPr lang="en-IN" sz="6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POTIFY.COM / WRAPPED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5F3A447-D863-C2F4-DC2B-CD7C41C0F141}"/>
              </a:ext>
            </a:extLst>
          </p:cNvPr>
          <p:cNvSpPr txBox="1"/>
          <p:nvPr/>
        </p:nvSpPr>
        <p:spPr>
          <a:xfrm>
            <a:off x="3927210" y="3610800"/>
            <a:ext cx="168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My top song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37B74B-BD57-41D3-9825-D1BF3FEE8707}"/>
              </a:ext>
            </a:extLst>
          </p:cNvPr>
          <p:cNvSpPr txBox="1"/>
          <p:nvPr/>
        </p:nvSpPr>
        <p:spPr>
          <a:xfrm>
            <a:off x="3935413" y="3818190"/>
            <a:ext cx="168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Sweetest Pie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2BEF3B-05A3-FA9E-38FA-CDDA8B532DBB}"/>
              </a:ext>
            </a:extLst>
          </p:cNvPr>
          <p:cNvSpPr txBox="1"/>
          <p:nvPr/>
        </p:nvSpPr>
        <p:spPr>
          <a:xfrm>
            <a:off x="3819494" y="4044433"/>
            <a:ext cx="19940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Megan Thee Stallion (featuring Dua Lipa)</a:t>
            </a:r>
            <a:endParaRPr lang="en-IN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F760FC-BA3B-63E9-3B0B-761C01D25E4D}"/>
              </a:ext>
            </a:extLst>
          </p:cNvPr>
          <p:cNvSpPr txBox="1"/>
          <p:nvPr/>
        </p:nvSpPr>
        <p:spPr>
          <a:xfrm>
            <a:off x="3935413" y="4204688"/>
            <a:ext cx="1687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/>
              <a:t>Most Listened 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84F971-B8F5-7A62-3DC8-5E8423D6EA43}"/>
              </a:ext>
            </a:extLst>
          </p:cNvPr>
          <p:cNvSpPr txBox="1"/>
          <p:nvPr/>
        </p:nvSpPr>
        <p:spPr>
          <a:xfrm>
            <a:off x="3935413" y="4430931"/>
            <a:ext cx="168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October 31, 2022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108FE8-F831-7B9B-3F43-B0428C4C520B}"/>
              </a:ext>
            </a:extLst>
          </p:cNvPr>
          <p:cNvSpPr txBox="1"/>
          <p:nvPr/>
        </p:nvSpPr>
        <p:spPr>
          <a:xfrm>
            <a:off x="3935413" y="4657175"/>
            <a:ext cx="1687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dirty="0"/>
              <a:t>Total Streams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5CC848-9887-5DF6-A2B0-10DABE318F04}"/>
              </a:ext>
            </a:extLst>
          </p:cNvPr>
          <p:cNvSpPr txBox="1"/>
          <p:nvPr/>
        </p:nvSpPr>
        <p:spPr>
          <a:xfrm>
            <a:off x="3935413" y="4855137"/>
            <a:ext cx="168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243</a:t>
            </a:r>
          </a:p>
        </p:txBody>
      </p:sp>
      <p:pic>
        <p:nvPicPr>
          <p:cNvPr id="98" name="Picture 97" descr="A yellow and pink diamond on a black background&#10;&#10;Description automatically generated">
            <a:extLst>
              <a:ext uri="{FF2B5EF4-FFF2-40B4-BE49-F238E27FC236}">
                <a16:creationId xmlns:a16="http://schemas.microsoft.com/office/drawing/2014/main" id="{12E4A0A7-7DF5-A369-9FE9-CEE639BBCEF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3" r="50000"/>
          <a:stretch/>
        </p:blipFill>
        <p:spPr>
          <a:xfrm>
            <a:off x="6705600" y="2352675"/>
            <a:ext cx="1325856" cy="166687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83EF244E-09B6-EA78-CACD-6916CEEB31DC}"/>
              </a:ext>
            </a:extLst>
          </p:cNvPr>
          <p:cNvSpPr txBox="1"/>
          <p:nvPr/>
        </p:nvSpPr>
        <p:spPr>
          <a:xfrm>
            <a:off x="6554788" y="3551490"/>
            <a:ext cx="1687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/>
              <a:t>The Fan Clubber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887AD56-D9B8-4EDB-5877-42160A6586EE}"/>
              </a:ext>
            </a:extLst>
          </p:cNvPr>
          <p:cNvSpPr/>
          <p:nvPr/>
        </p:nvSpPr>
        <p:spPr>
          <a:xfrm>
            <a:off x="7115175" y="4343400"/>
            <a:ext cx="657225" cy="180975"/>
          </a:xfrm>
          <a:prstGeom prst="roundRect">
            <a:avLst>
              <a:gd name="adj" fmla="val 50000"/>
            </a:avLst>
          </a:prstGeom>
          <a:solidFill>
            <a:srgbClr val="D769AC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DC24446-7849-DA66-44D1-7FB6D01217E3}"/>
              </a:ext>
            </a:extLst>
          </p:cNvPr>
          <p:cNvSpPr/>
          <p:nvPr/>
        </p:nvSpPr>
        <p:spPr>
          <a:xfrm>
            <a:off x="997287" y="1498600"/>
            <a:ext cx="2247900" cy="4152900"/>
          </a:xfrm>
          <a:prstGeom prst="roundRect">
            <a:avLst>
              <a:gd name="adj" fmla="val 762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7" name="Picture 106" descr="A colorful rectangular object with numbers&#10;&#10;Description automatically generated">
            <a:extLst>
              <a:ext uri="{FF2B5EF4-FFF2-40B4-BE49-F238E27FC236}">
                <a16:creationId xmlns:a16="http://schemas.microsoft.com/office/drawing/2014/main" id="{1089C6E7-C5F4-D32E-BEF1-94CAE92FA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1" t="14105" r="48295" b="12422"/>
          <a:stretch/>
        </p:blipFill>
        <p:spPr>
          <a:xfrm>
            <a:off x="733132" y="1155176"/>
            <a:ext cx="2679372" cy="4732256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27CF70DC-A294-1077-808B-61C4064D1EEB}"/>
              </a:ext>
            </a:extLst>
          </p:cNvPr>
          <p:cNvSpPr txBox="1"/>
          <p:nvPr/>
        </p:nvSpPr>
        <p:spPr>
          <a:xfrm>
            <a:off x="6538912" y="3785588"/>
            <a:ext cx="1736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You’re the kind of fan that artists dream of When you love an artist, you dive into their entire discography, exploring both hits and deeper tracks alike..</a:t>
            </a:r>
            <a:endParaRPr lang="en-IN" sz="6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3D5E45C-B634-6A34-16CC-268F0756DCF8}"/>
              </a:ext>
            </a:extLst>
          </p:cNvPr>
          <p:cNvSpPr txBox="1"/>
          <p:nvPr/>
        </p:nvSpPr>
        <p:spPr>
          <a:xfrm>
            <a:off x="7103428" y="4305870"/>
            <a:ext cx="7146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/>
              <a:t>F N V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E73BAF8-9DFA-FD3C-8253-CF5B8F0E40B1}"/>
              </a:ext>
            </a:extLst>
          </p:cNvPr>
          <p:cNvSpPr txBox="1"/>
          <p:nvPr/>
        </p:nvSpPr>
        <p:spPr>
          <a:xfrm>
            <a:off x="6569303" y="1635604"/>
            <a:ext cx="16875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1" dirty="0"/>
              <a:t>My  Listening  Personality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611A07-DA99-FD59-39AF-2762A22BC7DD}"/>
              </a:ext>
            </a:extLst>
          </p:cNvPr>
          <p:cNvSpPr txBox="1"/>
          <p:nvPr/>
        </p:nvSpPr>
        <p:spPr>
          <a:xfrm>
            <a:off x="8953500" y="4008874"/>
            <a:ext cx="769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F3F242"/>
                </a:solidFill>
              </a:rPr>
              <a:t>Top Artists</a:t>
            </a:r>
          </a:p>
        </p:txBody>
      </p:sp>
      <p:sp>
        <p:nvSpPr>
          <p:cNvPr id="114" name="Rectangle 1">
            <a:extLst>
              <a:ext uri="{FF2B5EF4-FFF2-40B4-BE49-F238E27FC236}">
                <a16:creationId xmlns:a16="http://schemas.microsoft.com/office/drawing/2014/main" id="{E9A4F9C1-A379-0317-D370-E214910C2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091351"/>
            <a:ext cx="10439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rgbClr val="F3F242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Arijit Singh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Pritam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Yasser Desai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KK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rPr>
              <a:t>Shreya Ghoshal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EACF565-2199-8F28-BF67-E3081057FA38}"/>
              </a:ext>
            </a:extLst>
          </p:cNvPr>
          <p:cNvSpPr txBox="1"/>
          <p:nvPr/>
        </p:nvSpPr>
        <p:spPr>
          <a:xfrm>
            <a:off x="10104120" y="4008874"/>
            <a:ext cx="769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F3F242"/>
                </a:solidFill>
              </a:rPr>
              <a:t>Top Songs</a:t>
            </a:r>
          </a:p>
        </p:txBody>
      </p:sp>
      <p:sp>
        <p:nvSpPr>
          <p:cNvPr id="117" name="Rectangle 2">
            <a:extLst>
              <a:ext uri="{FF2B5EF4-FFF2-40B4-BE49-F238E27FC236}">
                <a16:creationId xmlns:a16="http://schemas.microsoft.com/office/drawing/2014/main" id="{0A903FDB-1BB4-42B3-E20A-DB30F6784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2141" y="4119478"/>
            <a:ext cx="11673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600" dirty="0">
              <a:solidFill>
                <a:srgbClr val="F3F242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shut up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600" dirty="0" err="1">
                <a:solidFill>
                  <a:srgbClr val="F3F242"/>
                </a:solidFill>
                <a:latin typeface="Arial" panose="020B0604020202020204" pitchFamily="34" charset="0"/>
              </a:rPr>
              <a:t>Didaar</a:t>
            </a: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 (Stand...)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Throwaway (wit...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Jiya </a:t>
            </a:r>
            <a:r>
              <a:rPr lang="en-US" altLang="en-US" sz="600" dirty="0" err="1">
                <a:solidFill>
                  <a:srgbClr val="F3F242"/>
                </a:solidFill>
                <a:latin typeface="Arial" panose="020B0604020202020204" pitchFamily="34" charset="0"/>
              </a:rPr>
              <a:t>Dhadak</a:t>
            </a: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 Dh..."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600" dirty="0">
                <a:solidFill>
                  <a:srgbClr val="F3F242"/>
                </a:solidFill>
                <a:latin typeface="Arial" panose="020B0604020202020204" pitchFamily="34" charset="0"/>
              </a:rPr>
              <a:t>Dandelions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1FD03A7-A358-43A3-3738-CE9BF2F694EE}"/>
              </a:ext>
            </a:extLst>
          </p:cNvPr>
          <p:cNvSpPr txBox="1"/>
          <p:nvPr/>
        </p:nvSpPr>
        <p:spPr>
          <a:xfrm>
            <a:off x="8953500" y="4796274"/>
            <a:ext cx="12065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Total Minutes Listened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FD2B8EA-5A69-9D4E-B8CC-B00480E6BFD1}"/>
              </a:ext>
            </a:extLst>
          </p:cNvPr>
          <p:cNvSpPr txBox="1"/>
          <p:nvPr/>
        </p:nvSpPr>
        <p:spPr>
          <a:xfrm>
            <a:off x="8978900" y="4953000"/>
            <a:ext cx="71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16,815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CC2C46-6FA0-5C02-BB37-3B5A2AEBA163}"/>
              </a:ext>
            </a:extLst>
          </p:cNvPr>
          <p:cNvSpPr txBox="1"/>
          <p:nvPr/>
        </p:nvSpPr>
        <p:spPr>
          <a:xfrm>
            <a:off x="10160000" y="4796274"/>
            <a:ext cx="12065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Top Genre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4966DB8-2A76-099E-EC04-40E45844E51C}"/>
              </a:ext>
            </a:extLst>
          </p:cNvPr>
          <p:cNvSpPr txBox="1"/>
          <p:nvPr/>
        </p:nvSpPr>
        <p:spPr>
          <a:xfrm>
            <a:off x="10185400" y="4953000"/>
            <a:ext cx="71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Hip Hop</a:t>
            </a:r>
          </a:p>
        </p:txBody>
      </p:sp>
      <p:pic>
        <p:nvPicPr>
          <p:cNvPr id="125" name="Picture Placeholder 124" descr="A person biting a finger in a person's mouth&#10;&#10;Description automatically generated">
            <a:extLst>
              <a:ext uri="{FF2B5EF4-FFF2-40B4-BE49-F238E27FC236}">
                <a16:creationId xmlns:a16="http://schemas.microsoft.com/office/drawing/2014/main" id="{579579DF-2915-180B-566B-13023EBFA02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52901" y="2151743"/>
            <a:ext cx="1277257" cy="1277257"/>
          </a:xfrm>
        </p:spPr>
      </p:pic>
      <p:pic>
        <p:nvPicPr>
          <p:cNvPr id="129" name="Picture Placeholder 128" descr="A person wearing a hat and a red shirt&#10;&#10;Description automatically generated">
            <a:extLst>
              <a:ext uri="{FF2B5EF4-FFF2-40B4-BE49-F238E27FC236}">
                <a16:creationId xmlns:a16="http://schemas.microsoft.com/office/drawing/2014/main" id="{C44C3224-C0B4-20FE-312C-B302C161657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1" t="10969" r="25541" b="10969"/>
          <a:stretch/>
        </p:blipFill>
        <p:spPr>
          <a:xfrm>
            <a:off x="9412515" y="2224314"/>
            <a:ext cx="1320800" cy="1320800"/>
          </a:xfr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A577FA5-BCC5-20CE-5A07-E7F60B327E56}"/>
              </a:ext>
            </a:extLst>
          </p:cNvPr>
          <p:cNvGrpSpPr/>
          <p:nvPr/>
        </p:nvGrpSpPr>
        <p:grpSpPr>
          <a:xfrm rot="20152284">
            <a:off x="-601778" y="5679262"/>
            <a:ext cx="1716022" cy="1754583"/>
            <a:chOff x="24446152" y="911409"/>
            <a:chExt cx="1291772" cy="1320800"/>
          </a:xfrm>
          <a:solidFill>
            <a:srgbClr val="B2B3FE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EA9BE22-5DFC-0171-A004-916CB63C4169}"/>
                </a:ext>
              </a:extLst>
            </p:cNvPr>
            <p:cNvSpPr/>
            <p:nvPr/>
          </p:nvSpPr>
          <p:spPr>
            <a:xfrm rot="2588240">
              <a:off x="24955679" y="911409"/>
              <a:ext cx="577513" cy="101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EAE1C3D-EACA-D134-51FF-8397BED46DA0}"/>
                </a:ext>
              </a:extLst>
            </p:cNvPr>
            <p:cNvSpPr/>
            <p:nvPr/>
          </p:nvSpPr>
          <p:spPr>
            <a:xfrm rot="2588240">
              <a:off x="24665394" y="1216209"/>
              <a:ext cx="577513" cy="101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78145C-A43D-E7B7-9685-8D46DC215974}"/>
                </a:ext>
              </a:extLst>
            </p:cNvPr>
            <p:cNvSpPr/>
            <p:nvPr/>
          </p:nvSpPr>
          <p:spPr>
            <a:xfrm rot="7990722">
              <a:off x="24665395" y="930991"/>
              <a:ext cx="577513" cy="101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07E9860-BF57-52F9-764B-5B04211EC6EA}"/>
                </a:ext>
              </a:extLst>
            </p:cNvPr>
            <p:cNvSpPr/>
            <p:nvPr/>
          </p:nvSpPr>
          <p:spPr>
            <a:xfrm rot="7990722">
              <a:off x="24941167" y="1221277"/>
              <a:ext cx="577513" cy="101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8" name="Plaque 47">
            <a:extLst>
              <a:ext uri="{FF2B5EF4-FFF2-40B4-BE49-F238E27FC236}">
                <a16:creationId xmlns:a16="http://schemas.microsoft.com/office/drawing/2014/main" id="{913410DE-88DF-5040-0B1C-B7C0ECB8CD5E}"/>
              </a:ext>
            </a:extLst>
          </p:cNvPr>
          <p:cNvSpPr/>
          <p:nvPr/>
        </p:nvSpPr>
        <p:spPr>
          <a:xfrm>
            <a:off x="47928" y="359668"/>
            <a:ext cx="575960" cy="576035"/>
          </a:xfrm>
          <a:prstGeom prst="plaque">
            <a:avLst>
              <a:gd name="adj" fmla="val 50000"/>
            </a:avLst>
          </a:prstGeom>
          <a:solidFill>
            <a:srgbClr val="2B1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Plaque 48">
            <a:extLst>
              <a:ext uri="{FF2B5EF4-FFF2-40B4-BE49-F238E27FC236}">
                <a16:creationId xmlns:a16="http://schemas.microsoft.com/office/drawing/2014/main" id="{B2CFDDE6-8FBD-FC1D-1132-AEFDB29C092E}"/>
              </a:ext>
            </a:extLst>
          </p:cNvPr>
          <p:cNvSpPr/>
          <p:nvPr/>
        </p:nvSpPr>
        <p:spPr>
          <a:xfrm>
            <a:off x="8307025" y="5912757"/>
            <a:ext cx="575960" cy="576035"/>
          </a:xfrm>
          <a:prstGeom prst="plaque">
            <a:avLst>
              <a:gd name="adj" fmla="val 50000"/>
            </a:avLst>
          </a:prstGeom>
          <a:solidFill>
            <a:srgbClr val="12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80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FE92-5C7B-0EBB-1CB1-CD905F3F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wearing a polka dot shirt with colorful necklace&#10;&#10;Description automatically generated">
            <a:extLst>
              <a:ext uri="{FF2B5EF4-FFF2-40B4-BE49-F238E27FC236}">
                <a16:creationId xmlns:a16="http://schemas.microsoft.com/office/drawing/2014/main" id="{DE68D7EB-B96D-664A-6470-CF0B2BC7E2A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024" b="29244"/>
          <a:stretch/>
        </p:blipFill>
        <p:spPr>
          <a:xfrm>
            <a:off x="1295400" y="1333500"/>
            <a:ext cx="3771900" cy="2933700"/>
          </a:xfrm>
        </p:spPr>
      </p:pic>
      <p:pic>
        <p:nvPicPr>
          <p:cNvPr id="3" name="Picture 2" descr="A black explosion on a purple background&#10;&#10;Description automatically generated">
            <a:extLst>
              <a:ext uri="{FF2B5EF4-FFF2-40B4-BE49-F238E27FC236}">
                <a16:creationId xmlns:a16="http://schemas.microsoft.com/office/drawing/2014/main" id="{02EC558B-EEBB-7A1E-B50F-B62B4000A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BEBD2E4-5A56-8A81-05FD-4319EC87B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9275" y="-4600575"/>
            <a:ext cx="9877425" cy="9877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F0EC390-8D99-CCE2-57D0-C1A0BDF5F632}"/>
              </a:ext>
            </a:extLst>
          </p:cNvPr>
          <p:cNvGrpSpPr/>
          <p:nvPr/>
        </p:nvGrpSpPr>
        <p:grpSpPr>
          <a:xfrm>
            <a:off x="3313566" y="4139224"/>
            <a:ext cx="3795712" cy="2098064"/>
            <a:chOff x="3313566" y="4139224"/>
            <a:chExt cx="3795712" cy="209806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F15DE7-58BE-F5F4-9118-D89954722234}"/>
                </a:ext>
              </a:extLst>
            </p:cNvPr>
            <p:cNvGrpSpPr/>
            <p:nvPr/>
          </p:nvGrpSpPr>
          <p:grpSpPr>
            <a:xfrm>
              <a:off x="3326266" y="4287838"/>
              <a:ext cx="3783012" cy="1808162"/>
              <a:chOff x="438150" y="4404360"/>
              <a:chExt cx="5657850" cy="228219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5771D9-838F-266D-5B49-FD9A7A3AE420}"/>
                  </a:ext>
                </a:extLst>
              </p:cNvPr>
              <p:cNvSpPr/>
              <p:nvPr/>
            </p:nvSpPr>
            <p:spPr>
              <a:xfrm>
                <a:off x="438150" y="4404360"/>
                <a:ext cx="5657850" cy="457200"/>
              </a:xfrm>
              <a:prstGeom prst="rect">
                <a:avLst/>
              </a:prstGeom>
              <a:solidFill>
                <a:srgbClr val="F674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20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0833DD-4FC9-3D1F-4335-9AF3757E282D}"/>
                  </a:ext>
                </a:extLst>
              </p:cNvPr>
              <p:cNvSpPr/>
              <p:nvPr/>
            </p:nvSpPr>
            <p:spPr>
              <a:xfrm>
                <a:off x="438150" y="4860608"/>
                <a:ext cx="5657850" cy="457200"/>
              </a:xfrm>
              <a:prstGeom prst="rect">
                <a:avLst/>
              </a:prstGeom>
              <a:solidFill>
                <a:srgbClr val="10D7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20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FA22B61-9511-713E-5866-2A35430CD271}"/>
                  </a:ext>
                </a:extLst>
              </p:cNvPr>
              <p:cNvSpPr/>
              <p:nvPr/>
            </p:nvSpPr>
            <p:spPr>
              <a:xfrm>
                <a:off x="438150" y="5316856"/>
                <a:ext cx="5657850" cy="457200"/>
              </a:xfrm>
              <a:prstGeom prst="rect">
                <a:avLst/>
              </a:prstGeom>
              <a:solidFill>
                <a:srgbClr val="FF8B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2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065645-1CED-D486-5533-54F9ABBB1BAA}"/>
                  </a:ext>
                </a:extLst>
              </p:cNvPr>
              <p:cNvSpPr/>
              <p:nvPr/>
            </p:nvSpPr>
            <p:spPr>
              <a:xfrm>
                <a:off x="438150" y="5773104"/>
                <a:ext cx="5657850" cy="457200"/>
              </a:xfrm>
              <a:prstGeom prst="rect">
                <a:avLst/>
              </a:prstGeom>
              <a:solidFill>
                <a:srgbClr val="F3F2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20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D343114-031B-98EA-6855-9377DBC47999}"/>
                  </a:ext>
                </a:extLst>
              </p:cNvPr>
              <p:cNvSpPr/>
              <p:nvPr/>
            </p:nvSpPr>
            <p:spPr>
              <a:xfrm>
                <a:off x="438150" y="6229350"/>
                <a:ext cx="5657850" cy="4572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20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89B4C0-BF29-847B-F333-847107720527}"/>
                </a:ext>
              </a:extLst>
            </p:cNvPr>
            <p:cNvSpPr txBox="1"/>
            <p:nvPr/>
          </p:nvSpPr>
          <p:spPr>
            <a:xfrm>
              <a:off x="3326266" y="4139224"/>
              <a:ext cx="4885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A1EEED-BC55-AB1B-5FC5-4C0E888FE30F}"/>
                </a:ext>
              </a:extLst>
            </p:cNvPr>
            <p:cNvSpPr txBox="1"/>
            <p:nvPr/>
          </p:nvSpPr>
          <p:spPr>
            <a:xfrm>
              <a:off x="3326266" y="4520224"/>
              <a:ext cx="4885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IN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91039D-0662-5CAA-A58C-481B3B19D4DD}"/>
                </a:ext>
              </a:extLst>
            </p:cNvPr>
            <p:cNvSpPr txBox="1"/>
            <p:nvPr/>
          </p:nvSpPr>
          <p:spPr>
            <a:xfrm>
              <a:off x="3326266" y="4875824"/>
              <a:ext cx="4885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IN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D800392-25ED-AFBA-F0F4-591E3C063274}"/>
                </a:ext>
              </a:extLst>
            </p:cNvPr>
            <p:cNvSpPr txBox="1"/>
            <p:nvPr/>
          </p:nvSpPr>
          <p:spPr>
            <a:xfrm>
              <a:off x="3313566" y="5231424"/>
              <a:ext cx="4885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IN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35DDAD-0CCB-9C5A-00DD-7F46C81A3B9B}"/>
                </a:ext>
              </a:extLst>
            </p:cNvPr>
            <p:cNvSpPr txBox="1"/>
            <p:nvPr/>
          </p:nvSpPr>
          <p:spPr>
            <a:xfrm>
              <a:off x="3313566" y="5590957"/>
              <a:ext cx="4885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3F24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IN" sz="3600" b="1" dirty="0">
                <a:solidFill>
                  <a:srgbClr val="F3F24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79E7DA-D808-149B-87FD-5F15C0D4C2AA}"/>
                </a:ext>
              </a:extLst>
            </p:cNvPr>
            <p:cNvSpPr txBox="1"/>
            <p:nvPr/>
          </p:nvSpPr>
          <p:spPr>
            <a:xfrm>
              <a:off x="3745366" y="4285734"/>
              <a:ext cx="23506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chivo" pitchFamily="2" charset="0"/>
                  <a:cs typeface="Archivo" pitchFamily="2" charset="0"/>
                </a:rPr>
                <a:t>R</a:t>
              </a:r>
              <a:r>
                <a:rPr lang="en-IN" dirty="0">
                  <a:latin typeface="Archivo" pitchFamily="2" charset="0"/>
                  <a:cs typeface="Archivo" pitchFamily="2" charset="0"/>
                </a:rPr>
                <a:t>OLE MODEL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A2DA4D-11B8-0B00-9F8F-3220FDEE9D2B}"/>
                </a:ext>
              </a:extLst>
            </p:cNvPr>
            <p:cNvSpPr txBox="1"/>
            <p:nvPr/>
          </p:nvSpPr>
          <p:spPr>
            <a:xfrm>
              <a:off x="3745366" y="4658723"/>
              <a:ext cx="23506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chivo" pitchFamily="2" charset="0"/>
                  <a:cs typeface="Archivo" pitchFamily="2" charset="0"/>
                </a:rPr>
                <a:t>Wallows</a:t>
              </a:r>
              <a:endParaRPr lang="en-IN" dirty="0">
                <a:latin typeface="Archivo" pitchFamily="2" charset="0"/>
                <a:cs typeface="Archivo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922DD27-D521-3E29-B21E-0D3B5324335F}"/>
                </a:ext>
              </a:extLst>
            </p:cNvPr>
            <p:cNvSpPr txBox="1"/>
            <p:nvPr/>
          </p:nvSpPr>
          <p:spPr>
            <a:xfrm>
              <a:off x="3745366" y="5014323"/>
              <a:ext cx="23506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chivo" pitchFamily="2" charset="0"/>
                  <a:cs typeface="Archivo" pitchFamily="2" charset="0"/>
                </a:rPr>
                <a:t>Shawn Mendes</a:t>
              </a:r>
              <a:endParaRPr lang="en-IN" dirty="0">
                <a:latin typeface="Archivo" pitchFamily="2" charset="0"/>
                <a:cs typeface="Archivo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9A7530-93BC-059E-F851-5E914115B967}"/>
                </a:ext>
              </a:extLst>
            </p:cNvPr>
            <p:cNvSpPr txBox="1"/>
            <p:nvPr/>
          </p:nvSpPr>
          <p:spPr>
            <a:xfrm>
              <a:off x="3745366" y="5369923"/>
              <a:ext cx="23506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chivo" pitchFamily="2" charset="0"/>
                  <a:cs typeface="Archivo" pitchFamily="2" charset="0"/>
                </a:rPr>
                <a:t>Ghost</a:t>
              </a:r>
              <a:endParaRPr lang="en-IN" dirty="0">
                <a:latin typeface="Archivo" pitchFamily="2" charset="0"/>
                <a:cs typeface="Archivo" pitchFamily="2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6772E93-41A2-E961-CA68-6096E05E0C83}"/>
              </a:ext>
            </a:extLst>
          </p:cNvPr>
          <p:cNvSpPr txBox="1"/>
          <p:nvPr/>
        </p:nvSpPr>
        <p:spPr>
          <a:xfrm>
            <a:off x="3745366" y="5729456"/>
            <a:ext cx="23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Harry styles</a:t>
            </a:r>
            <a:endParaRPr lang="en-IN" dirty="0">
              <a:solidFill>
                <a:srgbClr val="F3F242"/>
              </a:solidFill>
              <a:latin typeface="Archivo" pitchFamily="2" charset="0"/>
              <a:cs typeface="Archivo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BD2748-3197-A203-4895-4D1E8CFAEA46}"/>
              </a:ext>
            </a:extLst>
          </p:cNvPr>
          <p:cNvGrpSpPr/>
          <p:nvPr/>
        </p:nvGrpSpPr>
        <p:grpSpPr>
          <a:xfrm>
            <a:off x="725488" y="398176"/>
            <a:ext cx="1395412" cy="369332"/>
            <a:chOff x="623888" y="5922676"/>
            <a:chExt cx="1395412" cy="369332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9EB580F-97AA-5540-9B88-D77318D41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3888" y="5943319"/>
              <a:ext cx="328047" cy="32804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F5EC78-2340-4CA3-7ED0-6361D0400741}"/>
                </a:ext>
              </a:extLst>
            </p:cNvPr>
            <p:cNvSpPr txBox="1"/>
            <p:nvPr/>
          </p:nvSpPr>
          <p:spPr>
            <a:xfrm>
              <a:off x="909426" y="5922676"/>
              <a:ext cx="11098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chivo" pitchFamily="2" charset="0"/>
                  <a:cs typeface="Archivo" pitchFamily="2" charset="0"/>
                </a:rPr>
                <a:t>S</a:t>
              </a:r>
              <a:r>
                <a:rPr lang="en-IN" dirty="0">
                  <a:solidFill>
                    <a:schemeClr val="bg1"/>
                  </a:solidFill>
                  <a:latin typeface="Archivo" pitchFamily="2" charset="0"/>
                  <a:cs typeface="Archivo" pitchFamily="2" charset="0"/>
                </a:rPr>
                <a:t>potify</a:t>
              </a:r>
            </a:p>
          </p:txBody>
        </p:sp>
      </p:grpSp>
      <p:pic>
        <p:nvPicPr>
          <p:cNvPr id="44" name="Picture Placeholder 43" descr="A person wearing a polka dot shirt with colorful necklace&#10;&#10;Description automatically generated">
            <a:extLst>
              <a:ext uri="{FF2B5EF4-FFF2-40B4-BE49-F238E27FC236}">
                <a16:creationId xmlns:a16="http://schemas.microsoft.com/office/drawing/2014/main" id="{0F9718C6-AE68-948D-C140-490815FA97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ln w="28575">
            <a:solidFill>
              <a:schemeClr val="tx1"/>
            </a:solidFill>
          </a:ln>
        </p:spPr>
      </p:pic>
      <p:pic>
        <p:nvPicPr>
          <p:cNvPr id="42" name="Picture Placeholder 41" descr="A person wearing a hat and a red shirt&#10;&#10;Description automatically generated">
            <a:extLst>
              <a:ext uri="{FF2B5EF4-FFF2-40B4-BE49-F238E27FC236}">
                <a16:creationId xmlns:a16="http://schemas.microsoft.com/office/drawing/2014/main" id="{C8B80885-0DC5-263F-3EB0-5ADFFB080D8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r="20833"/>
          <a:stretch/>
        </p:blipFill>
        <p:spPr>
          <a:ln w="28575">
            <a:solidFill>
              <a:srgbClr val="F3F242"/>
            </a:solidFill>
          </a:ln>
        </p:spPr>
      </p:pic>
      <p:pic>
        <p:nvPicPr>
          <p:cNvPr id="40" name="Picture Placeholder 39" descr="A person in a dark room&#10;&#10;Description automatically generated">
            <a:extLst>
              <a:ext uri="{FF2B5EF4-FFF2-40B4-BE49-F238E27FC236}">
                <a16:creationId xmlns:a16="http://schemas.microsoft.com/office/drawing/2014/main" id="{64D95B68-E339-44F3-9019-D2E5BCE243D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r="66"/>
          <a:stretch/>
        </p:blipFill>
        <p:spPr>
          <a:ln w="19050">
            <a:solidFill>
              <a:srgbClr val="FF8B1F"/>
            </a:solidFill>
          </a:ln>
        </p:spPr>
      </p:pic>
      <p:pic>
        <p:nvPicPr>
          <p:cNvPr id="38" name="Picture Placeholder 37" descr="A person biting a finger in a person's mouth&#10;&#10;Description automatically generated">
            <a:extLst>
              <a:ext uri="{FF2B5EF4-FFF2-40B4-BE49-F238E27FC236}">
                <a16:creationId xmlns:a16="http://schemas.microsoft.com/office/drawing/2014/main" id="{67AE38B6-0A80-D2EE-2BF7-CA695CB222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ln w="19050">
            <a:solidFill>
              <a:srgbClr val="12D760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E87665C-56F0-5366-8D2E-C710667DADAA}"/>
              </a:ext>
            </a:extLst>
          </p:cNvPr>
          <p:cNvSpPr txBox="1"/>
          <p:nvPr/>
        </p:nvSpPr>
        <p:spPr>
          <a:xfrm>
            <a:off x="623888" y="723384"/>
            <a:ext cx="3171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Your Top Artist 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AD9F8CC6-3697-E5EB-4106-71EC1A56DD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04987" y="1466851"/>
            <a:ext cx="2978126" cy="263646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07A8BDC-48A7-6B5A-7D29-122FF43C1A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8286" y="1914525"/>
            <a:ext cx="315872" cy="30797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790284C3-BDB4-7ACD-108C-FFE51393153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35413" y="1165225"/>
            <a:ext cx="315872" cy="30797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D387D17-531B-A02A-8CAE-4A6CFC4447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90713" y="1343025"/>
            <a:ext cx="224692" cy="21907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6269414-782F-B618-FC9E-6CAD9F822EC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89213" y="3997325"/>
            <a:ext cx="224692" cy="21907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952CBCE-D5CA-25DD-5211-12D544AE134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35413" y="3959225"/>
            <a:ext cx="224692" cy="219075"/>
          </a:xfrm>
          <a:prstGeom prst="rect">
            <a:avLst/>
          </a:prstGeom>
        </p:spPr>
      </p:pic>
      <p:sp>
        <p:nvSpPr>
          <p:cNvPr id="37" name="Plaque 36">
            <a:extLst>
              <a:ext uri="{FF2B5EF4-FFF2-40B4-BE49-F238E27FC236}">
                <a16:creationId xmlns:a16="http://schemas.microsoft.com/office/drawing/2014/main" id="{F5FC3C3D-266C-48AB-32B0-1BB2E3B59C6E}"/>
              </a:ext>
            </a:extLst>
          </p:cNvPr>
          <p:cNvSpPr/>
          <p:nvPr/>
        </p:nvSpPr>
        <p:spPr>
          <a:xfrm>
            <a:off x="1775128" y="4409154"/>
            <a:ext cx="256872" cy="256905"/>
          </a:xfrm>
          <a:prstGeom prst="plaque">
            <a:avLst>
              <a:gd name="adj" fmla="val 50000"/>
            </a:avLst>
          </a:prstGeom>
          <a:solidFill>
            <a:srgbClr val="2B1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Plaque 38">
            <a:extLst>
              <a:ext uri="{FF2B5EF4-FFF2-40B4-BE49-F238E27FC236}">
                <a16:creationId xmlns:a16="http://schemas.microsoft.com/office/drawing/2014/main" id="{E80B8D14-9F7C-AE74-76E3-A1D00D8C5A90}"/>
              </a:ext>
            </a:extLst>
          </p:cNvPr>
          <p:cNvSpPr/>
          <p:nvPr/>
        </p:nvSpPr>
        <p:spPr>
          <a:xfrm>
            <a:off x="335908" y="3417662"/>
            <a:ext cx="287980" cy="288018"/>
          </a:xfrm>
          <a:prstGeom prst="plaque">
            <a:avLst>
              <a:gd name="adj" fmla="val 50000"/>
            </a:avLst>
          </a:prstGeom>
          <a:solidFill>
            <a:srgbClr val="12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Plaque 40">
            <a:extLst>
              <a:ext uri="{FF2B5EF4-FFF2-40B4-BE49-F238E27FC236}">
                <a16:creationId xmlns:a16="http://schemas.microsoft.com/office/drawing/2014/main" id="{A79382EE-7166-3BD6-F380-B58AF8898358}"/>
              </a:ext>
            </a:extLst>
          </p:cNvPr>
          <p:cNvSpPr/>
          <p:nvPr/>
        </p:nvSpPr>
        <p:spPr>
          <a:xfrm>
            <a:off x="1119906" y="5187044"/>
            <a:ext cx="429929" cy="429985"/>
          </a:xfrm>
          <a:prstGeom prst="plaque">
            <a:avLst>
              <a:gd name="adj" fmla="val 50000"/>
            </a:avLst>
          </a:prstGeom>
          <a:solidFill>
            <a:srgbClr val="D769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871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247BF8-E3E0-A271-6AF5-2FF97B77E81F}"/>
              </a:ext>
            </a:extLst>
          </p:cNvPr>
          <p:cNvSpPr/>
          <p:nvPr/>
        </p:nvSpPr>
        <p:spPr>
          <a:xfrm rot="5400000">
            <a:off x="-2761344" y="2761342"/>
            <a:ext cx="6858001" cy="1335314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22ABB5-0919-6E5B-EDF3-AD3E3A2791EF}"/>
              </a:ext>
            </a:extLst>
          </p:cNvPr>
          <p:cNvSpPr/>
          <p:nvPr/>
        </p:nvSpPr>
        <p:spPr>
          <a:xfrm rot="5400000">
            <a:off x="-1455057" y="2804885"/>
            <a:ext cx="6858001" cy="1248227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A288F-7194-F4A8-E2D6-D505D1BAFBD6}"/>
              </a:ext>
            </a:extLst>
          </p:cNvPr>
          <p:cNvSpPr/>
          <p:nvPr/>
        </p:nvSpPr>
        <p:spPr>
          <a:xfrm rot="5400000">
            <a:off x="-206830" y="2790371"/>
            <a:ext cx="6858001" cy="127725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6A12B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9901A-E06E-4A1E-1813-7C1157A1AD11}"/>
              </a:ext>
            </a:extLst>
          </p:cNvPr>
          <p:cNvSpPr txBox="1"/>
          <p:nvPr/>
        </p:nvSpPr>
        <p:spPr>
          <a:xfrm>
            <a:off x="4800600" y="2644170"/>
            <a:ext cx="62456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F3F242"/>
                </a:solidFill>
                <a:latin typeface="Archivo" pitchFamily="2" charset="0"/>
                <a:cs typeface="Archivo" pitchFamily="2" charset="0"/>
              </a:rPr>
              <a:t>Thank you</a:t>
            </a:r>
            <a:endParaRPr lang="en-IN" sz="9600" b="1" dirty="0">
              <a:solidFill>
                <a:srgbClr val="F3F242"/>
              </a:solidFill>
              <a:latin typeface="Archivo" pitchFamily="2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04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05E609-244E-4B50-9029-8481D06DCEF6}"/>
              </a:ext>
            </a:extLst>
          </p:cNvPr>
          <p:cNvSpPr txBox="1"/>
          <p:nvPr/>
        </p:nvSpPr>
        <p:spPr>
          <a:xfrm>
            <a:off x="2371418" y="820445"/>
            <a:ext cx="7444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Product Sans" panose="020B0403030502040203" pitchFamily="34" charset="0"/>
                <a:ea typeface="Inter" panose="02000503000000020004" pitchFamily="50" charset="0"/>
                <a:cs typeface="Inter" panose="02000503000000020004" pitchFamily="50" charset="0"/>
              </a:rPr>
              <a:t>Instructions for use</a:t>
            </a:r>
            <a:endParaRPr lang="en-GB" sz="4400" b="1" dirty="0">
              <a:latin typeface="Product Sans" panose="020B0403030502040203" pitchFamily="34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65F97-07A2-4ABC-B8EA-E34FF1693386}"/>
              </a:ext>
            </a:extLst>
          </p:cNvPr>
          <p:cNvSpPr txBox="1"/>
          <p:nvPr/>
        </p:nvSpPr>
        <p:spPr>
          <a:xfrm>
            <a:off x="4239443" y="2640437"/>
            <a:ext cx="370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What you are allowed to do :</a:t>
            </a:r>
            <a:endParaRPr lang="en-GB" sz="1600" b="1" dirty="0">
              <a:latin typeface="Product Sans" panose="020B0403030502040203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7EAF-AEC6-473D-8951-367212120572}"/>
              </a:ext>
            </a:extLst>
          </p:cNvPr>
          <p:cNvSpPr txBox="1"/>
          <p:nvPr/>
        </p:nvSpPr>
        <p:spPr>
          <a:xfrm>
            <a:off x="3145093" y="2969314"/>
            <a:ext cx="5897100" cy="613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Modify this template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Use it for personal or commercial projects</a:t>
            </a:r>
            <a:endParaRPr lang="en-GB" sz="1200" dirty="0">
              <a:latin typeface="Product Sans" panose="020B0403030502040203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631C1-4AA6-4F93-8A5A-E07011287DAE}"/>
              </a:ext>
            </a:extLst>
          </p:cNvPr>
          <p:cNvSpPr txBox="1"/>
          <p:nvPr/>
        </p:nvSpPr>
        <p:spPr>
          <a:xfrm>
            <a:off x="3145093" y="1946063"/>
            <a:ext cx="5897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You must credit </a:t>
            </a:r>
            <a:r>
              <a:rPr lang="en-US" sz="16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6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in order to use this template</a:t>
            </a:r>
            <a:endParaRPr lang="en-GB" sz="1600" dirty="0">
              <a:latin typeface="Product Sans" panose="020B0403030502040203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E771A-C854-413A-B954-5671F2BCFB49}"/>
              </a:ext>
            </a:extLst>
          </p:cNvPr>
          <p:cNvSpPr txBox="1"/>
          <p:nvPr/>
        </p:nvSpPr>
        <p:spPr>
          <a:xfrm>
            <a:off x="4178325" y="3939084"/>
            <a:ext cx="3830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What you are not allowed to do :</a:t>
            </a:r>
            <a:endParaRPr lang="en-GB" sz="1600" b="1" dirty="0">
              <a:latin typeface="Product Sans" panose="020B0403030502040203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646C4-C830-4713-A47A-21221862CF3E}"/>
              </a:ext>
            </a:extLst>
          </p:cNvPr>
          <p:cNvSpPr txBox="1"/>
          <p:nvPr/>
        </p:nvSpPr>
        <p:spPr>
          <a:xfrm>
            <a:off x="3145093" y="4267962"/>
            <a:ext cx="5897100" cy="1444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Offer </a:t>
            </a:r>
            <a:r>
              <a:rPr lang="en-US" sz="12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templates for download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Sublicense, sell or rent any </a:t>
            </a:r>
            <a:r>
              <a:rPr lang="en-US" sz="12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content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Distribute </a:t>
            </a:r>
            <a:r>
              <a:rPr lang="en-US" sz="12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content unless it has been authorized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Include </a:t>
            </a:r>
            <a:r>
              <a:rPr lang="en-US" sz="12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content in an online or offline file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Acquire the copyright of </a:t>
            </a:r>
            <a:r>
              <a:rPr lang="en-US" sz="1200" dirty="0" err="1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SlideChef</a:t>
            </a:r>
            <a:r>
              <a:rPr lang="en-US" sz="1200" dirty="0"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content</a:t>
            </a:r>
          </a:p>
        </p:txBody>
      </p:sp>
    </p:spTree>
    <p:extLst>
      <p:ext uri="{BB962C8B-B14F-4D97-AF65-F5344CB8AC3E}">
        <p14:creationId xmlns:p14="http://schemas.microsoft.com/office/powerpoint/2010/main" val="194317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E4D8A3-C12C-47B3-BEA4-1FEF6F323941}"/>
              </a:ext>
            </a:extLst>
          </p:cNvPr>
          <p:cNvSpPr txBox="1"/>
          <p:nvPr/>
        </p:nvSpPr>
        <p:spPr>
          <a:xfrm>
            <a:off x="5352514" y="3104258"/>
            <a:ext cx="2398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 err="1">
                <a:latin typeface="Product Sans" panose="020B0403030502040203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</a:t>
            </a:r>
            <a:r>
              <a:rPr lang="en-IN" sz="3200" dirty="0" err="1">
                <a:latin typeface="Product Sans" panose="020B0403030502040203" pitchFamily="34" charset="0"/>
                <a:ea typeface="Open Sans Semibold" panose="020B0706030804020204" pitchFamily="34" charset="0"/>
                <a:cs typeface="Open Sans Semibold" panose="020B07060308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Chef</a:t>
            </a:r>
            <a:endParaRPr lang="en-IN" sz="3200" dirty="0">
              <a:latin typeface="Product Sans" panose="020B0403030502040203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6BD9661F-F00C-4A75-94BB-B36D35022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737" y="2912383"/>
            <a:ext cx="968524" cy="96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305</Words>
  <Application>Microsoft Office PowerPoint</Application>
  <PresentationFormat>Widescreen</PresentationFormat>
  <Paragraphs>87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Archivo</vt:lpstr>
      <vt:lpstr>Arial</vt:lpstr>
      <vt:lpstr>Poppins</vt:lpstr>
      <vt:lpstr>Product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V</dc:creator>
  <cp:lastModifiedBy>Nithya V</cp:lastModifiedBy>
  <cp:revision>1</cp:revision>
  <dcterms:created xsi:type="dcterms:W3CDTF">2024-11-11T03:17:41Z</dcterms:created>
  <dcterms:modified xsi:type="dcterms:W3CDTF">2024-11-13T10:21:04Z</dcterms:modified>
</cp:coreProperties>
</file>