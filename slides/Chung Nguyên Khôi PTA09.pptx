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 id="259" r:id="rId3"/>
    <p:sldId id="258" r:id="rId4"/>
    <p:sldId id="260" r:id="rId5"/>
    <p:sldId id="266" r:id="rId6"/>
    <p:sldId id="264" r:id="rId7"/>
    <p:sldId id="265" r:id="rId8"/>
    <p:sldId id="270" r:id="rId9"/>
    <p:sldId id="269" r:id="rId10"/>
  </p:sldIdLst>
  <p:sldSz cx="12192000" cy="6858000"/>
  <p:notesSz cx="6858000" cy="9144000"/>
  <p:embeddedFontLst>
    <p:embeddedFont>
      <p:font typeface="MV Boli" panose="02000500030200090000" pitchFamily="2" charset="0"/>
      <p:regular r:id="rId11"/>
    </p:embeddedFont>
    <p:embeddedFont>
      <p:font typeface="Open Sans" panose="020B0604020202020204" charset="0"/>
      <p:regular r:id="rId12"/>
      <p:bold r:id="rId13"/>
      <p:italic r:id="rId14"/>
      <p:boldItalic r:id="rId15"/>
    </p:embeddedFont>
    <p:embeddedFont>
      <p:font typeface="Calibri Light" panose="020F0302020204030204" pitchFamily="34" charset="0"/>
      <p:regular r:id="rId16"/>
      <p:italic r:id="rId17"/>
    </p:embeddedFont>
    <p:embeddedFont>
      <p:font typeface="Microsoft PhagsPa" panose="020B0502040204020203" pitchFamily="34" charset="0"/>
      <p:regular r:id="rId18"/>
      <p:bold r:id="rId19"/>
    </p:embeddedFont>
    <p:embeddedFont>
      <p:font typeface="Calibri" panose="020F0502020204030204" pitchFamily="34" charset="0"/>
      <p:regular r:id="rId20"/>
      <p:bold r:id="rId21"/>
      <p:italic r:id="rId22"/>
      <p:boldItalic r:id="rId23"/>
    </p:embeddedFont>
    <p:embeddedFont>
      <p:font typeface="Poppins Medium" panose="020B0604020202020204" charset="0"/>
      <p:regular r:id="rId24"/>
    </p:embeddedFont>
    <p:embeddedFont>
      <p:font typeface="Bahnschrift SemiLight SemiConde" panose="020B0502040204020203" pitchFamily="34" charset="0"/>
      <p:regular r:id="rId25"/>
    </p:embeddedFont>
    <p:embeddedFont>
      <p:font typeface="Poppins SemiBold" panose="020B0604020202020204" charset="0"/>
      <p:bold r:id="rId26"/>
      <p:bold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D760"/>
    <a:srgbClr val="B4B5B2"/>
    <a:srgbClr val="121212"/>
    <a:srgbClr val="231A32"/>
    <a:srgbClr val="171717"/>
    <a:srgbClr val="505050"/>
    <a:srgbClr val="191919"/>
    <a:srgbClr val="2C2C2C"/>
    <a:srgbClr val="202020"/>
    <a:srgbClr val="55555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92600FB-E5A2-48A8-ADC9-6968E10B5B48}" v="701" dt="2022-12-07T05:42:27.2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434" autoAdjust="0"/>
    <p:restoredTop sz="94660"/>
  </p:normalViewPr>
  <p:slideViewPr>
    <p:cSldViewPr snapToGrid="0" showGuides="1">
      <p:cViewPr varScale="1">
        <p:scale>
          <a:sx n="113" d="100"/>
          <a:sy n="113" d="100"/>
        </p:scale>
        <p:origin x="144" y="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font" Target="fonts/font3.fntdata"/><Relationship Id="rId18" Type="http://schemas.openxmlformats.org/officeDocument/2006/relationships/font" Target="fonts/font8.fntdata"/><Relationship Id="rId26" Type="http://schemas.openxmlformats.org/officeDocument/2006/relationships/font" Target="fonts/font16.fntdata"/><Relationship Id="rId3" Type="http://schemas.openxmlformats.org/officeDocument/2006/relationships/slide" Target="slides/slide2.xml"/><Relationship Id="rId21" Type="http://schemas.openxmlformats.org/officeDocument/2006/relationships/font" Target="fonts/font11.fntdata"/><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5" Type="http://schemas.openxmlformats.org/officeDocument/2006/relationships/font" Target="fonts/font15.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font" Target="fonts/font10.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24" Type="http://schemas.openxmlformats.org/officeDocument/2006/relationships/font" Target="fonts/font14.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font" Target="fonts/font13.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9.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font" Target="fonts/font12.fntdata"/><Relationship Id="rId27" Type="http://schemas.openxmlformats.org/officeDocument/2006/relationships/font" Target="fonts/font17.fntdata"/><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l R Babu" userId="3a292d0a-112b-4bc3-bf38-7771656893d2" providerId="ADAL" clId="{992600FB-E5A2-48A8-ADC9-6968E10B5B48}"/>
    <pc:docChg chg="undo redo custSel addSld delSld modSld sldOrd modMainMaster">
      <pc:chgData name="Amal R Babu" userId="3a292d0a-112b-4bc3-bf38-7771656893d2" providerId="ADAL" clId="{992600FB-E5A2-48A8-ADC9-6968E10B5B48}" dt="2022-12-07T05:42:27.275" v="3727"/>
      <pc:docMkLst>
        <pc:docMk/>
      </pc:docMkLst>
      <pc:sldChg chg="addSp delSp modSp mod setBg modClrScheme chgLayout">
        <pc:chgData name="Amal R Babu" userId="3a292d0a-112b-4bc3-bf38-7771656893d2" providerId="ADAL" clId="{992600FB-E5A2-48A8-ADC9-6968E10B5B48}" dt="2022-11-30T06:32:58.769" v="3483" actId="478"/>
        <pc:sldMkLst>
          <pc:docMk/>
          <pc:sldMk cId="700905463" sldId="256"/>
        </pc:sldMkLst>
        <pc:spChg chg="add del">
          <ac:chgData name="Amal R Babu" userId="3a292d0a-112b-4bc3-bf38-7771656893d2" providerId="ADAL" clId="{992600FB-E5A2-48A8-ADC9-6968E10B5B48}" dt="2022-11-30T06:32:21.041" v="3473" actId="21"/>
          <ac:spMkLst>
            <pc:docMk/>
            <pc:sldMk cId="700905463" sldId="256"/>
            <ac:spMk id="2" creationId="{C5EAD4C2-B249-2FC6-95D5-D7BD007287BA}"/>
          </ac:spMkLst>
        </pc:spChg>
        <pc:spChg chg="add del mod ord">
          <ac:chgData name="Amal R Babu" userId="3a292d0a-112b-4bc3-bf38-7771656893d2" providerId="ADAL" clId="{992600FB-E5A2-48A8-ADC9-6968E10B5B48}" dt="2022-11-30T06:32:54.427" v="3480" actId="931"/>
          <ac:spMkLst>
            <pc:docMk/>
            <pc:sldMk cId="700905463" sldId="256"/>
            <ac:spMk id="3" creationId="{B2C91A42-9D21-AF5A-AFBD-4107741D7A57}"/>
          </ac:spMkLst>
        </pc:spChg>
        <pc:spChg chg="add mod topLvl">
          <ac:chgData name="Amal R Babu" userId="3a292d0a-112b-4bc3-bf38-7771656893d2" providerId="ADAL" clId="{992600FB-E5A2-48A8-ADC9-6968E10B5B48}" dt="2022-11-30T06:31:46.663" v="3459" actId="165"/>
          <ac:spMkLst>
            <pc:docMk/>
            <pc:sldMk cId="700905463" sldId="256"/>
            <ac:spMk id="10" creationId="{B7162120-C336-DB7C-C8D0-E12DCCE9DA6B}"/>
          </ac:spMkLst>
        </pc:spChg>
        <pc:spChg chg="add mod topLvl">
          <ac:chgData name="Amal R Babu" userId="3a292d0a-112b-4bc3-bf38-7771656893d2" providerId="ADAL" clId="{992600FB-E5A2-48A8-ADC9-6968E10B5B48}" dt="2022-11-30T06:31:46.663" v="3459" actId="165"/>
          <ac:spMkLst>
            <pc:docMk/>
            <pc:sldMk cId="700905463" sldId="256"/>
            <ac:spMk id="11" creationId="{556CBF17-B44D-BB52-7867-B17C8DCE672C}"/>
          </ac:spMkLst>
        </pc:spChg>
        <pc:spChg chg="add del mod">
          <ac:chgData name="Amal R Babu" userId="3a292d0a-112b-4bc3-bf38-7771656893d2" providerId="ADAL" clId="{992600FB-E5A2-48A8-ADC9-6968E10B5B48}" dt="2022-11-28T07:59:43.622" v="81" actId="478"/>
          <ac:spMkLst>
            <pc:docMk/>
            <pc:sldMk cId="700905463" sldId="256"/>
            <ac:spMk id="15" creationId="{D937201D-4D8F-8828-4A3B-677CD8F4DA2D}"/>
          </ac:spMkLst>
        </pc:spChg>
        <pc:grpChg chg="add del mod topLvl">
          <ac:chgData name="Amal R Babu" userId="3a292d0a-112b-4bc3-bf38-7771656893d2" providerId="ADAL" clId="{992600FB-E5A2-48A8-ADC9-6968E10B5B48}" dt="2022-11-30T06:31:46.663" v="3459" actId="165"/>
          <ac:grpSpMkLst>
            <pc:docMk/>
            <pc:sldMk cId="700905463" sldId="256"/>
            <ac:grpSpMk id="12" creationId="{CEE4B31E-8843-B613-0865-D3C9F49913C2}"/>
          </ac:grpSpMkLst>
        </pc:grpChg>
        <pc:grpChg chg="add del mod topLvl">
          <ac:chgData name="Amal R Babu" userId="3a292d0a-112b-4bc3-bf38-7771656893d2" providerId="ADAL" clId="{992600FB-E5A2-48A8-ADC9-6968E10B5B48}" dt="2022-11-28T06:58:23.699" v="73" actId="165"/>
          <ac:grpSpMkLst>
            <pc:docMk/>
            <pc:sldMk cId="700905463" sldId="256"/>
            <ac:grpSpMk id="13" creationId="{5293679E-A0CA-4EDB-8F4F-8A5A35FDE6C6}"/>
          </ac:grpSpMkLst>
        </pc:grpChg>
        <pc:grpChg chg="add del mod">
          <ac:chgData name="Amal R Babu" userId="3a292d0a-112b-4bc3-bf38-7771656893d2" providerId="ADAL" clId="{992600FB-E5A2-48A8-ADC9-6968E10B5B48}" dt="2022-11-28T06:58:22.986" v="72" actId="165"/>
          <ac:grpSpMkLst>
            <pc:docMk/>
            <pc:sldMk cId="700905463" sldId="256"/>
            <ac:grpSpMk id="14" creationId="{7BF66A67-1ADE-993C-30ED-63CD2A396D2C}"/>
          </ac:grpSpMkLst>
        </pc:grpChg>
        <pc:picChg chg="add mod">
          <ac:chgData name="Amal R Babu" userId="3a292d0a-112b-4bc3-bf38-7771656893d2" providerId="ADAL" clId="{992600FB-E5A2-48A8-ADC9-6968E10B5B48}" dt="2022-11-30T06:32:56.635" v="3482" actId="962"/>
          <ac:picMkLst>
            <pc:docMk/>
            <pc:sldMk cId="700905463" sldId="256"/>
            <ac:picMk id="5" creationId="{4541E43D-50E1-95C0-F275-9CD065940C59}"/>
          </ac:picMkLst>
        </pc:picChg>
        <pc:picChg chg="add del mod">
          <ac:chgData name="Amal R Babu" userId="3a292d0a-112b-4bc3-bf38-7771656893d2" providerId="ADAL" clId="{992600FB-E5A2-48A8-ADC9-6968E10B5B48}" dt="2022-11-28T07:59:48.815" v="82" actId="21"/>
          <ac:picMkLst>
            <pc:docMk/>
            <pc:sldMk cId="700905463" sldId="256"/>
            <ac:picMk id="5" creationId="{E26867CA-9ACC-75AC-0FA8-9C54402920B5}"/>
          </ac:picMkLst>
        </pc:picChg>
        <pc:picChg chg="add del mod topLvl">
          <ac:chgData name="Amal R Babu" userId="3a292d0a-112b-4bc3-bf38-7771656893d2" providerId="ADAL" clId="{992600FB-E5A2-48A8-ADC9-6968E10B5B48}" dt="2022-11-30T06:32:58.769" v="3483" actId="478"/>
          <ac:picMkLst>
            <pc:docMk/>
            <pc:sldMk cId="700905463" sldId="256"/>
            <ac:picMk id="7" creationId="{D5EEB69E-E44E-76E5-9694-82D2D8B23EF7}"/>
          </ac:picMkLst>
        </pc:picChg>
        <pc:picChg chg="add mod topLvl">
          <ac:chgData name="Amal R Babu" userId="3a292d0a-112b-4bc3-bf38-7771656893d2" providerId="ADAL" clId="{992600FB-E5A2-48A8-ADC9-6968E10B5B48}" dt="2022-11-28T06:58:40.820" v="74" actId="1076"/>
          <ac:picMkLst>
            <pc:docMk/>
            <pc:sldMk cId="700905463" sldId="256"/>
            <ac:picMk id="9" creationId="{32DF89D0-F660-08A6-6DB1-3EDA86823BA1}"/>
          </ac:picMkLst>
        </pc:picChg>
      </pc:sldChg>
      <pc:sldChg chg="addSp delSp modSp add del mod setBg">
        <pc:chgData name="Amal R Babu" userId="3a292d0a-112b-4bc3-bf38-7771656893d2" providerId="ADAL" clId="{992600FB-E5A2-48A8-ADC9-6968E10B5B48}" dt="2022-11-28T12:34:06.530" v="2287" actId="47"/>
        <pc:sldMkLst>
          <pc:docMk/>
          <pc:sldMk cId="3577908152" sldId="257"/>
        </pc:sldMkLst>
        <pc:spChg chg="add mod">
          <ac:chgData name="Amal R Babu" userId="3a292d0a-112b-4bc3-bf38-7771656893d2" providerId="ADAL" clId="{992600FB-E5A2-48A8-ADC9-6968E10B5B48}" dt="2022-11-28T08:16:20.303" v="195" actId="12788"/>
          <ac:spMkLst>
            <pc:docMk/>
            <pc:sldMk cId="3577908152" sldId="257"/>
            <ac:spMk id="3" creationId="{1025ACCD-BEFE-4057-D0DA-23300AB28132}"/>
          </ac:spMkLst>
        </pc:spChg>
        <pc:spChg chg="add mod">
          <ac:chgData name="Amal R Babu" userId="3a292d0a-112b-4bc3-bf38-7771656893d2" providerId="ADAL" clId="{992600FB-E5A2-48A8-ADC9-6968E10B5B48}" dt="2022-11-28T08:01:17.120" v="102" actId="164"/>
          <ac:spMkLst>
            <pc:docMk/>
            <pc:sldMk cId="3577908152" sldId="257"/>
            <ac:spMk id="4" creationId="{F85C9BE8-F382-7DF0-2A23-EF042FD71119}"/>
          </ac:spMkLst>
        </pc:spChg>
        <pc:spChg chg="add mod">
          <ac:chgData name="Amal R Babu" userId="3a292d0a-112b-4bc3-bf38-7771656893d2" providerId="ADAL" clId="{992600FB-E5A2-48A8-ADC9-6968E10B5B48}" dt="2022-11-28T08:01:17.120" v="102" actId="164"/>
          <ac:spMkLst>
            <pc:docMk/>
            <pc:sldMk cId="3577908152" sldId="257"/>
            <ac:spMk id="5" creationId="{3F54E8A3-668A-3F3A-D1EA-9A82C2E2130E}"/>
          </ac:spMkLst>
        </pc:spChg>
        <pc:spChg chg="add mod">
          <ac:chgData name="Amal R Babu" userId="3a292d0a-112b-4bc3-bf38-7771656893d2" providerId="ADAL" clId="{992600FB-E5A2-48A8-ADC9-6968E10B5B48}" dt="2022-11-28T08:01:17.120" v="102" actId="164"/>
          <ac:spMkLst>
            <pc:docMk/>
            <pc:sldMk cId="3577908152" sldId="257"/>
            <ac:spMk id="6" creationId="{A3408F0E-7024-852D-650D-D6ED0C99B1A2}"/>
          </ac:spMkLst>
        </pc:spChg>
        <pc:spChg chg="add mod topLvl">
          <ac:chgData name="Amal R Babu" userId="3a292d0a-112b-4bc3-bf38-7771656893d2" providerId="ADAL" clId="{992600FB-E5A2-48A8-ADC9-6968E10B5B48}" dt="2022-11-28T08:56:27.461" v="479" actId="164"/>
          <ac:spMkLst>
            <pc:docMk/>
            <pc:sldMk cId="3577908152" sldId="257"/>
            <ac:spMk id="13" creationId="{4F3E08FA-4C08-7258-FA22-03C53F09604C}"/>
          </ac:spMkLst>
        </pc:spChg>
        <pc:spChg chg="mod topLvl">
          <ac:chgData name="Amal R Babu" userId="3a292d0a-112b-4bc3-bf38-7771656893d2" providerId="ADAL" clId="{992600FB-E5A2-48A8-ADC9-6968E10B5B48}" dt="2022-11-28T08:56:27.461" v="479" actId="164"/>
          <ac:spMkLst>
            <pc:docMk/>
            <pc:sldMk cId="3577908152" sldId="257"/>
            <ac:spMk id="16" creationId="{2913EB48-94F5-98C7-C275-915A1AD4D3EA}"/>
          </ac:spMkLst>
        </pc:spChg>
        <pc:spChg chg="add mod topLvl">
          <ac:chgData name="Amal R Babu" userId="3a292d0a-112b-4bc3-bf38-7771656893d2" providerId="ADAL" clId="{992600FB-E5A2-48A8-ADC9-6968E10B5B48}" dt="2022-11-28T08:56:25.648" v="478" actId="164"/>
          <ac:spMkLst>
            <pc:docMk/>
            <pc:sldMk cId="3577908152" sldId="257"/>
            <ac:spMk id="17" creationId="{29D393BC-86FC-4CA8-8830-E874EA43EE28}"/>
          </ac:spMkLst>
        </pc:spChg>
        <pc:spChg chg="add del mod">
          <ac:chgData name="Amal R Babu" userId="3a292d0a-112b-4bc3-bf38-7771656893d2" providerId="ADAL" clId="{992600FB-E5A2-48A8-ADC9-6968E10B5B48}" dt="2022-11-28T08:07:50.652" v="140" actId="478"/>
          <ac:spMkLst>
            <pc:docMk/>
            <pc:sldMk cId="3577908152" sldId="257"/>
            <ac:spMk id="18" creationId="{A8924C91-2CB2-1EB8-7550-F8628AB9418E}"/>
          </ac:spMkLst>
        </pc:spChg>
        <pc:spChg chg="mod topLvl">
          <ac:chgData name="Amal R Babu" userId="3a292d0a-112b-4bc3-bf38-7771656893d2" providerId="ADAL" clId="{992600FB-E5A2-48A8-ADC9-6968E10B5B48}" dt="2022-11-28T08:56:25.648" v="478" actId="164"/>
          <ac:spMkLst>
            <pc:docMk/>
            <pc:sldMk cId="3577908152" sldId="257"/>
            <ac:spMk id="21" creationId="{88AF1956-F7FB-2ADE-A3E7-1F7329C9752A}"/>
          </ac:spMkLst>
        </pc:spChg>
        <pc:spChg chg="add mod topLvl">
          <ac:chgData name="Amal R Babu" userId="3a292d0a-112b-4bc3-bf38-7771656893d2" providerId="ADAL" clId="{992600FB-E5A2-48A8-ADC9-6968E10B5B48}" dt="2022-11-28T08:56:24.292" v="477" actId="164"/>
          <ac:spMkLst>
            <pc:docMk/>
            <pc:sldMk cId="3577908152" sldId="257"/>
            <ac:spMk id="22" creationId="{B8560F59-A67B-8514-2A4E-47A28A1A48B1}"/>
          </ac:spMkLst>
        </pc:spChg>
        <pc:spChg chg="add del mod">
          <ac:chgData name="Amal R Babu" userId="3a292d0a-112b-4bc3-bf38-7771656893d2" providerId="ADAL" clId="{992600FB-E5A2-48A8-ADC9-6968E10B5B48}" dt="2022-11-28T08:15:25.941" v="176" actId="478"/>
          <ac:spMkLst>
            <pc:docMk/>
            <pc:sldMk cId="3577908152" sldId="257"/>
            <ac:spMk id="23" creationId="{B4E49AEF-851F-F8DA-BEF9-709BC8C8DC90}"/>
          </ac:spMkLst>
        </pc:spChg>
        <pc:spChg chg="mod topLvl">
          <ac:chgData name="Amal R Babu" userId="3a292d0a-112b-4bc3-bf38-7771656893d2" providerId="ADAL" clId="{992600FB-E5A2-48A8-ADC9-6968E10B5B48}" dt="2022-11-28T08:50:29.011" v="433" actId="165"/>
          <ac:spMkLst>
            <pc:docMk/>
            <pc:sldMk cId="3577908152" sldId="257"/>
            <ac:spMk id="27" creationId="{0B437083-C79F-3320-0862-0AE0534D9648}"/>
          </ac:spMkLst>
        </pc:spChg>
        <pc:spChg chg="mod topLvl">
          <ac:chgData name="Amal R Babu" userId="3a292d0a-112b-4bc3-bf38-7771656893d2" providerId="ADAL" clId="{992600FB-E5A2-48A8-ADC9-6968E10B5B48}" dt="2022-11-28T08:50:29.011" v="433" actId="165"/>
          <ac:spMkLst>
            <pc:docMk/>
            <pc:sldMk cId="3577908152" sldId="257"/>
            <ac:spMk id="28" creationId="{3A74A947-106C-8861-FA4A-4F68E2601555}"/>
          </ac:spMkLst>
        </pc:spChg>
        <pc:spChg chg="mod topLvl">
          <ac:chgData name="Amal R Babu" userId="3a292d0a-112b-4bc3-bf38-7771656893d2" providerId="ADAL" clId="{992600FB-E5A2-48A8-ADC9-6968E10B5B48}" dt="2022-11-28T08:50:29.011" v="433" actId="165"/>
          <ac:spMkLst>
            <pc:docMk/>
            <pc:sldMk cId="3577908152" sldId="257"/>
            <ac:spMk id="29" creationId="{D2697409-DA9B-84CF-C5C5-4FA11D3D158F}"/>
          </ac:spMkLst>
        </pc:spChg>
        <pc:spChg chg="add mod topLvl">
          <ac:chgData name="Amal R Babu" userId="3a292d0a-112b-4bc3-bf38-7771656893d2" providerId="ADAL" clId="{992600FB-E5A2-48A8-ADC9-6968E10B5B48}" dt="2022-11-28T08:56:22.619" v="476" actId="164"/>
          <ac:spMkLst>
            <pc:docMk/>
            <pc:sldMk cId="3577908152" sldId="257"/>
            <ac:spMk id="35" creationId="{D7FACB4C-BCA4-434A-8FA8-F4D0A8D4C109}"/>
          </ac:spMkLst>
        </pc:spChg>
        <pc:spChg chg="mod">
          <ac:chgData name="Amal R Babu" userId="3a292d0a-112b-4bc3-bf38-7771656893d2" providerId="ADAL" clId="{992600FB-E5A2-48A8-ADC9-6968E10B5B48}" dt="2022-11-28T08:18:31.529" v="200" actId="571"/>
          <ac:spMkLst>
            <pc:docMk/>
            <pc:sldMk cId="3577908152" sldId="257"/>
            <ac:spMk id="37" creationId="{21D448A8-6E24-FBF9-6200-D387262BF69D}"/>
          </ac:spMkLst>
        </pc:spChg>
        <pc:spChg chg="mod">
          <ac:chgData name="Amal R Babu" userId="3a292d0a-112b-4bc3-bf38-7771656893d2" providerId="ADAL" clId="{992600FB-E5A2-48A8-ADC9-6968E10B5B48}" dt="2022-11-28T08:18:31.529" v="200" actId="571"/>
          <ac:spMkLst>
            <pc:docMk/>
            <pc:sldMk cId="3577908152" sldId="257"/>
            <ac:spMk id="38" creationId="{F6964561-539A-30B2-5597-48913099238F}"/>
          </ac:spMkLst>
        </pc:spChg>
        <pc:spChg chg="mod">
          <ac:chgData name="Amal R Babu" userId="3a292d0a-112b-4bc3-bf38-7771656893d2" providerId="ADAL" clId="{992600FB-E5A2-48A8-ADC9-6968E10B5B48}" dt="2022-11-28T08:18:31.529" v="200" actId="571"/>
          <ac:spMkLst>
            <pc:docMk/>
            <pc:sldMk cId="3577908152" sldId="257"/>
            <ac:spMk id="39" creationId="{EC1E61D0-E656-117D-E777-DEE753C9239F}"/>
          </ac:spMkLst>
        </pc:spChg>
        <pc:spChg chg="add del mod">
          <ac:chgData name="Amal R Babu" userId="3a292d0a-112b-4bc3-bf38-7771656893d2" providerId="ADAL" clId="{992600FB-E5A2-48A8-ADC9-6968E10B5B48}" dt="2022-11-28T08:19:21.868" v="224" actId="478"/>
          <ac:spMkLst>
            <pc:docMk/>
            <pc:sldMk cId="3577908152" sldId="257"/>
            <ac:spMk id="40" creationId="{2541BF61-752C-00E7-12F0-27A44AF393F6}"/>
          </ac:spMkLst>
        </pc:spChg>
        <pc:spChg chg="add del mod">
          <ac:chgData name="Amal R Babu" userId="3a292d0a-112b-4bc3-bf38-7771656893d2" providerId="ADAL" clId="{992600FB-E5A2-48A8-ADC9-6968E10B5B48}" dt="2022-11-28T08:50:29.011" v="433" actId="165"/>
          <ac:spMkLst>
            <pc:docMk/>
            <pc:sldMk cId="3577908152" sldId="257"/>
            <ac:spMk id="41" creationId="{04DE6D2B-6CE6-28FD-8F23-17896ED36EF7}"/>
          </ac:spMkLst>
        </pc:spChg>
        <pc:spChg chg="add del">
          <ac:chgData name="Amal R Babu" userId="3a292d0a-112b-4bc3-bf38-7771656893d2" providerId="ADAL" clId="{992600FB-E5A2-48A8-ADC9-6968E10B5B48}" dt="2022-11-28T08:20:50.041" v="234" actId="11529"/>
          <ac:spMkLst>
            <pc:docMk/>
            <pc:sldMk cId="3577908152" sldId="257"/>
            <ac:spMk id="42" creationId="{0F947966-A80A-CCBE-9E76-2B9350B8E4CC}"/>
          </ac:spMkLst>
        </pc:spChg>
        <pc:spChg chg="mod topLvl">
          <ac:chgData name="Amal R Babu" userId="3a292d0a-112b-4bc3-bf38-7771656893d2" providerId="ADAL" clId="{992600FB-E5A2-48A8-ADC9-6968E10B5B48}" dt="2022-11-28T08:50:29.011" v="433" actId="165"/>
          <ac:spMkLst>
            <pc:docMk/>
            <pc:sldMk cId="3577908152" sldId="257"/>
            <ac:spMk id="49" creationId="{6FEC08F9-B3B1-86EB-79F3-CA1332F8881C}"/>
          </ac:spMkLst>
        </pc:spChg>
        <pc:spChg chg="mod">
          <ac:chgData name="Amal R Babu" userId="3a292d0a-112b-4bc3-bf38-7771656893d2" providerId="ADAL" clId="{992600FB-E5A2-48A8-ADC9-6968E10B5B48}" dt="2022-11-28T08:50:29.011" v="433" actId="165"/>
          <ac:spMkLst>
            <pc:docMk/>
            <pc:sldMk cId="3577908152" sldId="257"/>
            <ac:spMk id="53" creationId="{D20238C3-466E-42F9-B7C9-8DE3867D5B99}"/>
          </ac:spMkLst>
        </pc:spChg>
        <pc:spChg chg="add mod topLvl">
          <ac:chgData name="Amal R Babu" userId="3a292d0a-112b-4bc3-bf38-7771656893d2" providerId="ADAL" clId="{992600FB-E5A2-48A8-ADC9-6968E10B5B48}" dt="2022-11-28T08:56:21.033" v="475" actId="164"/>
          <ac:spMkLst>
            <pc:docMk/>
            <pc:sldMk cId="3577908152" sldId="257"/>
            <ac:spMk id="55" creationId="{A2C13AB5-7A64-00F4-ECBF-90F667E097CA}"/>
          </ac:spMkLst>
        </pc:spChg>
        <pc:spChg chg="add mod topLvl">
          <ac:chgData name="Amal R Babu" userId="3a292d0a-112b-4bc3-bf38-7771656893d2" providerId="ADAL" clId="{992600FB-E5A2-48A8-ADC9-6968E10B5B48}" dt="2022-11-28T08:47:26.774" v="386" actId="164"/>
          <ac:spMkLst>
            <pc:docMk/>
            <pc:sldMk cId="3577908152" sldId="257"/>
            <ac:spMk id="62" creationId="{80EBFF13-875A-B852-A718-B8CEA4E2E071}"/>
          </ac:spMkLst>
        </pc:spChg>
        <pc:spChg chg="mod topLvl">
          <ac:chgData name="Amal R Babu" userId="3a292d0a-112b-4bc3-bf38-7771656893d2" providerId="ADAL" clId="{992600FB-E5A2-48A8-ADC9-6968E10B5B48}" dt="2022-11-28T08:47:26.774" v="386" actId="164"/>
          <ac:spMkLst>
            <pc:docMk/>
            <pc:sldMk cId="3577908152" sldId="257"/>
            <ac:spMk id="65" creationId="{CDDB0EE0-9A9B-05EC-09CB-85DDD46723E8}"/>
          </ac:spMkLst>
        </pc:spChg>
        <pc:spChg chg="mod">
          <ac:chgData name="Amal R Babu" userId="3a292d0a-112b-4bc3-bf38-7771656893d2" providerId="ADAL" clId="{992600FB-E5A2-48A8-ADC9-6968E10B5B48}" dt="2022-11-28T08:47:55.599" v="392" actId="207"/>
          <ac:spMkLst>
            <pc:docMk/>
            <pc:sldMk cId="3577908152" sldId="257"/>
            <ac:spMk id="69" creationId="{EF2D5675-C11D-BD91-9CB3-90C4F1728675}"/>
          </ac:spMkLst>
        </pc:spChg>
        <pc:spChg chg="mod">
          <ac:chgData name="Amal R Babu" userId="3a292d0a-112b-4bc3-bf38-7771656893d2" providerId="ADAL" clId="{992600FB-E5A2-48A8-ADC9-6968E10B5B48}" dt="2022-11-28T08:48:03.574" v="393" actId="207"/>
          <ac:spMkLst>
            <pc:docMk/>
            <pc:sldMk cId="3577908152" sldId="257"/>
            <ac:spMk id="70" creationId="{CD144AEC-A397-5B36-7EA8-6D96609E4671}"/>
          </ac:spMkLst>
        </pc:spChg>
        <pc:spChg chg="add mod">
          <ac:chgData name="Amal R Babu" userId="3a292d0a-112b-4bc3-bf38-7771656893d2" providerId="ADAL" clId="{992600FB-E5A2-48A8-ADC9-6968E10B5B48}" dt="2022-11-28T08:49:54.077" v="420" actId="164"/>
          <ac:spMkLst>
            <pc:docMk/>
            <pc:sldMk cId="3577908152" sldId="257"/>
            <ac:spMk id="71" creationId="{ADD5BFBE-6641-D138-826B-10AF96D14A21}"/>
          </ac:spMkLst>
        </pc:spChg>
        <pc:spChg chg="add mod">
          <ac:chgData name="Amal R Babu" userId="3a292d0a-112b-4bc3-bf38-7771656893d2" providerId="ADAL" clId="{992600FB-E5A2-48A8-ADC9-6968E10B5B48}" dt="2022-11-28T08:49:54.077" v="420" actId="164"/>
          <ac:spMkLst>
            <pc:docMk/>
            <pc:sldMk cId="3577908152" sldId="257"/>
            <ac:spMk id="72" creationId="{41CB0576-DF8B-34D7-6035-B4F1FE7BA261}"/>
          </ac:spMkLst>
        </pc:spChg>
        <pc:spChg chg="mod topLvl">
          <ac:chgData name="Amal R Babu" userId="3a292d0a-112b-4bc3-bf38-7771656893d2" providerId="ADAL" clId="{992600FB-E5A2-48A8-ADC9-6968E10B5B48}" dt="2022-11-28T08:55:07.407" v="468" actId="12789"/>
          <ac:spMkLst>
            <pc:docMk/>
            <pc:sldMk cId="3577908152" sldId="257"/>
            <ac:spMk id="75" creationId="{82381173-9D11-EA28-C232-8562E09E7A8A}"/>
          </ac:spMkLst>
        </pc:spChg>
        <pc:spChg chg="mod topLvl">
          <ac:chgData name="Amal R Babu" userId="3a292d0a-112b-4bc3-bf38-7771656893d2" providerId="ADAL" clId="{992600FB-E5A2-48A8-ADC9-6968E10B5B48}" dt="2022-11-28T08:54:33.766" v="460" actId="1076"/>
          <ac:spMkLst>
            <pc:docMk/>
            <pc:sldMk cId="3577908152" sldId="257"/>
            <ac:spMk id="76" creationId="{49C2A340-4710-5833-FBEA-EC919DD51A6E}"/>
          </ac:spMkLst>
        </pc:spChg>
        <pc:spChg chg="add mod">
          <ac:chgData name="Amal R Babu" userId="3a292d0a-112b-4bc3-bf38-7771656893d2" providerId="ADAL" clId="{992600FB-E5A2-48A8-ADC9-6968E10B5B48}" dt="2022-11-28T08:54:01.684" v="449" actId="12789"/>
          <ac:spMkLst>
            <pc:docMk/>
            <pc:sldMk cId="3577908152" sldId="257"/>
            <ac:spMk id="77" creationId="{7859F75F-3F6A-F6DE-C7C4-920FB32200D1}"/>
          </ac:spMkLst>
        </pc:spChg>
        <pc:spChg chg="mod">
          <ac:chgData name="Amal R Babu" userId="3a292d0a-112b-4bc3-bf38-7771656893d2" providerId="ADAL" clId="{992600FB-E5A2-48A8-ADC9-6968E10B5B48}" dt="2022-11-28T08:54:01.684" v="449" actId="12789"/>
          <ac:spMkLst>
            <pc:docMk/>
            <pc:sldMk cId="3577908152" sldId="257"/>
            <ac:spMk id="80" creationId="{2770181D-94BB-87F9-9F1C-C577F5415446}"/>
          </ac:spMkLst>
        </pc:spChg>
        <pc:spChg chg="add mod">
          <ac:chgData name="Amal R Babu" userId="3a292d0a-112b-4bc3-bf38-7771656893d2" providerId="ADAL" clId="{992600FB-E5A2-48A8-ADC9-6968E10B5B48}" dt="2022-11-28T08:55:09.860" v="469" actId="1035"/>
          <ac:spMkLst>
            <pc:docMk/>
            <pc:sldMk cId="3577908152" sldId="257"/>
            <ac:spMk id="81" creationId="{59106057-6687-7436-2443-36CF82D5A997}"/>
          </ac:spMkLst>
        </pc:spChg>
        <pc:spChg chg="add del mod">
          <ac:chgData name="Amal R Babu" userId="3a292d0a-112b-4bc3-bf38-7771656893d2" providerId="ADAL" clId="{992600FB-E5A2-48A8-ADC9-6968E10B5B48}" dt="2022-11-28T08:55:48.129" v="474" actId="478"/>
          <ac:spMkLst>
            <pc:docMk/>
            <pc:sldMk cId="3577908152" sldId="257"/>
            <ac:spMk id="82" creationId="{0C86E0EF-CBC5-C85F-90A3-BD01AF0F5F04}"/>
          </ac:spMkLst>
        </pc:spChg>
        <pc:spChg chg="add mod">
          <ac:chgData name="Amal R Babu" userId="3a292d0a-112b-4bc3-bf38-7771656893d2" providerId="ADAL" clId="{992600FB-E5A2-48A8-ADC9-6968E10B5B48}" dt="2022-11-28T08:59:43.477" v="524" actId="20577"/>
          <ac:spMkLst>
            <pc:docMk/>
            <pc:sldMk cId="3577908152" sldId="257"/>
            <ac:spMk id="92" creationId="{232C2ADA-8B7B-4990-FB78-B27C9A79E87E}"/>
          </ac:spMkLst>
        </pc:spChg>
        <pc:grpChg chg="add mod">
          <ac:chgData name="Amal R Babu" userId="3a292d0a-112b-4bc3-bf38-7771656893d2" providerId="ADAL" clId="{992600FB-E5A2-48A8-ADC9-6968E10B5B48}" dt="2022-11-28T08:55:30.516" v="471" actId="552"/>
          <ac:grpSpMkLst>
            <pc:docMk/>
            <pc:sldMk cId="3577908152" sldId="257"/>
            <ac:grpSpMk id="8" creationId="{424F5E4E-9FDC-BD92-DDA4-122C91ADE39F}"/>
          </ac:grpSpMkLst>
        </pc:grpChg>
        <pc:grpChg chg="del">
          <ac:chgData name="Amal R Babu" userId="3a292d0a-112b-4bc3-bf38-7771656893d2" providerId="ADAL" clId="{992600FB-E5A2-48A8-ADC9-6968E10B5B48}" dt="2022-11-28T07:59:56.288" v="84" actId="478"/>
          <ac:grpSpMkLst>
            <pc:docMk/>
            <pc:sldMk cId="3577908152" sldId="257"/>
            <ac:grpSpMk id="12" creationId="{CEE4B31E-8843-B613-0865-D3C9F49913C2}"/>
          </ac:grpSpMkLst>
        </pc:grpChg>
        <pc:grpChg chg="del mod">
          <ac:chgData name="Amal R Babu" userId="3a292d0a-112b-4bc3-bf38-7771656893d2" providerId="ADAL" clId="{992600FB-E5A2-48A8-ADC9-6968E10B5B48}" dt="2022-11-28T08:15:00.444" v="169" actId="165"/>
          <ac:grpSpMkLst>
            <pc:docMk/>
            <pc:sldMk cId="3577908152" sldId="257"/>
            <ac:grpSpMk id="26" creationId="{A93A938D-FA08-8374-A579-7E7A09D3321C}"/>
          </ac:grpSpMkLst>
        </pc:grpChg>
        <pc:grpChg chg="add mod topLvl">
          <ac:chgData name="Amal R Babu" userId="3a292d0a-112b-4bc3-bf38-7771656893d2" providerId="ADAL" clId="{992600FB-E5A2-48A8-ADC9-6968E10B5B48}" dt="2022-11-28T08:56:24.292" v="477" actId="164"/>
          <ac:grpSpMkLst>
            <pc:docMk/>
            <pc:sldMk cId="3577908152" sldId="257"/>
            <ac:grpSpMk id="30" creationId="{9ECCC638-745A-4CD5-37F4-34E729654B57}"/>
          </ac:grpSpMkLst>
        </pc:grpChg>
        <pc:grpChg chg="add del mod topLvl">
          <ac:chgData name="Amal R Babu" userId="3a292d0a-112b-4bc3-bf38-7771656893d2" providerId="ADAL" clId="{992600FB-E5A2-48A8-ADC9-6968E10B5B48}" dt="2022-11-28T08:17:52.454" v="198" actId="165"/>
          <ac:grpSpMkLst>
            <pc:docMk/>
            <pc:sldMk cId="3577908152" sldId="257"/>
            <ac:grpSpMk id="31" creationId="{63BDCF4E-7ECC-A07A-6FD4-DB168631C2EE}"/>
          </ac:grpSpMkLst>
        </pc:grpChg>
        <pc:grpChg chg="add del mod topLvl">
          <ac:chgData name="Amal R Babu" userId="3a292d0a-112b-4bc3-bf38-7771656893d2" providerId="ADAL" clId="{992600FB-E5A2-48A8-ADC9-6968E10B5B48}" dt="2022-11-28T08:17:52.454" v="198" actId="165"/>
          <ac:grpSpMkLst>
            <pc:docMk/>
            <pc:sldMk cId="3577908152" sldId="257"/>
            <ac:grpSpMk id="32" creationId="{73B79335-6837-850A-8222-9F9C0072D65F}"/>
          </ac:grpSpMkLst>
        </pc:grpChg>
        <pc:grpChg chg="add del mod topLvl">
          <ac:chgData name="Amal R Babu" userId="3a292d0a-112b-4bc3-bf38-7771656893d2" providerId="ADAL" clId="{992600FB-E5A2-48A8-ADC9-6968E10B5B48}" dt="2022-11-28T08:17:52.454" v="198" actId="165"/>
          <ac:grpSpMkLst>
            <pc:docMk/>
            <pc:sldMk cId="3577908152" sldId="257"/>
            <ac:grpSpMk id="33" creationId="{D5F811C7-CED8-414B-97EC-D5F997F0490F}"/>
          </ac:grpSpMkLst>
        </pc:grpChg>
        <pc:grpChg chg="add del mod">
          <ac:chgData name="Amal R Babu" userId="3a292d0a-112b-4bc3-bf38-7771656893d2" providerId="ADAL" clId="{992600FB-E5A2-48A8-ADC9-6968E10B5B48}" dt="2022-11-28T08:17:50.786" v="197" actId="165"/>
          <ac:grpSpMkLst>
            <pc:docMk/>
            <pc:sldMk cId="3577908152" sldId="257"/>
            <ac:grpSpMk id="34" creationId="{FE9B175D-25ED-82B6-54DE-9958B6F6A527}"/>
          </ac:grpSpMkLst>
        </pc:grpChg>
        <pc:grpChg chg="add del mod">
          <ac:chgData name="Amal R Babu" userId="3a292d0a-112b-4bc3-bf38-7771656893d2" providerId="ADAL" clId="{992600FB-E5A2-48A8-ADC9-6968E10B5B48}" dt="2022-11-28T08:19:02.668" v="221" actId="478"/>
          <ac:grpSpMkLst>
            <pc:docMk/>
            <pc:sldMk cId="3577908152" sldId="257"/>
            <ac:grpSpMk id="36" creationId="{3E6510C9-0CD4-8BEB-42F8-7659B85AB884}"/>
          </ac:grpSpMkLst>
        </pc:grpChg>
        <pc:grpChg chg="add mod topLvl">
          <ac:chgData name="Amal R Babu" userId="3a292d0a-112b-4bc3-bf38-7771656893d2" providerId="ADAL" clId="{992600FB-E5A2-48A8-ADC9-6968E10B5B48}" dt="2022-11-28T08:56:22.619" v="476" actId="164"/>
          <ac:grpSpMkLst>
            <pc:docMk/>
            <pc:sldMk cId="3577908152" sldId="257"/>
            <ac:grpSpMk id="47" creationId="{5C6579D9-4E04-AE17-CF35-68ADBC5766B2}"/>
          </ac:grpSpMkLst>
        </pc:grpChg>
        <pc:grpChg chg="add del mod">
          <ac:chgData name="Amal R Babu" userId="3a292d0a-112b-4bc3-bf38-7771656893d2" providerId="ADAL" clId="{992600FB-E5A2-48A8-ADC9-6968E10B5B48}" dt="2022-11-28T08:23:12.676" v="262" actId="165"/>
          <ac:grpSpMkLst>
            <pc:docMk/>
            <pc:sldMk cId="3577908152" sldId="257"/>
            <ac:grpSpMk id="48" creationId="{90EC1E1A-3514-98EA-8B50-9F7C226D4CE3}"/>
          </ac:grpSpMkLst>
        </pc:grpChg>
        <pc:grpChg chg="add mod topLvl">
          <ac:chgData name="Amal R Babu" userId="3a292d0a-112b-4bc3-bf38-7771656893d2" providerId="ADAL" clId="{992600FB-E5A2-48A8-ADC9-6968E10B5B48}" dt="2022-11-28T08:56:21.033" v="475" actId="164"/>
          <ac:grpSpMkLst>
            <pc:docMk/>
            <pc:sldMk cId="3577908152" sldId="257"/>
            <ac:grpSpMk id="54" creationId="{73F997E9-B116-D8A6-6EF5-C091C7C77B6D}"/>
          </ac:grpSpMkLst>
        </pc:grpChg>
        <pc:grpChg chg="add del mod">
          <ac:chgData name="Amal R Babu" userId="3a292d0a-112b-4bc3-bf38-7771656893d2" providerId="ADAL" clId="{992600FB-E5A2-48A8-ADC9-6968E10B5B48}" dt="2022-11-28T08:50:29.011" v="433" actId="165"/>
          <ac:grpSpMkLst>
            <pc:docMk/>
            <pc:sldMk cId="3577908152" sldId="257"/>
            <ac:grpSpMk id="56" creationId="{B7C4F9EE-0ABC-A17F-30EB-E77E13BB4FFA}"/>
          </ac:grpSpMkLst>
        </pc:grpChg>
        <pc:grpChg chg="add mod">
          <ac:chgData name="Amal R Babu" userId="3a292d0a-112b-4bc3-bf38-7771656893d2" providerId="ADAL" clId="{992600FB-E5A2-48A8-ADC9-6968E10B5B48}" dt="2022-11-28T08:25:30.010" v="324" actId="164"/>
          <ac:grpSpMkLst>
            <pc:docMk/>
            <pc:sldMk cId="3577908152" sldId="257"/>
            <ac:grpSpMk id="57" creationId="{2AFAD052-3308-B081-E07D-BD8B1EEF1432}"/>
          </ac:grpSpMkLst>
        </pc:grpChg>
        <pc:grpChg chg="add del mod">
          <ac:chgData name="Amal R Babu" userId="3a292d0a-112b-4bc3-bf38-7771656893d2" providerId="ADAL" clId="{992600FB-E5A2-48A8-ADC9-6968E10B5B48}" dt="2022-11-28T08:50:29.011" v="433" actId="165"/>
          <ac:grpSpMkLst>
            <pc:docMk/>
            <pc:sldMk cId="3577908152" sldId="257"/>
            <ac:grpSpMk id="58" creationId="{2D151078-1E62-1898-84A6-87751DF2F910}"/>
          </ac:grpSpMkLst>
        </pc:grpChg>
        <pc:grpChg chg="add del mod">
          <ac:chgData name="Amal R Babu" userId="3a292d0a-112b-4bc3-bf38-7771656893d2" providerId="ADAL" clId="{992600FB-E5A2-48A8-ADC9-6968E10B5B48}" dt="2022-11-28T08:50:29.011" v="433" actId="165"/>
          <ac:grpSpMkLst>
            <pc:docMk/>
            <pc:sldMk cId="3577908152" sldId="257"/>
            <ac:grpSpMk id="59" creationId="{13A257CE-B9AB-CBBD-9D04-66BA72E505CF}"/>
          </ac:grpSpMkLst>
        </pc:grpChg>
        <pc:grpChg chg="add del mod">
          <ac:chgData name="Amal R Babu" userId="3a292d0a-112b-4bc3-bf38-7771656893d2" providerId="ADAL" clId="{992600FB-E5A2-48A8-ADC9-6968E10B5B48}" dt="2022-11-28T08:50:29.011" v="433" actId="165"/>
          <ac:grpSpMkLst>
            <pc:docMk/>
            <pc:sldMk cId="3577908152" sldId="257"/>
            <ac:grpSpMk id="60" creationId="{C234DC4E-5D43-0B8C-3011-687848AE9E6C}"/>
          </ac:grpSpMkLst>
        </pc:grpChg>
        <pc:grpChg chg="add del mod">
          <ac:chgData name="Amal R Babu" userId="3a292d0a-112b-4bc3-bf38-7771656893d2" providerId="ADAL" clId="{992600FB-E5A2-48A8-ADC9-6968E10B5B48}" dt="2022-11-28T08:50:29.011" v="433" actId="165"/>
          <ac:grpSpMkLst>
            <pc:docMk/>
            <pc:sldMk cId="3577908152" sldId="257"/>
            <ac:grpSpMk id="61" creationId="{BDE8444C-403A-B883-349A-ABA00529DCED}"/>
          </ac:grpSpMkLst>
        </pc:grpChg>
        <pc:grpChg chg="add del mod">
          <ac:chgData name="Amal R Babu" userId="3a292d0a-112b-4bc3-bf38-7771656893d2" providerId="ADAL" clId="{992600FB-E5A2-48A8-ADC9-6968E10B5B48}" dt="2022-11-28T08:47:19.317" v="384" actId="165"/>
          <ac:grpSpMkLst>
            <pc:docMk/>
            <pc:sldMk cId="3577908152" sldId="257"/>
            <ac:grpSpMk id="66" creationId="{6E9685A6-942A-55E6-9480-1BBAB202866B}"/>
          </ac:grpSpMkLst>
        </pc:grpChg>
        <pc:grpChg chg="add mod">
          <ac:chgData name="Amal R Babu" userId="3a292d0a-112b-4bc3-bf38-7771656893d2" providerId="ADAL" clId="{992600FB-E5A2-48A8-ADC9-6968E10B5B48}" dt="2022-11-28T08:47:37.504" v="388" actId="14100"/>
          <ac:grpSpMkLst>
            <pc:docMk/>
            <pc:sldMk cId="3577908152" sldId="257"/>
            <ac:grpSpMk id="67" creationId="{6D8E5ACC-26DE-243B-180E-E19057A9EB34}"/>
          </ac:grpSpMkLst>
        </pc:grpChg>
        <pc:grpChg chg="add mod">
          <ac:chgData name="Amal R Babu" userId="3a292d0a-112b-4bc3-bf38-7771656893d2" providerId="ADAL" clId="{992600FB-E5A2-48A8-ADC9-6968E10B5B48}" dt="2022-11-28T08:47:41.393" v="390" actId="196"/>
          <ac:grpSpMkLst>
            <pc:docMk/>
            <pc:sldMk cId="3577908152" sldId="257"/>
            <ac:grpSpMk id="68" creationId="{CE1D2690-EA4E-562F-8571-7A8695694CC3}"/>
          </ac:grpSpMkLst>
        </pc:grpChg>
        <pc:grpChg chg="add mod">
          <ac:chgData name="Amal R Babu" userId="3a292d0a-112b-4bc3-bf38-7771656893d2" providerId="ADAL" clId="{992600FB-E5A2-48A8-ADC9-6968E10B5B48}" dt="2022-11-28T08:49:54.077" v="420" actId="164"/>
          <ac:grpSpMkLst>
            <pc:docMk/>
            <pc:sldMk cId="3577908152" sldId="257"/>
            <ac:grpSpMk id="73" creationId="{25268A36-91BD-F774-706B-5A541EC6E5D2}"/>
          </ac:grpSpMkLst>
        </pc:grpChg>
        <pc:grpChg chg="add del mod">
          <ac:chgData name="Amal R Babu" userId="3a292d0a-112b-4bc3-bf38-7771656893d2" providerId="ADAL" clId="{992600FB-E5A2-48A8-ADC9-6968E10B5B48}" dt="2022-11-28T08:50:00.479" v="422" actId="165"/>
          <ac:grpSpMkLst>
            <pc:docMk/>
            <pc:sldMk cId="3577908152" sldId="257"/>
            <ac:grpSpMk id="74" creationId="{28DB4475-9668-7A42-E1B5-3BA34DDFF4E8}"/>
          </ac:grpSpMkLst>
        </pc:grpChg>
        <pc:grpChg chg="add mod">
          <ac:chgData name="Amal R Babu" userId="3a292d0a-112b-4bc3-bf38-7771656893d2" providerId="ADAL" clId="{992600FB-E5A2-48A8-ADC9-6968E10B5B48}" dt="2022-11-28T08:56:48.848" v="485" actId="1076"/>
          <ac:grpSpMkLst>
            <pc:docMk/>
            <pc:sldMk cId="3577908152" sldId="257"/>
            <ac:grpSpMk id="83" creationId="{584AD7E9-12CA-496B-E73B-15806CCA4ADE}"/>
          </ac:grpSpMkLst>
        </pc:grpChg>
        <pc:grpChg chg="add mod">
          <ac:chgData name="Amal R Babu" userId="3a292d0a-112b-4bc3-bf38-7771656893d2" providerId="ADAL" clId="{992600FB-E5A2-48A8-ADC9-6968E10B5B48}" dt="2022-11-28T08:56:51.010" v="486" actId="465"/>
          <ac:grpSpMkLst>
            <pc:docMk/>
            <pc:sldMk cId="3577908152" sldId="257"/>
            <ac:grpSpMk id="84" creationId="{1F54FA08-BB6C-5A06-1AE9-ECB567768EAB}"/>
          </ac:grpSpMkLst>
        </pc:grpChg>
        <pc:grpChg chg="add mod">
          <ac:chgData name="Amal R Babu" userId="3a292d0a-112b-4bc3-bf38-7771656893d2" providerId="ADAL" clId="{992600FB-E5A2-48A8-ADC9-6968E10B5B48}" dt="2022-11-28T08:56:51.010" v="486" actId="465"/>
          <ac:grpSpMkLst>
            <pc:docMk/>
            <pc:sldMk cId="3577908152" sldId="257"/>
            <ac:grpSpMk id="85" creationId="{9E971AB9-428A-DDC4-FE83-CC2EBEBD1A92}"/>
          </ac:grpSpMkLst>
        </pc:grpChg>
        <pc:grpChg chg="add mod">
          <ac:chgData name="Amal R Babu" userId="3a292d0a-112b-4bc3-bf38-7771656893d2" providerId="ADAL" clId="{992600FB-E5A2-48A8-ADC9-6968E10B5B48}" dt="2022-11-28T08:56:51.010" v="486" actId="465"/>
          <ac:grpSpMkLst>
            <pc:docMk/>
            <pc:sldMk cId="3577908152" sldId="257"/>
            <ac:grpSpMk id="86" creationId="{A5D1F4F4-0E92-59CE-16CE-A5A6032FF713}"/>
          </ac:grpSpMkLst>
        </pc:grpChg>
        <pc:grpChg chg="add mod">
          <ac:chgData name="Amal R Babu" userId="3a292d0a-112b-4bc3-bf38-7771656893d2" providerId="ADAL" clId="{992600FB-E5A2-48A8-ADC9-6968E10B5B48}" dt="2022-11-28T08:56:27.461" v="479" actId="164"/>
          <ac:grpSpMkLst>
            <pc:docMk/>
            <pc:sldMk cId="3577908152" sldId="257"/>
            <ac:grpSpMk id="87" creationId="{DEFE48C9-EE6A-BDBA-DD55-ADD4EB4186E5}"/>
          </ac:grpSpMkLst>
        </pc:grpChg>
        <pc:picChg chg="add del mod ord">
          <ac:chgData name="Amal R Babu" userId="3a292d0a-112b-4bc3-bf38-7771656893d2" providerId="ADAL" clId="{992600FB-E5A2-48A8-ADC9-6968E10B5B48}" dt="2022-11-28T08:57:23.610" v="493" actId="21"/>
          <ac:picMkLst>
            <pc:docMk/>
            <pc:sldMk cId="3577908152" sldId="257"/>
            <ac:picMk id="2" creationId="{A73D97F1-C6BB-D4B1-DC75-334F002EC85C}"/>
          </ac:picMkLst>
        </pc:picChg>
        <pc:picChg chg="del">
          <ac:chgData name="Amal R Babu" userId="3a292d0a-112b-4bc3-bf38-7771656893d2" providerId="ADAL" clId="{992600FB-E5A2-48A8-ADC9-6968E10B5B48}" dt="2022-11-28T07:59:56.288" v="84" actId="478"/>
          <ac:picMkLst>
            <pc:docMk/>
            <pc:sldMk cId="3577908152" sldId="257"/>
            <ac:picMk id="7" creationId="{D5EEB69E-E44E-76E5-9694-82D2D8B23EF7}"/>
          </ac:picMkLst>
        </pc:picChg>
        <pc:picChg chg="del">
          <ac:chgData name="Amal R Babu" userId="3a292d0a-112b-4bc3-bf38-7771656893d2" providerId="ADAL" clId="{992600FB-E5A2-48A8-ADC9-6968E10B5B48}" dt="2022-11-28T07:59:56.288" v="84" actId="478"/>
          <ac:picMkLst>
            <pc:docMk/>
            <pc:sldMk cId="3577908152" sldId="257"/>
            <ac:picMk id="9" creationId="{32DF89D0-F660-08A6-6DB1-3EDA86823BA1}"/>
          </ac:picMkLst>
        </pc:picChg>
        <pc:picChg chg="add del mod">
          <ac:chgData name="Amal R Babu" userId="3a292d0a-112b-4bc3-bf38-7771656893d2" providerId="ADAL" clId="{992600FB-E5A2-48A8-ADC9-6968E10B5B48}" dt="2022-11-28T08:04:41.028" v="117" actId="27803"/>
          <ac:picMkLst>
            <pc:docMk/>
            <pc:sldMk cId="3577908152" sldId="257"/>
            <ac:picMk id="15" creationId="{2913EB48-94F5-98C7-C275-915A1AD4D3EA}"/>
          </ac:picMkLst>
        </pc:picChg>
        <pc:picChg chg="add del mod">
          <ac:chgData name="Amal R Babu" userId="3a292d0a-112b-4bc3-bf38-7771656893d2" providerId="ADAL" clId="{992600FB-E5A2-48A8-ADC9-6968E10B5B48}" dt="2022-11-28T08:07:43.369" v="137" actId="27803"/>
          <ac:picMkLst>
            <pc:docMk/>
            <pc:sldMk cId="3577908152" sldId="257"/>
            <ac:picMk id="20" creationId="{88AF1956-F7FB-2ADE-A3E7-1F7329C9752A}"/>
          </ac:picMkLst>
        </pc:picChg>
        <pc:picChg chg="add del mod">
          <ac:chgData name="Amal R Babu" userId="3a292d0a-112b-4bc3-bf38-7771656893d2" providerId="ADAL" clId="{992600FB-E5A2-48A8-ADC9-6968E10B5B48}" dt="2022-11-28T08:14:56.716" v="167" actId="27803"/>
          <ac:picMkLst>
            <pc:docMk/>
            <pc:sldMk cId="3577908152" sldId="257"/>
            <ac:picMk id="25" creationId="{A7D9F091-C8FD-4BD0-0668-1E155061B572}"/>
          </ac:picMkLst>
        </pc:picChg>
        <pc:picChg chg="add del mod">
          <ac:chgData name="Amal R Babu" userId="3a292d0a-112b-4bc3-bf38-7771656893d2" providerId="ADAL" clId="{992600FB-E5A2-48A8-ADC9-6968E10B5B48}" dt="2022-11-28T08:50:29.011" v="433" actId="165"/>
          <ac:picMkLst>
            <pc:docMk/>
            <pc:sldMk cId="3577908152" sldId="257"/>
            <ac:picMk id="44" creationId="{5B31FC8E-FC26-E411-4E49-286671264F79}"/>
          </ac:picMkLst>
        </pc:picChg>
        <pc:picChg chg="add del mod">
          <ac:chgData name="Amal R Babu" userId="3a292d0a-112b-4bc3-bf38-7771656893d2" providerId="ADAL" clId="{992600FB-E5A2-48A8-ADC9-6968E10B5B48}" dt="2022-11-28T08:22:35.793" v="256"/>
          <ac:picMkLst>
            <pc:docMk/>
            <pc:sldMk cId="3577908152" sldId="257"/>
            <ac:picMk id="45" creationId="{B2DEBE4F-BCFA-8CB3-7791-4DBA36626BD2}"/>
          </ac:picMkLst>
        </pc:picChg>
        <pc:picChg chg="add del mod">
          <ac:chgData name="Amal R Babu" userId="3a292d0a-112b-4bc3-bf38-7771656893d2" providerId="ADAL" clId="{992600FB-E5A2-48A8-ADC9-6968E10B5B48}" dt="2022-11-28T08:22:35.793" v="256"/>
          <ac:picMkLst>
            <pc:docMk/>
            <pc:sldMk cId="3577908152" sldId="257"/>
            <ac:picMk id="46" creationId="{6537B9D7-B735-3FC7-7821-41973F721FD3}"/>
          </ac:picMkLst>
        </pc:picChg>
        <pc:picChg chg="del mod topLvl">
          <ac:chgData name="Amal R Babu" userId="3a292d0a-112b-4bc3-bf38-7771656893d2" providerId="ADAL" clId="{992600FB-E5A2-48A8-ADC9-6968E10B5B48}" dt="2022-11-28T08:23:15.739" v="263" actId="478"/>
          <ac:picMkLst>
            <pc:docMk/>
            <pc:sldMk cId="3577908152" sldId="257"/>
            <ac:picMk id="50" creationId="{F0CC4608-E414-61FB-92A1-14A5A71EF722}"/>
          </ac:picMkLst>
        </pc:picChg>
        <pc:picChg chg="add del mod">
          <ac:chgData name="Amal R Babu" userId="3a292d0a-112b-4bc3-bf38-7771656893d2" providerId="ADAL" clId="{992600FB-E5A2-48A8-ADC9-6968E10B5B48}" dt="2022-11-28T08:24:18.611" v="294" actId="27803"/>
          <ac:picMkLst>
            <pc:docMk/>
            <pc:sldMk cId="3577908152" sldId="257"/>
            <ac:picMk id="52" creationId="{D20238C3-466E-42F9-B7C9-8DE3867D5B99}"/>
          </ac:picMkLst>
        </pc:picChg>
        <pc:picChg chg="add del mod">
          <ac:chgData name="Amal R Babu" userId="3a292d0a-112b-4bc3-bf38-7771656893d2" providerId="ADAL" clId="{992600FB-E5A2-48A8-ADC9-6968E10B5B48}" dt="2022-11-28T08:30:49.657" v="372" actId="27803"/>
          <ac:picMkLst>
            <pc:docMk/>
            <pc:sldMk cId="3577908152" sldId="257"/>
            <ac:picMk id="64" creationId="{CDDB0EE0-9A9B-05EC-09CB-85DDD46723E8}"/>
          </ac:picMkLst>
        </pc:picChg>
        <pc:picChg chg="add del mod">
          <ac:chgData name="Amal R Babu" userId="3a292d0a-112b-4bc3-bf38-7771656893d2" providerId="ADAL" clId="{992600FB-E5A2-48A8-ADC9-6968E10B5B48}" dt="2022-11-28T08:53:56.866" v="447" actId="27803"/>
          <ac:picMkLst>
            <pc:docMk/>
            <pc:sldMk cId="3577908152" sldId="257"/>
            <ac:picMk id="79" creationId="{2770181D-94BB-87F9-9F1C-C577F5415446}"/>
          </ac:picMkLst>
        </pc:picChg>
        <pc:cxnChg chg="add mod">
          <ac:chgData name="Amal R Babu" userId="3a292d0a-112b-4bc3-bf38-7771656893d2" providerId="ADAL" clId="{992600FB-E5A2-48A8-ADC9-6968E10B5B48}" dt="2022-11-28T08:57:42.899" v="496" actId="1076"/>
          <ac:cxnSpMkLst>
            <pc:docMk/>
            <pc:sldMk cId="3577908152" sldId="257"/>
            <ac:cxnSpMk id="89" creationId="{6BF68F3E-289A-8A2A-1546-18C89261EBF2}"/>
          </ac:cxnSpMkLst>
        </pc:cxnChg>
      </pc:sldChg>
      <pc:sldChg chg="addSp delSp modSp add mod setBg">
        <pc:chgData name="Amal R Babu" userId="3a292d0a-112b-4bc3-bf38-7771656893d2" providerId="ADAL" clId="{992600FB-E5A2-48A8-ADC9-6968E10B5B48}" dt="2022-11-30T07:49:14.532" v="3591" actId="1076"/>
        <pc:sldMkLst>
          <pc:docMk/>
          <pc:sldMk cId="3017024285" sldId="258"/>
        </pc:sldMkLst>
        <pc:spChg chg="mod">
          <ac:chgData name="Amal R Babu" userId="3a292d0a-112b-4bc3-bf38-7771656893d2" providerId="ADAL" clId="{992600FB-E5A2-48A8-ADC9-6968E10B5B48}" dt="2022-11-30T07:45:21.282" v="3585" actId="34135"/>
          <ac:spMkLst>
            <pc:docMk/>
            <pc:sldMk cId="3017024285" sldId="258"/>
            <ac:spMk id="3" creationId="{1025ACCD-BEFE-4057-D0DA-23300AB28132}"/>
          </ac:spMkLst>
        </pc:spChg>
        <pc:spChg chg="add mod topLvl">
          <ac:chgData name="Amal R Babu" userId="3a292d0a-112b-4bc3-bf38-7771656893d2" providerId="ADAL" clId="{992600FB-E5A2-48A8-ADC9-6968E10B5B48}" dt="2022-11-28T10:54:45.113" v="1118" actId="207"/>
          <ac:spMkLst>
            <pc:docMk/>
            <pc:sldMk cId="3017024285" sldId="258"/>
            <ac:spMk id="9" creationId="{67D53DBD-07C2-B89B-2A5E-6EA3F0CE967B}"/>
          </ac:spMkLst>
        </pc:spChg>
        <pc:spChg chg="mod">
          <ac:chgData name="Amal R Babu" userId="3a292d0a-112b-4bc3-bf38-7771656893d2" providerId="ADAL" clId="{992600FB-E5A2-48A8-ADC9-6968E10B5B48}" dt="2022-11-28T09:03:04.245" v="580" actId="571"/>
          <ac:spMkLst>
            <pc:docMk/>
            <pc:sldMk cId="3017024285" sldId="258"/>
            <ac:spMk id="11" creationId="{6BFB7376-9263-B342-0C9E-88E923A07656}"/>
          </ac:spMkLst>
        </pc:spChg>
        <pc:spChg chg="mod topLvl">
          <ac:chgData name="Amal R Babu" userId="3a292d0a-112b-4bc3-bf38-7771656893d2" providerId="ADAL" clId="{992600FB-E5A2-48A8-ADC9-6968E10B5B48}" dt="2022-11-30T07:42:42.278" v="3582" actId="164"/>
          <ac:spMkLst>
            <pc:docMk/>
            <pc:sldMk cId="3017024285" sldId="258"/>
            <ac:spMk id="13" creationId="{4F3E08FA-4C08-7258-FA22-03C53F09604C}"/>
          </ac:spMkLst>
        </pc:spChg>
        <pc:spChg chg="mod">
          <ac:chgData name="Amal R Babu" userId="3a292d0a-112b-4bc3-bf38-7771656893d2" providerId="ADAL" clId="{992600FB-E5A2-48A8-ADC9-6968E10B5B48}" dt="2022-11-28T09:03:04.245" v="580" actId="571"/>
          <ac:spMkLst>
            <pc:docMk/>
            <pc:sldMk cId="3017024285" sldId="258"/>
            <ac:spMk id="15" creationId="{C310782D-33B9-B2B9-A4FF-73ED60517DF2}"/>
          </ac:spMkLst>
        </pc:spChg>
        <pc:spChg chg="mod topLvl">
          <ac:chgData name="Amal R Babu" userId="3a292d0a-112b-4bc3-bf38-7771656893d2" providerId="ADAL" clId="{992600FB-E5A2-48A8-ADC9-6968E10B5B48}" dt="2022-11-30T07:42:42.278" v="3582" actId="164"/>
          <ac:spMkLst>
            <pc:docMk/>
            <pc:sldMk cId="3017024285" sldId="258"/>
            <ac:spMk id="16" creationId="{2913EB48-94F5-98C7-C275-915A1AD4D3EA}"/>
          </ac:spMkLst>
        </pc:spChg>
        <pc:spChg chg="mod topLvl">
          <ac:chgData name="Amal R Babu" userId="3a292d0a-112b-4bc3-bf38-7771656893d2" providerId="ADAL" clId="{992600FB-E5A2-48A8-ADC9-6968E10B5B48}" dt="2022-11-28T10:54:45.113" v="1118" actId="207"/>
          <ac:spMkLst>
            <pc:docMk/>
            <pc:sldMk cId="3017024285" sldId="258"/>
            <ac:spMk id="17" creationId="{29D393BC-86FC-4CA8-8830-E874EA43EE28}"/>
          </ac:spMkLst>
        </pc:spChg>
        <pc:spChg chg="mod">
          <ac:chgData name="Amal R Babu" userId="3a292d0a-112b-4bc3-bf38-7771656893d2" providerId="ADAL" clId="{992600FB-E5A2-48A8-ADC9-6968E10B5B48}" dt="2022-11-28T09:03:04.245" v="580" actId="571"/>
          <ac:spMkLst>
            <pc:docMk/>
            <pc:sldMk cId="3017024285" sldId="258"/>
            <ac:spMk id="18" creationId="{C427C3CD-0572-9DA7-DA3D-9FC411208DD2}"/>
          </ac:spMkLst>
        </pc:spChg>
        <pc:spChg chg="add mod topLvl">
          <ac:chgData name="Amal R Babu" userId="3a292d0a-112b-4bc3-bf38-7771656893d2" providerId="ADAL" clId="{992600FB-E5A2-48A8-ADC9-6968E10B5B48}" dt="2022-11-28T10:54:45.113" v="1118" actId="207"/>
          <ac:spMkLst>
            <pc:docMk/>
            <pc:sldMk cId="3017024285" sldId="258"/>
            <ac:spMk id="19" creationId="{B5F22004-B568-5F9F-D315-B9048F8F933E}"/>
          </ac:spMkLst>
        </pc:spChg>
        <pc:spChg chg="add mod topLvl">
          <ac:chgData name="Amal R Babu" userId="3a292d0a-112b-4bc3-bf38-7771656893d2" providerId="ADAL" clId="{992600FB-E5A2-48A8-ADC9-6968E10B5B48}" dt="2022-11-28T10:54:45.113" v="1118" actId="207"/>
          <ac:spMkLst>
            <pc:docMk/>
            <pc:sldMk cId="3017024285" sldId="258"/>
            <ac:spMk id="20" creationId="{DBD7492E-2CD4-61A0-9EEE-CEE4E61AED9D}"/>
          </ac:spMkLst>
        </pc:spChg>
        <pc:spChg chg="mod topLvl">
          <ac:chgData name="Amal R Babu" userId="3a292d0a-112b-4bc3-bf38-7771656893d2" providerId="ADAL" clId="{992600FB-E5A2-48A8-ADC9-6968E10B5B48}" dt="2022-11-28T09:56:52.066" v="785" actId="165"/>
          <ac:spMkLst>
            <pc:docMk/>
            <pc:sldMk cId="3017024285" sldId="258"/>
            <ac:spMk id="21" creationId="{88AF1956-F7FB-2ADE-A3E7-1F7329C9752A}"/>
          </ac:spMkLst>
        </pc:spChg>
        <pc:spChg chg="mod topLvl">
          <ac:chgData name="Amal R Babu" userId="3a292d0a-112b-4bc3-bf38-7771656893d2" providerId="ADAL" clId="{992600FB-E5A2-48A8-ADC9-6968E10B5B48}" dt="2022-11-28T10:54:45.113" v="1118" actId="207"/>
          <ac:spMkLst>
            <pc:docMk/>
            <pc:sldMk cId="3017024285" sldId="258"/>
            <ac:spMk id="22" creationId="{B8560F59-A67B-8514-2A4E-47A28A1A48B1}"/>
          </ac:spMkLst>
        </pc:spChg>
        <pc:spChg chg="mod">
          <ac:chgData name="Amal R Babu" userId="3a292d0a-112b-4bc3-bf38-7771656893d2" providerId="ADAL" clId="{992600FB-E5A2-48A8-ADC9-6968E10B5B48}" dt="2022-11-28T09:03:06.464" v="581" actId="571"/>
          <ac:spMkLst>
            <pc:docMk/>
            <pc:sldMk cId="3017024285" sldId="258"/>
            <ac:spMk id="24" creationId="{A2A8C7E1-F09E-8988-95C5-5AD415960E54}"/>
          </ac:spMkLst>
        </pc:spChg>
        <pc:spChg chg="mod topLvl">
          <ac:chgData name="Amal R Babu" userId="3a292d0a-112b-4bc3-bf38-7771656893d2" providerId="ADAL" clId="{992600FB-E5A2-48A8-ADC9-6968E10B5B48}" dt="2022-11-30T07:46:06.929" v="3587" actId="164"/>
          <ac:spMkLst>
            <pc:docMk/>
            <pc:sldMk cId="3017024285" sldId="258"/>
            <ac:spMk id="27" creationId="{0B437083-C79F-3320-0862-0AE0534D9648}"/>
          </ac:spMkLst>
        </pc:spChg>
        <pc:spChg chg="mod topLvl">
          <ac:chgData name="Amal R Babu" userId="3a292d0a-112b-4bc3-bf38-7771656893d2" providerId="ADAL" clId="{992600FB-E5A2-48A8-ADC9-6968E10B5B48}" dt="2022-11-30T07:46:06.929" v="3587" actId="164"/>
          <ac:spMkLst>
            <pc:docMk/>
            <pc:sldMk cId="3017024285" sldId="258"/>
            <ac:spMk id="28" creationId="{3A74A947-106C-8861-FA4A-4F68E2601555}"/>
          </ac:spMkLst>
        </pc:spChg>
        <pc:spChg chg="mod topLvl">
          <ac:chgData name="Amal R Babu" userId="3a292d0a-112b-4bc3-bf38-7771656893d2" providerId="ADAL" clId="{992600FB-E5A2-48A8-ADC9-6968E10B5B48}" dt="2022-11-30T07:46:06.929" v="3587" actId="164"/>
          <ac:spMkLst>
            <pc:docMk/>
            <pc:sldMk cId="3017024285" sldId="258"/>
            <ac:spMk id="29" creationId="{D2697409-DA9B-84CF-C5C5-4FA11D3D158F}"/>
          </ac:spMkLst>
        </pc:spChg>
        <pc:spChg chg="mod">
          <ac:chgData name="Amal R Babu" userId="3a292d0a-112b-4bc3-bf38-7771656893d2" providerId="ADAL" clId="{992600FB-E5A2-48A8-ADC9-6968E10B5B48}" dt="2022-11-28T09:03:06.464" v="581" actId="571"/>
          <ac:spMkLst>
            <pc:docMk/>
            <pc:sldMk cId="3017024285" sldId="258"/>
            <ac:spMk id="31" creationId="{05876784-2495-D370-B460-6F58BA566778}"/>
          </ac:spMkLst>
        </pc:spChg>
        <pc:spChg chg="mod">
          <ac:chgData name="Amal R Babu" userId="3a292d0a-112b-4bc3-bf38-7771656893d2" providerId="ADAL" clId="{992600FB-E5A2-48A8-ADC9-6968E10B5B48}" dt="2022-11-28T09:03:06.464" v="581" actId="571"/>
          <ac:spMkLst>
            <pc:docMk/>
            <pc:sldMk cId="3017024285" sldId="258"/>
            <ac:spMk id="32" creationId="{3ECF6D31-175F-FDD2-EB56-6405FAE9B934}"/>
          </ac:spMkLst>
        </pc:spChg>
        <pc:spChg chg="add mod topLvl">
          <ac:chgData name="Amal R Babu" userId="3a292d0a-112b-4bc3-bf38-7771656893d2" providerId="ADAL" clId="{992600FB-E5A2-48A8-ADC9-6968E10B5B48}" dt="2022-11-28T10:54:45.113" v="1118" actId="207"/>
          <ac:spMkLst>
            <pc:docMk/>
            <pc:sldMk cId="3017024285" sldId="258"/>
            <ac:spMk id="33" creationId="{06426368-13B9-05ED-7B4E-48B8C7532F65}"/>
          </ac:spMkLst>
        </pc:spChg>
        <pc:spChg chg="add mod topLvl">
          <ac:chgData name="Amal R Babu" userId="3a292d0a-112b-4bc3-bf38-7771656893d2" providerId="ADAL" clId="{992600FB-E5A2-48A8-ADC9-6968E10B5B48}" dt="2022-11-28T10:54:45.113" v="1118" actId="207"/>
          <ac:spMkLst>
            <pc:docMk/>
            <pc:sldMk cId="3017024285" sldId="258"/>
            <ac:spMk id="34" creationId="{15C24E6E-5086-DAC3-E400-3CB725E13353}"/>
          </ac:spMkLst>
        </pc:spChg>
        <pc:spChg chg="mod topLvl">
          <ac:chgData name="Amal R Babu" userId="3a292d0a-112b-4bc3-bf38-7771656893d2" providerId="ADAL" clId="{992600FB-E5A2-48A8-ADC9-6968E10B5B48}" dt="2022-11-28T11:20:32.584" v="1498" actId="20577"/>
          <ac:spMkLst>
            <pc:docMk/>
            <pc:sldMk cId="3017024285" sldId="258"/>
            <ac:spMk id="35" creationId="{D7FACB4C-BCA4-434A-8FA8-F4D0A8D4C109}"/>
          </ac:spMkLst>
        </pc:spChg>
        <pc:spChg chg="mod">
          <ac:chgData name="Amal R Babu" userId="3a292d0a-112b-4bc3-bf38-7771656893d2" providerId="ADAL" clId="{992600FB-E5A2-48A8-ADC9-6968E10B5B48}" dt="2022-11-28T09:03:09.755" v="582" actId="571"/>
          <ac:spMkLst>
            <pc:docMk/>
            <pc:sldMk cId="3017024285" sldId="258"/>
            <ac:spMk id="37" creationId="{18E59CDE-9640-3144-1FEC-469984118858}"/>
          </ac:spMkLst>
        </pc:spChg>
        <pc:spChg chg="mod">
          <ac:chgData name="Amal R Babu" userId="3a292d0a-112b-4bc3-bf38-7771656893d2" providerId="ADAL" clId="{992600FB-E5A2-48A8-ADC9-6968E10B5B48}" dt="2022-11-28T09:03:09.755" v="582" actId="571"/>
          <ac:spMkLst>
            <pc:docMk/>
            <pc:sldMk cId="3017024285" sldId="258"/>
            <ac:spMk id="40" creationId="{718FFA43-7C1F-C128-7B73-14708ED04687}"/>
          </ac:spMkLst>
        </pc:spChg>
        <pc:spChg chg="mod topLvl">
          <ac:chgData name="Amal R Babu" userId="3a292d0a-112b-4bc3-bf38-7771656893d2" providerId="ADAL" clId="{992600FB-E5A2-48A8-ADC9-6968E10B5B48}" dt="2022-11-30T07:46:54.843" v="3589" actId="164"/>
          <ac:spMkLst>
            <pc:docMk/>
            <pc:sldMk cId="3017024285" sldId="258"/>
            <ac:spMk id="41" creationId="{04DE6D2B-6CE6-28FD-8F23-17896ED36EF7}"/>
          </ac:spMkLst>
        </pc:spChg>
        <pc:spChg chg="mod">
          <ac:chgData name="Amal R Babu" userId="3a292d0a-112b-4bc3-bf38-7771656893d2" providerId="ADAL" clId="{992600FB-E5A2-48A8-ADC9-6968E10B5B48}" dt="2022-11-28T09:03:09.755" v="582" actId="571"/>
          <ac:spMkLst>
            <pc:docMk/>
            <pc:sldMk cId="3017024285" sldId="258"/>
            <ac:spMk id="42" creationId="{9485AE91-E54E-24A5-A246-62B11C0D1AE4}"/>
          </ac:spMkLst>
        </pc:spChg>
        <pc:spChg chg="add del mod topLvl">
          <ac:chgData name="Amal R Babu" userId="3a292d0a-112b-4bc3-bf38-7771656893d2" providerId="ADAL" clId="{992600FB-E5A2-48A8-ADC9-6968E10B5B48}" dt="2022-11-30T06:31:13.285" v="3456" actId="478"/>
          <ac:spMkLst>
            <pc:docMk/>
            <pc:sldMk cId="3017024285" sldId="258"/>
            <ac:spMk id="43" creationId="{4085F982-777E-59AD-4DB4-B07024AB9EAF}"/>
          </ac:spMkLst>
        </pc:spChg>
        <pc:spChg chg="mod">
          <ac:chgData name="Amal R Babu" userId="3a292d0a-112b-4bc3-bf38-7771656893d2" providerId="ADAL" clId="{992600FB-E5A2-48A8-ADC9-6968E10B5B48}" dt="2022-11-28T09:56:52.066" v="785" actId="165"/>
          <ac:spMkLst>
            <pc:docMk/>
            <pc:sldMk cId="3017024285" sldId="258"/>
            <ac:spMk id="49" creationId="{6FEC08F9-B3B1-86EB-79F3-CA1332F8881C}"/>
          </ac:spMkLst>
        </pc:spChg>
        <pc:spChg chg="mod topLvl">
          <ac:chgData name="Amal R Babu" userId="3a292d0a-112b-4bc3-bf38-7771656893d2" providerId="ADAL" clId="{992600FB-E5A2-48A8-ADC9-6968E10B5B48}" dt="2022-11-28T09:56:49.100" v="784" actId="165"/>
          <ac:spMkLst>
            <pc:docMk/>
            <pc:sldMk cId="3017024285" sldId="258"/>
            <ac:spMk id="50" creationId="{0E2B6178-FB2D-9772-47AD-87A734026875}"/>
          </ac:spMkLst>
        </pc:spChg>
        <pc:spChg chg="del mod topLvl">
          <ac:chgData name="Amal R Babu" userId="3a292d0a-112b-4bc3-bf38-7771656893d2" providerId="ADAL" clId="{992600FB-E5A2-48A8-ADC9-6968E10B5B48}" dt="2022-11-28T09:06:42.977" v="668" actId="478"/>
          <ac:spMkLst>
            <pc:docMk/>
            <pc:sldMk cId="3017024285" sldId="258"/>
            <ac:spMk id="51" creationId="{58A587BC-8CD7-C3F4-2C2C-47E789DD6A31}"/>
          </ac:spMkLst>
        </pc:spChg>
        <pc:spChg chg="mod">
          <ac:chgData name="Amal R Babu" userId="3a292d0a-112b-4bc3-bf38-7771656893d2" providerId="ADAL" clId="{992600FB-E5A2-48A8-ADC9-6968E10B5B48}" dt="2022-11-28T09:56:52.066" v="785" actId="165"/>
          <ac:spMkLst>
            <pc:docMk/>
            <pc:sldMk cId="3017024285" sldId="258"/>
            <ac:spMk id="53" creationId="{D20238C3-466E-42F9-B7C9-8DE3867D5B99}"/>
          </ac:spMkLst>
        </pc:spChg>
        <pc:spChg chg="mod topLvl">
          <ac:chgData name="Amal R Babu" userId="3a292d0a-112b-4bc3-bf38-7771656893d2" providerId="ADAL" clId="{992600FB-E5A2-48A8-ADC9-6968E10B5B48}" dt="2022-11-28T10:54:45.113" v="1118" actId="207"/>
          <ac:spMkLst>
            <pc:docMk/>
            <pc:sldMk cId="3017024285" sldId="258"/>
            <ac:spMk id="55" creationId="{A2C13AB5-7A64-00F4-ECBF-90F667E097CA}"/>
          </ac:spMkLst>
        </pc:spChg>
        <pc:spChg chg="mod topLvl">
          <ac:chgData name="Amal R Babu" userId="3a292d0a-112b-4bc3-bf38-7771656893d2" providerId="ADAL" clId="{992600FB-E5A2-48A8-ADC9-6968E10B5B48}" dt="2022-11-28T09:56:49.100" v="784" actId="165"/>
          <ac:spMkLst>
            <pc:docMk/>
            <pc:sldMk cId="3017024285" sldId="258"/>
            <ac:spMk id="58" creationId="{84827C04-91A4-59E2-705C-138BA0A13DA9}"/>
          </ac:spMkLst>
        </pc:spChg>
        <pc:spChg chg="del mod topLvl">
          <ac:chgData name="Amal R Babu" userId="3a292d0a-112b-4bc3-bf38-7771656893d2" providerId="ADAL" clId="{992600FB-E5A2-48A8-ADC9-6968E10B5B48}" dt="2022-11-28T09:09:45.933" v="682" actId="478"/>
          <ac:spMkLst>
            <pc:docMk/>
            <pc:sldMk cId="3017024285" sldId="258"/>
            <ac:spMk id="59" creationId="{48E59605-0AE5-61C6-1783-83B496AF6628}"/>
          </ac:spMkLst>
        </pc:spChg>
        <pc:spChg chg="mod topLvl">
          <ac:chgData name="Amal R Babu" userId="3a292d0a-112b-4bc3-bf38-7771656893d2" providerId="ADAL" clId="{992600FB-E5A2-48A8-ADC9-6968E10B5B48}" dt="2022-11-30T07:49:14.532" v="3591" actId="1076"/>
          <ac:spMkLst>
            <pc:docMk/>
            <pc:sldMk cId="3017024285" sldId="258"/>
            <ac:spMk id="64" creationId="{1026419F-9D4F-D6A0-6D28-43C551A1C434}"/>
          </ac:spMkLst>
        </pc:spChg>
        <pc:spChg chg="del mod topLvl">
          <ac:chgData name="Amal R Babu" userId="3a292d0a-112b-4bc3-bf38-7771656893d2" providerId="ADAL" clId="{992600FB-E5A2-48A8-ADC9-6968E10B5B48}" dt="2022-11-28T09:11:33.584" v="695" actId="478"/>
          <ac:spMkLst>
            <pc:docMk/>
            <pc:sldMk cId="3017024285" sldId="258"/>
            <ac:spMk id="66" creationId="{343A34EE-FACA-87F6-C34C-C48FA261057B}"/>
          </ac:spMkLst>
        </pc:spChg>
        <pc:spChg chg="del mod topLvl">
          <ac:chgData name="Amal R Babu" userId="3a292d0a-112b-4bc3-bf38-7771656893d2" providerId="ADAL" clId="{992600FB-E5A2-48A8-ADC9-6968E10B5B48}" dt="2022-11-28T09:11:33.584" v="695" actId="478"/>
          <ac:spMkLst>
            <pc:docMk/>
            <pc:sldMk cId="3017024285" sldId="258"/>
            <ac:spMk id="74" creationId="{5B42EE59-4515-BD30-FCAE-280B6AFE3380}"/>
          </ac:spMkLst>
        </pc:spChg>
        <pc:spChg chg="del mod topLvl">
          <ac:chgData name="Amal R Babu" userId="3a292d0a-112b-4bc3-bf38-7771656893d2" providerId="ADAL" clId="{992600FB-E5A2-48A8-ADC9-6968E10B5B48}" dt="2022-11-28T09:11:33.584" v="695" actId="478"/>
          <ac:spMkLst>
            <pc:docMk/>
            <pc:sldMk cId="3017024285" sldId="258"/>
            <ac:spMk id="78" creationId="{76F5A106-D35F-A26F-E7EB-B416BEC7EDF2}"/>
          </ac:spMkLst>
        </pc:spChg>
        <pc:spChg chg="mod topLvl">
          <ac:chgData name="Amal R Babu" userId="3a292d0a-112b-4bc3-bf38-7771656893d2" providerId="ADAL" clId="{992600FB-E5A2-48A8-ADC9-6968E10B5B48}" dt="2022-11-28T09:56:49.100" v="784" actId="165"/>
          <ac:spMkLst>
            <pc:docMk/>
            <pc:sldMk cId="3017024285" sldId="258"/>
            <ac:spMk id="79" creationId="{658172E2-3787-64CE-5910-C25C444076A5}"/>
          </ac:spMkLst>
        </pc:spChg>
        <pc:spChg chg="del mod topLvl">
          <ac:chgData name="Amal R Babu" userId="3a292d0a-112b-4bc3-bf38-7771656893d2" providerId="ADAL" clId="{992600FB-E5A2-48A8-ADC9-6968E10B5B48}" dt="2022-11-28T09:11:34.888" v="696" actId="478"/>
          <ac:spMkLst>
            <pc:docMk/>
            <pc:sldMk cId="3017024285" sldId="258"/>
            <ac:spMk id="82" creationId="{26B1158B-41FF-E087-2774-50E4BA3B0F0E}"/>
          </ac:spMkLst>
        </pc:spChg>
        <pc:spChg chg="mod topLvl">
          <ac:chgData name="Amal R Babu" userId="3a292d0a-112b-4bc3-bf38-7771656893d2" providerId="ADAL" clId="{992600FB-E5A2-48A8-ADC9-6968E10B5B48}" dt="2022-11-28T10:55:12.042" v="1122" actId="1036"/>
          <ac:spMkLst>
            <pc:docMk/>
            <pc:sldMk cId="3017024285" sldId="258"/>
            <ac:spMk id="92" creationId="{232C2ADA-8B7B-4990-FB78-B27C9A79E87E}"/>
          </ac:spMkLst>
        </pc:spChg>
        <pc:spChg chg="mod topLvl">
          <ac:chgData name="Amal R Babu" userId="3a292d0a-112b-4bc3-bf38-7771656893d2" providerId="ADAL" clId="{992600FB-E5A2-48A8-ADC9-6968E10B5B48}" dt="2022-11-28T09:56:49.100" v="784" actId="165"/>
          <ac:spMkLst>
            <pc:docMk/>
            <pc:sldMk cId="3017024285" sldId="258"/>
            <ac:spMk id="94" creationId="{149494EE-3A8F-DAC0-A98E-4649108E72E4}"/>
          </ac:spMkLst>
        </pc:spChg>
        <pc:spChg chg="del mod topLvl">
          <ac:chgData name="Amal R Babu" userId="3a292d0a-112b-4bc3-bf38-7771656893d2" providerId="ADAL" clId="{992600FB-E5A2-48A8-ADC9-6968E10B5B48}" dt="2022-11-28T09:14:31.654" v="710" actId="478"/>
          <ac:spMkLst>
            <pc:docMk/>
            <pc:sldMk cId="3017024285" sldId="258"/>
            <ac:spMk id="95" creationId="{0D630C03-B36C-39F6-6C79-8F573621AEF4}"/>
          </ac:spMkLst>
        </pc:spChg>
        <pc:spChg chg="add del mod topLvl">
          <ac:chgData name="Amal R Babu" userId="3a292d0a-112b-4bc3-bf38-7771656893d2" providerId="ADAL" clId="{992600FB-E5A2-48A8-ADC9-6968E10B5B48}" dt="2022-11-28T09:56:49.100" v="784" actId="165"/>
          <ac:spMkLst>
            <pc:docMk/>
            <pc:sldMk cId="3017024285" sldId="258"/>
            <ac:spMk id="96" creationId="{1D716285-1ADB-8062-28AF-3D63F2CFC065}"/>
          </ac:spMkLst>
        </pc:spChg>
        <pc:spChg chg="del mod topLvl">
          <ac:chgData name="Amal R Babu" userId="3a292d0a-112b-4bc3-bf38-7771656893d2" providerId="ADAL" clId="{992600FB-E5A2-48A8-ADC9-6968E10B5B48}" dt="2022-11-28T09:14:38.767" v="713" actId="478"/>
          <ac:spMkLst>
            <pc:docMk/>
            <pc:sldMk cId="3017024285" sldId="258"/>
            <ac:spMk id="97" creationId="{90B083E3-3DE5-599E-82E5-4FCABDDC2E4A}"/>
          </ac:spMkLst>
        </pc:spChg>
        <pc:spChg chg="mod topLvl">
          <ac:chgData name="Amal R Babu" userId="3a292d0a-112b-4bc3-bf38-7771656893d2" providerId="ADAL" clId="{992600FB-E5A2-48A8-ADC9-6968E10B5B48}" dt="2022-11-28T09:56:49.100" v="784" actId="165"/>
          <ac:spMkLst>
            <pc:docMk/>
            <pc:sldMk cId="3017024285" sldId="258"/>
            <ac:spMk id="102" creationId="{BC336F4F-319C-E66A-14BA-28906300DE58}"/>
          </ac:spMkLst>
        </pc:spChg>
        <pc:spChg chg="mod topLvl">
          <ac:chgData name="Amal R Babu" userId="3a292d0a-112b-4bc3-bf38-7771656893d2" providerId="ADAL" clId="{992600FB-E5A2-48A8-ADC9-6968E10B5B48}" dt="2022-11-28T10:13:05.635" v="1004" actId="1076"/>
          <ac:spMkLst>
            <pc:docMk/>
            <pc:sldMk cId="3017024285" sldId="258"/>
            <ac:spMk id="103" creationId="{29B0C45B-43BB-5FBD-2EEB-988D2B901594}"/>
          </ac:spMkLst>
        </pc:spChg>
        <pc:spChg chg="mod topLvl">
          <ac:chgData name="Amal R Babu" userId="3a292d0a-112b-4bc3-bf38-7771656893d2" providerId="ADAL" clId="{992600FB-E5A2-48A8-ADC9-6968E10B5B48}" dt="2022-11-28T10:13:05.635" v="1004" actId="1076"/>
          <ac:spMkLst>
            <pc:docMk/>
            <pc:sldMk cId="3017024285" sldId="258"/>
            <ac:spMk id="104" creationId="{74C5E675-701B-8094-F5F5-D71CAAE61688}"/>
          </ac:spMkLst>
        </pc:spChg>
        <pc:spChg chg="del mod topLvl">
          <ac:chgData name="Amal R Babu" userId="3a292d0a-112b-4bc3-bf38-7771656893d2" providerId="ADAL" clId="{992600FB-E5A2-48A8-ADC9-6968E10B5B48}" dt="2022-11-28T09:51:55.228" v="726" actId="478"/>
          <ac:spMkLst>
            <pc:docMk/>
            <pc:sldMk cId="3017024285" sldId="258"/>
            <ac:spMk id="105" creationId="{047252B4-D7F8-C228-24FE-6D1897A378E6}"/>
          </ac:spMkLst>
        </pc:spChg>
        <pc:spChg chg="del mod topLvl">
          <ac:chgData name="Amal R Babu" userId="3a292d0a-112b-4bc3-bf38-7771656893d2" providerId="ADAL" clId="{992600FB-E5A2-48A8-ADC9-6968E10B5B48}" dt="2022-11-30T06:31:13.285" v="3456" actId="478"/>
          <ac:spMkLst>
            <pc:docMk/>
            <pc:sldMk cId="3017024285" sldId="258"/>
            <ac:spMk id="109" creationId="{B205D4A8-03D0-E92D-2A10-7A44B4A53BD1}"/>
          </ac:spMkLst>
        </pc:spChg>
        <pc:spChg chg="del mod topLvl">
          <ac:chgData name="Amal R Babu" userId="3a292d0a-112b-4bc3-bf38-7771656893d2" providerId="ADAL" clId="{992600FB-E5A2-48A8-ADC9-6968E10B5B48}" dt="2022-11-28T09:54:14.044" v="742" actId="478"/>
          <ac:spMkLst>
            <pc:docMk/>
            <pc:sldMk cId="3017024285" sldId="258"/>
            <ac:spMk id="110" creationId="{34BEFDCD-12C2-69E4-73F6-CBC34E15DD13}"/>
          </ac:spMkLst>
        </pc:spChg>
        <pc:spChg chg="del mod topLvl">
          <ac:chgData name="Amal R Babu" userId="3a292d0a-112b-4bc3-bf38-7771656893d2" providerId="ADAL" clId="{992600FB-E5A2-48A8-ADC9-6968E10B5B48}" dt="2022-11-28T09:54:14.044" v="742" actId="478"/>
          <ac:spMkLst>
            <pc:docMk/>
            <pc:sldMk cId="3017024285" sldId="258"/>
            <ac:spMk id="111" creationId="{1370D0EB-FC16-F252-85CC-517536061DBC}"/>
          </ac:spMkLst>
        </pc:spChg>
        <pc:spChg chg="del mod topLvl">
          <ac:chgData name="Amal R Babu" userId="3a292d0a-112b-4bc3-bf38-7771656893d2" providerId="ADAL" clId="{992600FB-E5A2-48A8-ADC9-6968E10B5B48}" dt="2022-11-28T09:54:14.044" v="742" actId="478"/>
          <ac:spMkLst>
            <pc:docMk/>
            <pc:sldMk cId="3017024285" sldId="258"/>
            <ac:spMk id="112" creationId="{0AECB292-1029-21A6-2E2A-AB91E7911531}"/>
          </ac:spMkLst>
        </pc:spChg>
        <pc:spChg chg="del mod topLvl">
          <ac:chgData name="Amal R Babu" userId="3a292d0a-112b-4bc3-bf38-7771656893d2" providerId="ADAL" clId="{992600FB-E5A2-48A8-ADC9-6968E10B5B48}" dt="2022-11-28T09:54:14.044" v="742" actId="478"/>
          <ac:spMkLst>
            <pc:docMk/>
            <pc:sldMk cId="3017024285" sldId="258"/>
            <ac:spMk id="113" creationId="{C62A8B6B-3814-DC4C-060A-B9DA22585D4E}"/>
          </ac:spMkLst>
        </pc:spChg>
        <pc:spChg chg="add mod topLvl">
          <ac:chgData name="Amal R Babu" userId="3a292d0a-112b-4bc3-bf38-7771656893d2" providerId="ADAL" clId="{992600FB-E5A2-48A8-ADC9-6968E10B5B48}" dt="2022-11-28T10:13:09.572" v="1005" actId="14100"/>
          <ac:spMkLst>
            <pc:docMk/>
            <pc:sldMk cId="3017024285" sldId="258"/>
            <ac:spMk id="128" creationId="{41223AA4-B730-3AEB-3564-71CF3E904C71}"/>
          </ac:spMkLst>
        </pc:spChg>
        <pc:spChg chg="mod topLvl">
          <ac:chgData name="Amal R Babu" userId="3a292d0a-112b-4bc3-bf38-7771656893d2" providerId="ADAL" clId="{992600FB-E5A2-48A8-ADC9-6968E10B5B48}" dt="2022-11-28T10:02:02.235" v="846" actId="165"/>
          <ac:spMkLst>
            <pc:docMk/>
            <pc:sldMk cId="3017024285" sldId="258"/>
            <ac:spMk id="130" creationId="{DE0006AF-31CB-231E-D4F6-D868DFE9BE73}"/>
          </ac:spMkLst>
        </pc:spChg>
        <pc:spChg chg="mod topLvl">
          <ac:chgData name="Amal R Babu" userId="3a292d0a-112b-4bc3-bf38-7771656893d2" providerId="ADAL" clId="{992600FB-E5A2-48A8-ADC9-6968E10B5B48}" dt="2022-11-28T10:02:02.235" v="846" actId="165"/>
          <ac:spMkLst>
            <pc:docMk/>
            <pc:sldMk cId="3017024285" sldId="258"/>
            <ac:spMk id="131" creationId="{9B399B2D-B4AD-4519-5980-902ACC86562F}"/>
          </ac:spMkLst>
        </pc:spChg>
        <pc:spChg chg="add del mod topLvl">
          <ac:chgData name="Amal R Babu" userId="3a292d0a-112b-4bc3-bf38-7771656893d2" providerId="ADAL" clId="{992600FB-E5A2-48A8-ADC9-6968E10B5B48}" dt="2022-11-28T10:01:32.283" v="838" actId="478"/>
          <ac:spMkLst>
            <pc:docMk/>
            <pc:sldMk cId="3017024285" sldId="258"/>
            <ac:spMk id="132" creationId="{C3503128-C014-83E8-067D-BE687CACD37C}"/>
          </ac:spMkLst>
        </pc:spChg>
        <pc:spChg chg="add del mod topLvl">
          <ac:chgData name="Amal R Babu" userId="3a292d0a-112b-4bc3-bf38-7771656893d2" providerId="ADAL" clId="{992600FB-E5A2-48A8-ADC9-6968E10B5B48}" dt="2022-11-28T10:01:32.283" v="838" actId="478"/>
          <ac:spMkLst>
            <pc:docMk/>
            <pc:sldMk cId="3017024285" sldId="258"/>
            <ac:spMk id="133" creationId="{22AC2BEF-659A-9BFF-B7F9-7B06A71275E0}"/>
          </ac:spMkLst>
        </pc:spChg>
        <pc:spChg chg="add mod topLvl">
          <ac:chgData name="Amal R Babu" userId="3a292d0a-112b-4bc3-bf38-7771656893d2" providerId="ADAL" clId="{992600FB-E5A2-48A8-ADC9-6968E10B5B48}" dt="2022-11-28T10:02:02.235" v="846" actId="165"/>
          <ac:spMkLst>
            <pc:docMk/>
            <pc:sldMk cId="3017024285" sldId="258"/>
            <ac:spMk id="134" creationId="{DCF34284-4ECD-5A3E-7B23-7CB453163349}"/>
          </ac:spMkLst>
        </pc:spChg>
        <pc:spChg chg="add mod topLvl">
          <ac:chgData name="Amal R Babu" userId="3a292d0a-112b-4bc3-bf38-7771656893d2" providerId="ADAL" clId="{992600FB-E5A2-48A8-ADC9-6968E10B5B48}" dt="2022-11-28T10:02:02.235" v="846" actId="165"/>
          <ac:spMkLst>
            <pc:docMk/>
            <pc:sldMk cId="3017024285" sldId="258"/>
            <ac:spMk id="135" creationId="{5BB3C482-6436-283A-CBED-C315BA5304DF}"/>
          </ac:spMkLst>
        </pc:spChg>
        <pc:spChg chg="mod topLvl">
          <ac:chgData name="Amal R Babu" userId="3a292d0a-112b-4bc3-bf38-7771656893d2" providerId="ADAL" clId="{992600FB-E5A2-48A8-ADC9-6968E10B5B48}" dt="2022-11-28T10:02:02.235" v="846" actId="165"/>
          <ac:spMkLst>
            <pc:docMk/>
            <pc:sldMk cId="3017024285" sldId="258"/>
            <ac:spMk id="137" creationId="{C47EE6C9-0F5E-321F-508D-CF1B448127FD}"/>
          </ac:spMkLst>
        </pc:spChg>
        <pc:spChg chg="mod topLvl">
          <ac:chgData name="Amal R Babu" userId="3a292d0a-112b-4bc3-bf38-7771656893d2" providerId="ADAL" clId="{992600FB-E5A2-48A8-ADC9-6968E10B5B48}" dt="2022-11-28T10:02:02.235" v="846" actId="165"/>
          <ac:spMkLst>
            <pc:docMk/>
            <pc:sldMk cId="3017024285" sldId="258"/>
            <ac:spMk id="138" creationId="{144A5030-D66D-D18E-5828-038F2F37BCCA}"/>
          </ac:spMkLst>
        </pc:spChg>
        <pc:spChg chg="mod topLvl">
          <ac:chgData name="Amal R Babu" userId="3a292d0a-112b-4bc3-bf38-7771656893d2" providerId="ADAL" clId="{992600FB-E5A2-48A8-ADC9-6968E10B5B48}" dt="2022-11-28T10:02:02.235" v="846" actId="165"/>
          <ac:spMkLst>
            <pc:docMk/>
            <pc:sldMk cId="3017024285" sldId="258"/>
            <ac:spMk id="139" creationId="{F2D7FC6B-3C09-EB09-0492-7F0722E8B635}"/>
          </ac:spMkLst>
        </pc:spChg>
        <pc:grpChg chg="add mod">
          <ac:chgData name="Amal R Babu" userId="3a292d0a-112b-4bc3-bf38-7771656893d2" providerId="ADAL" clId="{992600FB-E5A2-48A8-ADC9-6968E10B5B48}" dt="2022-11-30T07:41:53.720" v="3580" actId="164"/>
          <ac:grpSpMkLst>
            <pc:docMk/>
            <pc:sldMk cId="3017024285" sldId="258"/>
            <ac:grpSpMk id="2" creationId="{05962D93-2AB1-FDA1-8BCF-E7361E3886F7}"/>
          </ac:grpSpMkLst>
        </pc:grpChg>
        <pc:grpChg chg="add mod">
          <ac:chgData name="Amal R Babu" userId="3a292d0a-112b-4bc3-bf38-7771656893d2" providerId="ADAL" clId="{992600FB-E5A2-48A8-ADC9-6968E10B5B48}" dt="2022-11-30T07:42:42.278" v="3582" actId="164"/>
          <ac:grpSpMkLst>
            <pc:docMk/>
            <pc:sldMk cId="3017024285" sldId="258"/>
            <ac:grpSpMk id="10" creationId="{2E03A902-69A0-1B62-4408-118882C7F66E}"/>
          </ac:grpSpMkLst>
        </pc:grpChg>
        <pc:grpChg chg="add del mod">
          <ac:chgData name="Amal R Babu" userId="3a292d0a-112b-4bc3-bf38-7771656893d2" providerId="ADAL" clId="{992600FB-E5A2-48A8-ADC9-6968E10B5B48}" dt="2022-11-28T09:07:07.316" v="676" actId="478"/>
          <ac:grpSpMkLst>
            <pc:docMk/>
            <pc:sldMk cId="3017024285" sldId="258"/>
            <ac:grpSpMk id="10" creationId="{64361FE2-F125-DE31-C0C4-32F58154C347}"/>
          </ac:grpSpMkLst>
        </pc:grpChg>
        <pc:grpChg chg="add del mod">
          <ac:chgData name="Amal R Babu" userId="3a292d0a-112b-4bc3-bf38-7771656893d2" providerId="ADAL" clId="{992600FB-E5A2-48A8-ADC9-6968E10B5B48}" dt="2022-11-30T07:45:28.135" v="3586" actId="165"/>
          <ac:grpSpMkLst>
            <pc:docMk/>
            <pc:sldMk cId="3017024285" sldId="258"/>
            <ac:grpSpMk id="11" creationId="{83C02A96-27A4-EE56-BF45-FA61078DC666}"/>
          </ac:grpSpMkLst>
        </pc:grpChg>
        <pc:grpChg chg="add mod">
          <ac:chgData name="Amal R Babu" userId="3a292d0a-112b-4bc3-bf38-7771656893d2" providerId="ADAL" clId="{992600FB-E5A2-48A8-ADC9-6968E10B5B48}" dt="2022-11-30T07:46:06.929" v="3587" actId="164"/>
          <ac:grpSpMkLst>
            <pc:docMk/>
            <pc:sldMk cId="3017024285" sldId="258"/>
            <ac:grpSpMk id="12" creationId="{B49BF3CE-B5CC-0826-B505-034FA0112EB0}"/>
          </ac:grpSpMkLst>
        </pc:grpChg>
        <pc:grpChg chg="add del mod">
          <ac:chgData name="Amal R Babu" userId="3a292d0a-112b-4bc3-bf38-7771656893d2" providerId="ADAL" clId="{992600FB-E5A2-48A8-ADC9-6968E10B5B48}" dt="2022-11-28T09:10:03.151" v="688" actId="478"/>
          <ac:grpSpMkLst>
            <pc:docMk/>
            <pc:sldMk cId="3017024285" sldId="258"/>
            <ac:grpSpMk id="14" creationId="{E454F90C-F62A-F656-AD96-CB089E2628EB}"/>
          </ac:grpSpMkLst>
        </pc:grpChg>
        <pc:grpChg chg="add mod">
          <ac:chgData name="Amal R Babu" userId="3a292d0a-112b-4bc3-bf38-7771656893d2" providerId="ADAL" clId="{992600FB-E5A2-48A8-ADC9-6968E10B5B48}" dt="2022-11-30T07:46:54.843" v="3589" actId="164"/>
          <ac:grpSpMkLst>
            <pc:docMk/>
            <pc:sldMk cId="3017024285" sldId="258"/>
            <ac:grpSpMk id="14" creationId="{EA242ACD-15E5-8F2C-9A52-01A6F8C1149E}"/>
          </ac:grpSpMkLst>
        </pc:grpChg>
        <pc:grpChg chg="add del mod">
          <ac:chgData name="Amal R Babu" userId="3a292d0a-112b-4bc3-bf38-7771656893d2" providerId="ADAL" clId="{992600FB-E5A2-48A8-ADC9-6968E10B5B48}" dt="2022-11-28T09:11:56.613" v="704" actId="478"/>
          <ac:grpSpMkLst>
            <pc:docMk/>
            <pc:sldMk cId="3017024285" sldId="258"/>
            <ac:grpSpMk id="23" creationId="{9F6BA3C3-1108-046A-BB2C-5D845612F5D5}"/>
          </ac:grpSpMkLst>
        </pc:grpChg>
        <pc:grpChg chg="add del mod">
          <ac:chgData name="Amal R Babu" userId="3a292d0a-112b-4bc3-bf38-7771656893d2" providerId="ADAL" clId="{992600FB-E5A2-48A8-ADC9-6968E10B5B48}" dt="2022-11-28T09:14:55.579" v="719" actId="478"/>
          <ac:grpSpMkLst>
            <pc:docMk/>
            <pc:sldMk cId="3017024285" sldId="258"/>
            <ac:grpSpMk id="26" creationId="{7A7F2333-84D8-E5C3-977E-07F823A3AFAE}"/>
          </ac:grpSpMkLst>
        </pc:grpChg>
        <pc:grpChg chg="del mod topLvl">
          <ac:chgData name="Amal R Babu" userId="3a292d0a-112b-4bc3-bf38-7771656893d2" providerId="ADAL" clId="{992600FB-E5A2-48A8-ADC9-6968E10B5B48}" dt="2022-11-30T07:45:13.635" v="3583" actId="165"/>
          <ac:grpSpMkLst>
            <pc:docMk/>
            <pc:sldMk cId="3017024285" sldId="258"/>
            <ac:grpSpMk id="30" creationId="{9ECCC638-745A-4CD5-37F4-34E729654B57}"/>
          </ac:grpSpMkLst>
        </pc:grpChg>
        <pc:grpChg chg="add del mod">
          <ac:chgData name="Amal R Babu" userId="3a292d0a-112b-4bc3-bf38-7771656893d2" providerId="ADAL" clId="{992600FB-E5A2-48A8-ADC9-6968E10B5B48}" dt="2022-11-28T09:52:32.050" v="736" actId="478"/>
          <ac:grpSpMkLst>
            <pc:docMk/>
            <pc:sldMk cId="3017024285" sldId="258"/>
            <ac:grpSpMk id="36" creationId="{4B09580E-46F1-4989-1261-39E23238EFC0}"/>
          </ac:grpSpMkLst>
        </pc:grpChg>
        <pc:grpChg chg="add del mod">
          <ac:chgData name="Amal R Babu" userId="3a292d0a-112b-4bc3-bf38-7771656893d2" providerId="ADAL" clId="{992600FB-E5A2-48A8-ADC9-6968E10B5B48}" dt="2022-11-28T09:54:43.047" v="750" actId="478"/>
          <ac:grpSpMkLst>
            <pc:docMk/>
            <pc:sldMk cId="3017024285" sldId="258"/>
            <ac:grpSpMk id="39" creationId="{AB8EB1B6-1DFF-EBD9-F182-3B476CF36304}"/>
          </ac:grpSpMkLst>
        </pc:grpChg>
        <pc:grpChg chg="del mod topLvl">
          <ac:chgData name="Amal R Babu" userId="3a292d0a-112b-4bc3-bf38-7771656893d2" providerId="ADAL" clId="{992600FB-E5A2-48A8-ADC9-6968E10B5B48}" dt="2022-11-30T07:46:32.164" v="3588" actId="165"/>
          <ac:grpSpMkLst>
            <pc:docMk/>
            <pc:sldMk cId="3017024285" sldId="258"/>
            <ac:grpSpMk id="47" creationId="{5C6579D9-4E04-AE17-CF35-68ADBC5766B2}"/>
          </ac:grpSpMkLst>
        </pc:grpChg>
        <pc:grpChg chg="del mod">
          <ac:chgData name="Amal R Babu" userId="3a292d0a-112b-4bc3-bf38-7771656893d2" providerId="ADAL" clId="{992600FB-E5A2-48A8-ADC9-6968E10B5B48}" dt="2022-11-28T09:06:40.648" v="667" actId="165"/>
          <ac:grpSpMkLst>
            <pc:docMk/>
            <pc:sldMk cId="3017024285" sldId="258"/>
            <ac:grpSpMk id="48" creationId="{69AC939C-6A17-1EE3-FE9D-E06008DCC130}"/>
          </ac:grpSpMkLst>
        </pc:grpChg>
        <pc:grpChg chg="mod topLvl">
          <ac:chgData name="Amal R Babu" userId="3a292d0a-112b-4bc3-bf38-7771656893d2" providerId="ADAL" clId="{992600FB-E5A2-48A8-ADC9-6968E10B5B48}" dt="2022-11-28T09:56:52.066" v="785" actId="165"/>
          <ac:grpSpMkLst>
            <pc:docMk/>
            <pc:sldMk cId="3017024285" sldId="258"/>
            <ac:grpSpMk id="54" creationId="{73F997E9-B116-D8A6-6EF5-C091C7C77B6D}"/>
          </ac:grpSpMkLst>
        </pc:grpChg>
        <pc:grpChg chg="del mod">
          <ac:chgData name="Amal R Babu" userId="3a292d0a-112b-4bc3-bf38-7771656893d2" providerId="ADAL" clId="{992600FB-E5A2-48A8-ADC9-6968E10B5B48}" dt="2022-11-28T09:09:43.517" v="681" actId="165"/>
          <ac:grpSpMkLst>
            <pc:docMk/>
            <pc:sldMk cId="3017024285" sldId="258"/>
            <ac:grpSpMk id="57" creationId="{318616A6-1486-0920-E7B0-D5FE25D6A450}"/>
          </ac:grpSpMkLst>
        </pc:grpChg>
        <pc:grpChg chg="del mod">
          <ac:chgData name="Amal R Babu" userId="3a292d0a-112b-4bc3-bf38-7771656893d2" providerId="ADAL" clId="{992600FB-E5A2-48A8-ADC9-6968E10B5B48}" dt="2022-11-28T09:11:29.187" v="694" actId="165"/>
          <ac:grpSpMkLst>
            <pc:docMk/>
            <pc:sldMk cId="3017024285" sldId="258"/>
            <ac:grpSpMk id="63" creationId="{4B9540E7-160A-EFB7-38E8-A72CB3730515}"/>
          </ac:grpSpMkLst>
        </pc:grpChg>
        <pc:grpChg chg="del">
          <ac:chgData name="Amal R Babu" userId="3a292d0a-112b-4bc3-bf38-7771656893d2" providerId="ADAL" clId="{992600FB-E5A2-48A8-ADC9-6968E10B5B48}" dt="2022-11-28T08:59:55.876" v="526" actId="165"/>
          <ac:grpSpMkLst>
            <pc:docMk/>
            <pc:sldMk cId="3017024285" sldId="258"/>
            <ac:grpSpMk id="83" creationId="{584AD7E9-12CA-496B-E73B-15806CCA4ADE}"/>
          </ac:grpSpMkLst>
        </pc:grpChg>
        <pc:grpChg chg="del">
          <ac:chgData name="Amal R Babu" userId="3a292d0a-112b-4bc3-bf38-7771656893d2" providerId="ADAL" clId="{992600FB-E5A2-48A8-ADC9-6968E10B5B48}" dt="2022-11-28T08:59:55.876" v="526" actId="165"/>
          <ac:grpSpMkLst>
            <pc:docMk/>
            <pc:sldMk cId="3017024285" sldId="258"/>
            <ac:grpSpMk id="84" creationId="{1F54FA08-BB6C-5A06-1AE9-ECB567768EAB}"/>
          </ac:grpSpMkLst>
        </pc:grpChg>
        <pc:grpChg chg="del">
          <ac:chgData name="Amal R Babu" userId="3a292d0a-112b-4bc3-bf38-7771656893d2" providerId="ADAL" clId="{992600FB-E5A2-48A8-ADC9-6968E10B5B48}" dt="2022-11-28T08:59:55.876" v="526" actId="165"/>
          <ac:grpSpMkLst>
            <pc:docMk/>
            <pc:sldMk cId="3017024285" sldId="258"/>
            <ac:grpSpMk id="85" creationId="{9E971AB9-428A-DDC4-FE83-CC2EBEBD1A92}"/>
          </ac:grpSpMkLst>
        </pc:grpChg>
        <pc:grpChg chg="del">
          <ac:chgData name="Amal R Babu" userId="3a292d0a-112b-4bc3-bf38-7771656893d2" providerId="ADAL" clId="{992600FB-E5A2-48A8-ADC9-6968E10B5B48}" dt="2022-11-28T08:59:55.876" v="526" actId="165"/>
          <ac:grpSpMkLst>
            <pc:docMk/>
            <pc:sldMk cId="3017024285" sldId="258"/>
            <ac:grpSpMk id="86" creationId="{A5D1F4F4-0E92-59CE-16CE-A5A6032FF713}"/>
          </ac:grpSpMkLst>
        </pc:grpChg>
        <pc:grpChg chg="del">
          <ac:chgData name="Amal R Babu" userId="3a292d0a-112b-4bc3-bf38-7771656893d2" providerId="ADAL" clId="{992600FB-E5A2-48A8-ADC9-6968E10B5B48}" dt="2022-11-28T08:59:55.876" v="526" actId="165"/>
          <ac:grpSpMkLst>
            <pc:docMk/>
            <pc:sldMk cId="3017024285" sldId="258"/>
            <ac:grpSpMk id="87" creationId="{DEFE48C9-EE6A-BDBA-DD55-ADD4EB4186E5}"/>
          </ac:grpSpMkLst>
        </pc:grpChg>
        <pc:grpChg chg="add mod topLvl">
          <ac:chgData name="Amal R Babu" userId="3a292d0a-112b-4bc3-bf38-7771656893d2" providerId="ADAL" clId="{992600FB-E5A2-48A8-ADC9-6968E10B5B48}" dt="2022-11-28T09:56:49.100" v="784" actId="165"/>
          <ac:grpSpMkLst>
            <pc:docMk/>
            <pc:sldMk cId="3017024285" sldId="258"/>
            <ac:grpSpMk id="88" creationId="{5202437B-09C4-B9C2-DFB9-8FE4C3A1D94B}"/>
          </ac:grpSpMkLst>
        </pc:grpChg>
        <pc:grpChg chg="del mod">
          <ac:chgData name="Amal R Babu" userId="3a292d0a-112b-4bc3-bf38-7771656893d2" providerId="ADAL" clId="{992600FB-E5A2-48A8-ADC9-6968E10B5B48}" dt="2022-11-28T09:14:29.200" v="709" actId="165"/>
          <ac:grpSpMkLst>
            <pc:docMk/>
            <pc:sldMk cId="3017024285" sldId="258"/>
            <ac:grpSpMk id="93" creationId="{C6786E67-99B8-4F15-9618-F36270D68A30}"/>
          </ac:grpSpMkLst>
        </pc:grpChg>
        <pc:grpChg chg="add mod topLvl">
          <ac:chgData name="Amal R Babu" userId="3a292d0a-112b-4bc3-bf38-7771656893d2" providerId="ADAL" clId="{992600FB-E5A2-48A8-ADC9-6968E10B5B48}" dt="2022-11-28T09:56:49.100" v="784" actId="165"/>
          <ac:grpSpMkLst>
            <pc:docMk/>
            <pc:sldMk cId="3017024285" sldId="258"/>
            <ac:grpSpMk id="98" creationId="{5E12AE22-4B66-8998-2063-3E4A6A50C8CF}"/>
          </ac:grpSpMkLst>
        </pc:grpChg>
        <pc:grpChg chg="add del mod">
          <ac:chgData name="Amal R Babu" userId="3a292d0a-112b-4bc3-bf38-7771656893d2" providerId="ADAL" clId="{992600FB-E5A2-48A8-ADC9-6968E10B5B48}" dt="2022-11-28T09:51:53.387" v="725" actId="165"/>
          <ac:grpSpMkLst>
            <pc:docMk/>
            <pc:sldMk cId="3017024285" sldId="258"/>
            <ac:grpSpMk id="101" creationId="{3F44528B-8D8B-30EF-B71A-D6CDA1F31F32}"/>
          </ac:grpSpMkLst>
        </pc:grpChg>
        <pc:grpChg chg="del mod">
          <ac:chgData name="Amal R Babu" userId="3a292d0a-112b-4bc3-bf38-7771656893d2" providerId="ADAL" clId="{992600FB-E5A2-48A8-ADC9-6968E10B5B48}" dt="2022-11-28T09:54:08.191" v="741" actId="165"/>
          <ac:grpSpMkLst>
            <pc:docMk/>
            <pc:sldMk cId="3017024285" sldId="258"/>
            <ac:grpSpMk id="108" creationId="{4EAE90B7-6E98-FAE8-08EE-6FE1853FB360}"/>
          </ac:grpSpMkLst>
        </pc:grpChg>
        <pc:grpChg chg="add del mod topLvl">
          <ac:chgData name="Amal R Babu" userId="3a292d0a-112b-4bc3-bf38-7771656893d2" providerId="ADAL" clId="{992600FB-E5A2-48A8-ADC9-6968E10B5B48}" dt="2022-11-28T09:56:49.100" v="784" actId="165"/>
          <ac:grpSpMkLst>
            <pc:docMk/>
            <pc:sldMk cId="3017024285" sldId="258"/>
            <ac:grpSpMk id="114" creationId="{7D4B7063-1584-60F1-1CD1-11D42ACD2A6B}"/>
          </ac:grpSpMkLst>
        </pc:grpChg>
        <pc:grpChg chg="add del mod topLvl">
          <ac:chgData name="Amal R Babu" userId="3a292d0a-112b-4bc3-bf38-7771656893d2" providerId="ADAL" clId="{992600FB-E5A2-48A8-ADC9-6968E10B5B48}" dt="2022-11-28T09:56:49.100" v="784" actId="165"/>
          <ac:grpSpMkLst>
            <pc:docMk/>
            <pc:sldMk cId="3017024285" sldId="258"/>
            <ac:grpSpMk id="115" creationId="{8746B88C-518A-EC0D-1871-381978A06A2C}"/>
          </ac:grpSpMkLst>
        </pc:grpChg>
        <pc:grpChg chg="add del mod topLvl">
          <ac:chgData name="Amal R Babu" userId="3a292d0a-112b-4bc3-bf38-7771656893d2" providerId="ADAL" clId="{992600FB-E5A2-48A8-ADC9-6968E10B5B48}" dt="2022-11-28T09:56:49.100" v="784" actId="165"/>
          <ac:grpSpMkLst>
            <pc:docMk/>
            <pc:sldMk cId="3017024285" sldId="258"/>
            <ac:grpSpMk id="116" creationId="{D4B18844-F462-D59D-74D6-5BB4CACAA8ED}"/>
          </ac:grpSpMkLst>
        </pc:grpChg>
        <pc:grpChg chg="add del mod topLvl">
          <ac:chgData name="Amal R Babu" userId="3a292d0a-112b-4bc3-bf38-7771656893d2" providerId="ADAL" clId="{992600FB-E5A2-48A8-ADC9-6968E10B5B48}" dt="2022-11-28T09:56:49.100" v="784" actId="165"/>
          <ac:grpSpMkLst>
            <pc:docMk/>
            <pc:sldMk cId="3017024285" sldId="258"/>
            <ac:grpSpMk id="117" creationId="{175F7270-5C5D-B619-CE14-ADAFCF2AC851}"/>
          </ac:grpSpMkLst>
        </pc:grpChg>
        <pc:grpChg chg="add del mod topLvl">
          <ac:chgData name="Amal R Babu" userId="3a292d0a-112b-4bc3-bf38-7771656893d2" providerId="ADAL" clId="{992600FB-E5A2-48A8-ADC9-6968E10B5B48}" dt="2022-11-28T09:56:49.100" v="784" actId="165"/>
          <ac:grpSpMkLst>
            <pc:docMk/>
            <pc:sldMk cId="3017024285" sldId="258"/>
            <ac:grpSpMk id="118" creationId="{00FD97A6-7245-0F2E-D04C-5AA1A6D35B1D}"/>
          </ac:grpSpMkLst>
        </pc:grpChg>
        <pc:grpChg chg="add del mod topLvl">
          <ac:chgData name="Amal R Babu" userId="3a292d0a-112b-4bc3-bf38-7771656893d2" providerId="ADAL" clId="{992600FB-E5A2-48A8-ADC9-6968E10B5B48}" dt="2022-11-28T09:56:49.100" v="784" actId="165"/>
          <ac:grpSpMkLst>
            <pc:docMk/>
            <pc:sldMk cId="3017024285" sldId="258"/>
            <ac:grpSpMk id="119" creationId="{623EE5C5-1917-F903-E3E3-BB7DE70D973B}"/>
          </ac:grpSpMkLst>
        </pc:grpChg>
        <pc:grpChg chg="add del mod topLvl">
          <ac:chgData name="Amal R Babu" userId="3a292d0a-112b-4bc3-bf38-7771656893d2" providerId="ADAL" clId="{992600FB-E5A2-48A8-ADC9-6968E10B5B48}" dt="2022-11-28T09:56:52.066" v="785" actId="165"/>
          <ac:grpSpMkLst>
            <pc:docMk/>
            <pc:sldMk cId="3017024285" sldId="258"/>
            <ac:grpSpMk id="120" creationId="{3D9AF15B-F128-BF39-F764-EF44D62478B0}"/>
          </ac:grpSpMkLst>
        </pc:grpChg>
        <pc:grpChg chg="add del mod topLvl">
          <ac:chgData name="Amal R Babu" userId="3a292d0a-112b-4bc3-bf38-7771656893d2" providerId="ADAL" clId="{992600FB-E5A2-48A8-ADC9-6968E10B5B48}" dt="2022-11-28T09:56:52.066" v="785" actId="165"/>
          <ac:grpSpMkLst>
            <pc:docMk/>
            <pc:sldMk cId="3017024285" sldId="258"/>
            <ac:grpSpMk id="121" creationId="{28488857-8288-96D3-C668-9AF0D32AE0AE}"/>
          </ac:grpSpMkLst>
        </pc:grpChg>
        <pc:grpChg chg="add del mod topLvl">
          <ac:chgData name="Amal R Babu" userId="3a292d0a-112b-4bc3-bf38-7771656893d2" providerId="ADAL" clId="{992600FB-E5A2-48A8-ADC9-6968E10B5B48}" dt="2022-11-28T09:56:52.066" v="785" actId="165"/>
          <ac:grpSpMkLst>
            <pc:docMk/>
            <pc:sldMk cId="3017024285" sldId="258"/>
            <ac:grpSpMk id="122" creationId="{D8C49F0A-A0EA-CEBF-4C4B-A0FC830F75EA}"/>
          </ac:grpSpMkLst>
        </pc:grpChg>
        <pc:grpChg chg="add del mod topLvl">
          <ac:chgData name="Amal R Babu" userId="3a292d0a-112b-4bc3-bf38-7771656893d2" providerId="ADAL" clId="{992600FB-E5A2-48A8-ADC9-6968E10B5B48}" dt="2022-11-28T09:56:52.066" v="785" actId="165"/>
          <ac:grpSpMkLst>
            <pc:docMk/>
            <pc:sldMk cId="3017024285" sldId="258"/>
            <ac:grpSpMk id="123" creationId="{C9A75FEA-6E87-99B7-96BE-E3159407DD68}"/>
          </ac:grpSpMkLst>
        </pc:grpChg>
        <pc:grpChg chg="add del mod topLvl">
          <ac:chgData name="Amal R Babu" userId="3a292d0a-112b-4bc3-bf38-7771656893d2" providerId="ADAL" clId="{992600FB-E5A2-48A8-ADC9-6968E10B5B48}" dt="2022-11-28T09:56:52.066" v="785" actId="165"/>
          <ac:grpSpMkLst>
            <pc:docMk/>
            <pc:sldMk cId="3017024285" sldId="258"/>
            <ac:grpSpMk id="124" creationId="{2D25BD24-4F54-048E-FBF3-1668D71FE9CF}"/>
          </ac:grpSpMkLst>
        </pc:grpChg>
        <pc:grpChg chg="add del mod topLvl">
          <ac:chgData name="Amal R Babu" userId="3a292d0a-112b-4bc3-bf38-7771656893d2" providerId="ADAL" clId="{992600FB-E5A2-48A8-ADC9-6968E10B5B48}" dt="2022-11-28T09:56:47.220" v="783" actId="165"/>
          <ac:grpSpMkLst>
            <pc:docMk/>
            <pc:sldMk cId="3017024285" sldId="258"/>
            <ac:grpSpMk id="125" creationId="{9DE98B3E-CF20-A116-9FAD-586AE184402F}"/>
          </ac:grpSpMkLst>
        </pc:grpChg>
        <pc:grpChg chg="add del mod topLvl">
          <ac:chgData name="Amal R Babu" userId="3a292d0a-112b-4bc3-bf38-7771656893d2" providerId="ADAL" clId="{992600FB-E5A2-48A8-ADC9-6968E10B5B48}" dt="2022-11-28T09:56:47.220" v="783" actId="165"/>
          <ac:grpSpMkLst>
            <pc:docMk/>
            <pc:sldMk cId="3017024285" sldId="258"/>
            <ac:grpSpMk id="126" creationId="{ED74CB91-72D0-B9BE-FB1C-936A6CF6C653}"/>
          </ac:grpSpMkLst>
        </pc:grpChg>
        <pc:grpChg chg="add del mod">
          <ac:chgData name="Amal R Babu" userId="3a292d0a-112b-4bc3-bf38-7771656893d2" providerId="ADAL" clId="{992600FB-E5A2-48A8-ADC9-6968E10B5B48}" dt="2022-11-28T09:56:46.707" v="782" actId="165"/>
          <ac:grpSpMkLst>
            <pc:docMk/>
            <pc:sldMk cId="3017024285" sldId="258"/>
            <ac:grpSpMk id="127" creationId="{F656EDAF-C245-85F1-D5A8-47372AA9916E}"/>
          </ac:grpSpMkLst>
        </pc:grpChg>
        <pc:grpChg chg="add del mod">
          <ac:chgData name="Amal R Babu" userId="3a292d0a-112b-4bc3-bf38-7771656893d2" providerId="ADAL" clId="{992600FB-E5A2-48A8-ADC9-6968E10B5B48}" dt="2022-11-28T09:59:41.170" v="800" actId="165"/>
          <ac:grpSpMkLst>
            <pc:docMk/>
            <pc:sldMk cId="3017024285" sldId="258"/>
            <ac:grpSpMk id="129" creationId="{80A998FA-9585-DF90-A034-0A91AB981BF1}"/>
          </ac:grpSpMkLst>
        </pc:grpChg>
        <pc:grpChg chg="add del mod">
          <ac:chgData name="Amal R Babu" userId="3a292d0a-112b-4bc3-bf38-7771656893d2" providerId="ADAL" clId="{992600FB-E5A2-48A8-ADC9-6968E10B5B48}" dt="2022-11-28T10:01:26.648" v="837" actId="165"/>
          <ac:grpSpMkLst>
            <pc:docMk/>
            <pc:sldMk cId="3017024285" sldId="258"/>
            <ac:grpSpMk id="136" creationId="{8C84C2F0-4E33-4FA1-80DA-EB047523ED4F}"/>
          </ac:grpSpMkLst>
        </pc:grpChg>
        <pc:grpChg chg="add del mod">
          <ac:chgData name="Amal R Babu" userId="3a292d0a-112b-4bc3-bf38-7771656893d2" providerId="ADAL" clId="{992600FB-E5A2-48A8-ADC9-6968E10B5B48}" dt="2022-11-28T10:01:26.648" v="837" actId="165"/>
          <ac:grpSpMkLst>
            <pc:docMk/>
            <pc:sldMk cId="3017024285" sldId="258"/>
            <ac:grpSpMk id="140" creationId="{DCEBA8BC-CEB0-2B78-A677-7B4C67F6A0D4}"/>
          </ac:grpSpMkLst>
        </pc:grpChg>
        <pc:grpChg chg="add del mod">
          <ac:chgData name="Amal R Babu" userId="3a292d0a-112b-4bc3-bf38-7771656893d2" providerId="ADAL" clId="{992600FB-E5A2-48A8-ADC9-6968E10B5B48}" dt="2022-11-28T10:01:26.648" v="837" actId="165"/>
          <ac:grpSpMkLst>
            <pc:docMk/>
            <pc:sldMk cId="3017024285" sldId="258"/>
            <ac:grpSpMk id="141" creationId="{CC63F0C4-F87D-3FDF-6ACD-8658423E7347}"/>
          </ac:grpSpMkLst>
        </pc:grpChg>
        <pc:grpChg chg="add mod topLvl">
          <ac:chgData name="Amal R Babu" userId="3a292d0a-112b-4bc3-bf38-7771656893d2" providerId="ADAL" clId="{992600FB-E5A2-48A8-ADC9-6968E10B5B48}" dt="2022-11-28T10:13:05.635" v="1004" actId="1076"/>
          <ac:grpSpMkLst>
            <pc:docMk/>
            <pc:sldMk cId="3017024285" sldId="258"/>
            <ac:grpSpMk id="142" creationId="{26CF7FD9-2F2E-7BD1-706B-E16DA55CE7AD}"/>
          </ac:grpSpMkLst>
        </pc:grpChg>
        <pc:grpChg chg="add mod topLvl">
          <ac:chgData name="Amal R Babu" userId="3a292d0a-112b-4bc3-bf38-7771656893d2" providerId="ADAL" clId="{992600FB-E5A2-48A8-ADC9-6968E10B5B48}" dt="2022-11-28T10:13:05.635" v="1004" actId="1076"/>
          <ac:grpSpMkLst>
            <pc:docMk/>
            <pc:sldMk cId="3017024285" sldId="258"/>
            <ac:grpSpMk id="143" creationId="{7CCD7FD8-70CD-8FA0-78C1-11A113F427C6}"/>
          </ac:grpSpMkLst>
        </pc:grpChg>
        <pc:grpChg chg="add mod topLvl">
          <ac:chgData name="Amal R Babu" userId="3a292d0a-112b-4bc3-bf38-7771656893d2" providerId="ADAL" clId="{992600FB-E5A2-48A8-ADC9-6968E10B5B48}" dt="2022-11-28T10:13:05.635" v="1004" actId="1076"/>
          <ac:grpSpMkLst>
            <pc:docMk/>
            <pc:sldMk cId="3017024285" sldId="258"/>
            <ac:grpSpMk id="144" creationId="{264C77AC-6E12-D550-819C-EA9CFBBD3724}"/>
          </ac:grpSpMkLst>
        </pc:grpChg>
        <pc:grpChg chg="add del mod">
          <ac:chgData name="Amal R Babu" userId="3a292d0a-112b-4bc3-bf38-7771656893d2" providerId="ADAL" clId="{992600FB-E5A2-48A8-ADC9-6968E10B5B48}" dt="2022-11-28T10:02:02.235" v="846" actId="165"/>
          <ac:grpSpMkLst>
            <pc:docMk/>
            <pc:sldMk cId="3017024285" sldId="258"/>
            <ac:grpSpMk id="145" creationId="{770DF840-9733-DF1D-314A-EB9D81BDF3D3}"/>
          </ac:grpSpMkLst>
        </pc:grpChg>
        <pc:picChg chg="mod">
          <ac:chgData name="Amal R Babu" userId="3a292d0a-112b-4bc3-bf38-7771656893d2" providerId="ADAL" clId="{992600FB-E5A2-48A8-ADC9-6968E10B5B48}" dt="2022-11-28T09:03:04.245" v="580" actId="571"/>
          <ac:picMkLst>
            <pc:docMk/>
            <pc:sldMk cId="3017024285" sldId="258"/>
            <ac:picMk id="12" creationId="{DDC1C56E-12BF-F868-71C1-B51DBE153FD3}"/>
          </ac:picMkLst>
        </pc:picChg>
        <pc:picChg chg="mod">
          <ac:chgData name="Amal R Babu" userId="3a292d0a-112b-4bc3-bf38-7771656893d2" providerId="ADAL" clId="{992600FB-E5A2-48A8-ADC9-6968E10B5B48}" dt="2022-11-28T09:03:06.464" v="581" actId="571"/>
          <ac:picMkLst>
            <pc:docMk/>
            <pc:sldMk cId="3017024285" sldId="258"/>
            <ac:picMk id="25" creationId="{1BB43035-8E16-DA0C-31CC-0DBBF4E2AFB1}"/>
          </ac:picMkLst>
        </pc:picChg>
        <pc:picChg chg="mod">
          <ac:chgData name="Amal R Babu" userId="3a292d0a-112b-4bc3-bf38-7771656893d2" providerId="ADAL" clId="{992600FB-E5A2-48A8-ADC9-6968E10B5B48}" dt="2022-11-28T09:03:09.755" v="582" actId="571"/>
          <ac:picMkLst>
            <pc:docMk/>
            <pc:sldMk cId="3017024285" sldId="258"/>
            <ac:picMk id="38" creationId="{393A3833-DAA9-32F6-8D33-9EFE38BA2F78}"/>
          </ac:picMkLst>
        </pc:picChg>
        <pc:picChg chg="mod topLvl">
          <ac:chgData name="Amal R Babu" userId="3a292d0a-112b-4bc3-bf38-7771656893d2" providerId="ADAL" clId="{992600FB-E5A2-48A8-ADC9-6968E10B5B48}" dt="2022-11-30T07:46:54.843" v="3589" actId="164"/>
          <ac:picMkLst>
            <pc:docMk/>
            <pc:sldMk cId="3017024285" sldId="258"/>
            <ac:picMk id="44" creationId="{5B31FC8E-FC26-E411-4E49-286671264F79}"/>
          </ac:picMkLst>
        </pc:picChg>
        <pc:picChg chg="add del mod">
          <ac:chgData name="Amal R Babu" userId="3a292d0a-112b-4bc3-bf38-7771656893d2" providerId="ADAL" clId="{992600FB-E5A2-48A8-ADC9-6968E10B5B48}" dt="2022-11-28T09:06:38.515" v="666" actId="27803"/>
          <ac:picMkLst>
            <pc:docMk/>
            <pc:sldMk cId="3017024285" sldId="258"/>
            <ac:picMk id="46" creationId="{498BC3D1-73B0-F1B6-1025-14157905BB1A}"/>
          </ac:picMkLst>
        </pc:picChg>
        <pc:picChg chg="add del mod">
          <ac:chgData name="Amal R Babu" userId="3a292d0a-112b-4bc3-bf38-7771656893d2" providerId="ADAL" clId="{992600FB-E5A2-48A8-ADC9-6968E10B5B48}" dt="2022-11-28T09:09:41.246" v="680" actId="27803"/>
          <ac:picMkLst>
            <pc:docMk/>
            <pc:sldMk cId="3017024285" sldId="258"/>
            <ac:picMk id="56" creationId="{3698A973-6527-7A1B-9ED9-E18E495ED6E1}"/>
          </ac:picMkLst>
        </pc:picChg>
        <pc:picChg chg="add del mod">
          <ac:chgData name="Amal R Babu" userId="3a292d0a-112b-4bc3-bf38-7771656893d2" providerId="ADAL" clId="{992600FB-E5A2-48A8-ADC9-6968E10B5B48}" dt="2022-11-28T09:11:25.835" v="691" actId="27803"/>
          <ac:picMkLst>
            <pc:docMk/>
            <pc:sldMk cId="3017024285" sldId="258"/>
            <ac:picMk id="61" creationId="{86FD6291-BFA3-0199-C613-1A72C2C690D2}"/>
          </ac:picMkLst>
        </pc:picChg>
        <pc:picChg chg="add del mod">
          <ac:chgData name="Amal R Babu" userId="3a292d0a-112b-4bc3-bf38-7771656893d2" providerId="ADAL" clId="{992600FB-E5A2-48A8-ADC9-6968E10B5B48}" dt="2022-11-28T09:14:26.348" v="707" actId="27803"/>
          <ac:picMkLst>
            <pc:docMk/>
            <pc:sldMk cId="3017024285" sldId="258"/>
            <ac:picMk id="91" creationId="{6CF42618-01B6-51FF-AC31-8D4522CED501}"/>
          </ac:picMkLst>
        </pc:picChg>
        <pc:picChg chg="add del mod">
          <ac:chgData name="Amal R Babu" userId="3a292d0a-112b-4bc3-bf38-7771656893d2" providerId="ADAL" clId="{992600FB-E5A2-48A8-ADC9-6968E10B5B48}" dt="2022-11-28T09:51:49.673" v="722" actId="27803"/>
          <ac:picMkLst>
            <pc:docMk/>
            <pc:sldMk cId="3017024285" sldId="258"/>
            <ac:picMk id="100" creationId="{7925B93A-BDFC-E7BB-D4B0-3AB14A13B119}"/>
          </ac:picMkLst>
        </pc:picChg>
        <pc:picChg chg="add del mod">
          <ac:chgData name="Amal R Babu" userId="3a292d0a-112b-4bc3-bf38-7771656893d2" providerId="ADAL" clId="{992600FB-E5A2-48A8-ADC9-6968E10B5B48}" dt="2022-11-28T09:54:07.384" v="740" actId="27803"/>
          <ac:picMkLst>
            <pc:docMk/>
            <pc:sldMk cId="3017024285" sldId="258"/>
            <ac:picMk id="107" creationId="{8A332954-6206-48FA-59F4-9FFA841353DE}"/>
          </ac:picMkLst>
        </pc:picChg>
        <pc:cxnChg chg="add mod topLvl">
          <ac:chgData name="Amal R Babu" userId="3a292d0a-112b-4bc3-bf38-7771656893d2" providerId="ADAL" clId="{992600FB-E5A2-48A8-ADC9-6968E10B5B48}" dt="2022-11-28T09:56:46.707" v="782" actId="165"/>
          <ac:cxnSpMkLst>
            <pc:docMk/>
            <pc:sldMk cId="3017024285" sldId="258"/>
            <ac:cxnSpMk id="7" creationId="{1C225904-9D2F-F0C8-8BBE-32DEDB3F8B8F}"/>
          </ac:cxnSpMkLst>
        </pc:cxnChg>
        <pc:cxnChg chg="del">
          <ac:chgData name="Amal R Babu" userId="3a292d0a-112b-4bc3-bf38-7771656893d2" providerId="ADAL" clId="{992600FB-E5A2-48A8-ADC9-6968E10B5B48}" dt="2022-11-28T09:00:51.104" v="571" actId="478"/>
          <ac:cxnSpMkLst>
            <pc:docMk/>
            <pc:sldMk cId="3017024285" sldId="258"/>
            <ac:cxnSpMk id="89" creationId="{6BF68F3E-289A-8A2A-1546-18C89261EBF2}"/>
          </ac:cxnSpMkLst>
        </pc:cxnChg>
      </pc:sldChg>
      <pc:sldChg chg="addSp delSp modSp add mod setBg modClrScheme chgLayout">
        <pc:chgData name="Amal R Babu" userId="3a292d0a-112b-4bc3-bf38-7771656893d2" providerId="ADAL" clId="{992600FB-E5A2-48A8-ADC9-6968E10B5B48}" dt="2022-12-07T05:41:26.199" v="3709"/>
        <pc:sldMkLst>
          <pc:docMk/>
          <pc:sldMk cId="2051568008" sldId="259"/>
        </pc:sldMkLst>
        <pc:spChg chg="add mod">
          <ac:chgData name="Amal R Babu" userId="3a292d0a-112b-4bc3-bf38-7771656893d2" providerId="ADAL" clId="{992600FB-E5A2-48A8-ADC9-6968E10B5B48}" dt="2022-11-28T10:15:59.135" v="1043" actId="1076"/>
          <ac:spMkLst>
            <pc:docMk/>
            <pc:sldMk cId="2051568008" sldId="259"/>
            <ac:spMk id="2" creationId="{B89F2868-1113-D157-CFA3-323D793A70F6}"/>
          </ac:spMkLst>
        </pc:spChg>
        <pc:spChg chg="mod">
          <ac:chgData name="Amal R Babu" userId="3a292d0a-112b-4bc3-bf38-7771656893d2" providerId="ADAL" clId="{992600FB-E5A2-48A8-ADC9-6968E10B5B48}" dt="2022-11-30T07:54:08.489" v="3606" actId="34135"/>
          <ac:spMkLst>
            <pc:docMk/>
            <pc:sldMk cId="2051568008" sldId="259"/>
            <ac:spMk id="3" creationId="{1025ACCD-BEFE-4057-D0DA-23300AB28132}"/>
          </ac:spMkLst>
        </pc:spChg>
        <pc:spChg chg="add mod ord">
          <ac:chgData name="Amal R Babu" userId="3a292d0a-112b-4bc3-bf38-7771656893d2" providerId="ADAL" clId="{992600FB-E5A2-48A8-ADC9-6968E10B5B48}" dt="2022-12-07T05:31:53.592" v="3687" actId="108"/>
          <ac:spMkLst>
            <pc:docMk/>
            <pc:sldMk cId="2051568008" sldId="259"/>
            <ac:spMk id="7" creationId="{A2C0FB83-06E2-1081-1880-BBD48E7C14D0}"/>
          </ac:spMkLst>
        </pc:spChg>
        <pc:spChg chg="del mod">
          <ac:chgData name="Amal R Babu" userId="3a292d0a-112b-4bc3-bf38-7771656893d2" providerId="ADAL" clId="{992600FB-E5A2-48A8-ADC9-6968E10B5B48}" dt="2022-11-30T07:51:56.276" v="3592" actId="478"/>
          <ac:spMkLst>
            <pc:docMk/>
            <pc:sldMk cId="2051568008" sldId="259"/>
            <ac:spMk id="9" creationId="{67D53DBD-07C2-B89B-2A5E-6EA3F0CE967B}"/>
          </ac:spMkLst>
        </pc:spChg>
        <pc:spChg chg="add del mod ord">
          <ac:chgData name="Amal R Babu" userId="3a292d0a-112b-4bc3-bf38-7771656893d2" providerId="ADAL" clId="{992600FB-E5A2-48A8-ADC9-6968E10B5B48}" dt="2022-11-30T04:47:04.266" v="3083" actId="931"/>
          <ac:spMkLst>
            <pc:docMk/>
            <pc:sldMk cId="2051568008" sldId="259"/>
            <ac:spMk id="10" creationId="{5AAB4348-A26C-E0A8-1FE9-633F30F59407}"/>
          </ac:spMkLst>
        </pc:spChg>
        <pc:spChg chg="add del mod">
          <ac:chgData name="Amal R Babu" userId="3a292d0a-112b-4bc3-bf38-7771656893d2" providerId="ADAL" clId="{992600FB-E5A2-48A8-ADC9-6968E10B5B48}" dt="2022-12-07T05:31:49.304" v="3685" actId="478"/>
          <ac:spMkLst>
            <pc:docMk/>
            <pc:sldMk cId="2051568008" sldId="259"/>
            <ac:spMk id="10" creationId="{781635EE-5872-3B53-5A77-E859919C2941}"/>
          </ac:spMkLst>
        </pc:spChg>
        <pc:spChg chg="add del mod">
          <ac:chgData name="Amal R Babu" userId="3a292d0a-112b-4bc3-bf38-7771656893d2" providerId="ADAL" clId="{992600FB-E5A2-48A8-ADC9-6968E10B5B48}" dt="2022-12-07T05:32:56.130" v="3694" actId="931"/>
          <ac:spMkLst>
            <pc:docMk/>
            <pc:sldMk cId="2051568008" sldId="259"/>
            <ac:spMk id="11" creationId="{81EA46FC-8545-89AD-34A5-BA76930026E3}"/>
          </ac:spMkLst>
        </pc:spChg>
        <pc:spChg chg="add del mod">
          <ac:chgData name="Amal R Babu" userId="3a292d0a-112b-4bc3-bf38-7771656893d2" providerId="ADAL" clId="{992600FB-E5A2-48A8-ADC9-6968E10B5B48}" dt="2022-12-07T05:31:55.612" v="3688" actId="478"/>
          <ac:spMkLst>
            <pc:docMk/>
            <pc:sldMk cId="2051568008" sldId="259"/>
            <ac:spMk id="12" creationId="{9D6330B9-BA8C-ED93-BFAB-18042E986F94}"/>
          </ac:spMkLst>
        </pc:spChg>
        <pc:spChg chg="del mod">
          <ac:chgData name="Amal R Babu" userId="3a292d0a-112b-4bc3-bf38-7771656893d2" providerId="ADAL" clId="{992600FB-E5A2-48A8-ADC9-6968E10B5B48}" dt="2022-11-30T07:51:56.276" v="3592" actId="478"/>
          <ac:spMkLst>
            <pc:docMk/>
            <pc:sldMk cId="2051568008" sldId="259"/>
            <ac:spMk id="13" creationId="{4F3E08FA-4C08-7258-FA22-03C53F09604C}"/>
          </ac:spMkLst>
        </pc:spChg>
        <pc:spChg chg="add mod topLvl">
          <ac:chgData name="Amal R Babu" userId="3a292d0a-112b-4bc3-bf38-7771656893d2" providerId="ADAL" clId="{992600FB-E5A2-48A8-ADC9-6968E10B5B48}" dt="2022-11-28T10:13:48.657" v="1008" actId="1076"/>
          <ac:spMkLst>
            <pc:docMk/>
            <pc:sldMk cId="2051568008" sldId="259"/>
            <ac:spMk id="14" creationId="{C0BABBA1-52B1-52B0-7FCF-B752C026021A}"/>
          </ac:spMkLst>
        </pc:spChg>
        <pc:spChg chg="add mod topLvl">
          <ac:chgData name="Amal R Babu" userId="3a292d0a-112b-4bc3-bf38-7771656893d2" providerId="ADAL" clId="{992600FB-E5A2-48A8-ADC9-6968E10B5B48}" dt="2022-11-28T10:53:01.415" v="1105" actId="20577"/>
          <ac:spMkLst>
            <pc:docMk/>
            <pc:sldMk cId="2051568008" sldId="259"/>
            <ac:spMk id="15" creationId="{F2C65DD7-055A-8C16-568E-2CA02A423D72}"/>
          </ac:spMkLst>
        </pc:spChg>
        <pc:spChg chg="del mod">
          <ac:chgData name="Amal R Babu" userId="3a292d0a-112b-4bc3-bf38-7771656893d2" providerId="ADAL" clId="{992600FB-E5A2-48A8-ADC9-6968E10B5B48}" dt="2022-11-30T07:51:56.276" v="3592" actId="478"/>
          <ac:spMkLst>
            <pc:docMk/>
            <pc:sldMk cId="2051568008" sldId="259"/>
            <ac:spMk id="16" creationId="{2913EB48-94F5-98C7-C275-915A1AD4D3EA}"/>
          </ac:spMkLst>
        </pc:spChg>
        <pc:spChg chg="del mod">
          <ac:chgData name="Amal R Babu" userId="3a292d0a-112b-4bc3-bf38-7771656893d2" providerId="ADAL" clId="{992600FB-E5A2-48A8-ADC9-6968E10B5B48}" dt="2022-11-30T07:51:56.276" v="3592" actId="478"/>
          <ac:spMkLst>
            <pc:docMk/>
            <pc:sldMk cId="2051568008" sldId="259"/>
            <ac:spMk id="17" creationId="{29D393BC-86FC-4CA8-8830-E874EA43EE28}"/>
          </ac:spMkLst>
        </pc:spChg>
        <pc:spChg chg="del mod">
          <ac:chgData name="Amal R Babu" userId="3a292d0a-112b-4bc3-bf38-7771656893d2" providerId="ADAL" clId="{992600FB-E5A2-48A8-ADC9-6968E10B5B48}" dt="2022-11-30T07:51:56.276" v="3592" actId="478"/>
          <ac:spMkLst>
            <pc:docMk/>
            <pc:sldMk cId="2051568008" sldId="259"/>
            <ac:spMk id="19" creationId="{B5F22004-B568-5F9F-D315-B9048F8F933E}"/>
          </ac:spMkLst>
        </pc:spChg>
        <pc:spChg chg="mod">
          <ac:chgData name="Amal R Babu" userId="3a292d0a-112b-4bc3-bf38-7771656893d2" providerId="ADAL" clId="{992600FB-E5A2-48A8-ADC9-6968E10B5B48}" dt="2022-12-07T05:41:26.199" v="3709"/>
          <ac:spMkLst>
            <pc:docMk/>
            <pc:sldMk cId="2051568008" sldId="259"/>
            <ac:spMk id="19" creationId="{D1615F22-3E41-C662-BABC-D173AA9D4662}"/>
          </ac:spMkLst>
        </pc:spChg>
        <pc:spChg chg="mod">
          <ac:chgData name="Amal R Babu" userId="3a292d0a-112b-4bc3-bf38-7771656893d2" providerId="ADAL" clId="{992600FB-E5A2-48A8-ADC9-6968E10B5B48}" dt="2022-12-07T05:41:26.199" v="3709"/>
          <ac:spMkLst>
            <pc:docMk/>
            <pc:sldMk cId="2051568008" sldId="259"/>
            <ac:spMk id="20" creationId="{85EAA670-9709-3643-429F-38A8CF406997}"/>
          </ac:spMkLst>
        </pc:spChg>
        <pc:spChg chg="del mod">
          <ac:chgData name="Amal R Babu" userId="3a292d0a-112b-4bc3-bf38-7771656893d2" providerId="ADAL" clId="{992600FB-E5A2-48A8-ADC9-6968E10B5B48}" dt="2022-11-30T07:51:56.276" v="3592" actId="478"/>
          <ac:spMkLst>
            <pc:docMk/>
            <pc:sldMk cId="2051568008" sldId="259"/>
            <ac:spMk id="20" creationId="{DBD7492E-2CD4-61A0-9EEE-CEE4E61AED9D}"/>
          </ac:spMkLst>
        </pc:spChg>
        <pc:spChg chg="del mod">
          <ac:chgData name="Amal R Babu" userId="3a292d0a-112b-4bc3-bf38-7771656893d2" providerId="ADAL" clId="{992600FB-E5A2-48A8-ADC9-6968E10B5B48}" dt="2022-11-30T07:51:56.276" v="3592" actId="478"/>
          <ac:spMkLst>
            <pc:docMk/>
            <pc:sldMk cId="2051568008" sldId="259"/>
            <ac:spMk id="21" creationId="{88AF1956-F7FB-2ADE-A3E7-1F7329C9752A}"/>
          </ac:spMkLst>
        </pc:spChg>
        <pc:spChg chg="mod">
          <ac:chgData name="Amal R Babu" userId="3a292d0a-112b-4bc3-bf38-7771656893d2" providerId="ADAL" clId="{992600FB-E5A2-48A8-ADC9-6968E10B5B48}" dt="2022-12-07T05:41:26.199" v="3709"/>
          <ac:spMkLst>
            <pc:docMk/>
            <pc:sldMk cId="2051568008" sldId="259"/>
            <ac:spMk id="22" creationId="{48C22072-6BF1-7471-196B-2CA2A17BDDCF}"/>
          </ac:spMkLst>
        </pc:spChg>
        <pc:spChg chg="del mod">
          <ac:chgData name="Amal R Babu" userId="3a292d0a-112b-4bc3-bf38-7771656893d2" providerId="ADAL" clId="{992600FB-E5A2-48A8-ADC9-6968E10B5B48}" dt="2022-11-30T07:51:56.276" v="3592" actId="478"/>
          <ac:spMkLst>
            <pc:docMk/>
            <pc:sldMk cId="2051568008" sldId="259"/>
            <ac:spMk id="22" creationId="{B8560F59-A67B-8514-2A4E-47A28A1A48B1}"/>
          </ac:spMkLst>
        </pc:spChg>
        <pc:spChg chg="add mod">
          <ac:chgData name="Amal R Babu" userId="3a292d0a-112b-4bc3-bf38-7771656893d2" providerId="ADAL" clId="{992600FB-E5A2-48A8-ADC9-6968E10B5B48}" dt="2022-11-30T07:52:24.576" v="3594" actId="207"/>
          <ac:spMkLst>
            <pc:docMk/>
            <pc:sldMk cId="2051568008" sldId="259"/>
            <ac:spMk id="23" creationId="{D3FA469F-E622-B163-9A6E-C268636E70A7}"/>
          </ac:spMkLst>
        </pc:spChg>
        <pc:spChg chg="add mod">
          <ac:chgData name="Amal R Babu" userId="3a292d0a-112b-4bc3-bf38-7771656893d2" providerId="ADAL" clId="{992600FB-E5A2-48A8-ADC9-6968E10B5B48}" dt="2022-11-30T07:52:28.233" v="3595" actId="207"/>
          <ac:spMkLst>
            <pc:docMk/>
            <pc:sldMk cId="2051568008" sldId="259"/>
            <ac:spMk id="24" creationId="{AED3E656-4D43-0ED9-E65B-6DB0A29A96D3}"/>
          </ac:spMkLst>
        </pc:spChg>
        <pc:spChg chg="add mod">
          <ac:chgData name="Amal R Babu" userId="3a292d0a-112b-4bc3-bf38-7771656893d2" providerId="ADAL" clId="{992600FB-E5A2-48A8-ADC9-6968E10B5B48}" dt="2022-11-30T07:52:32.472" v="3596" actId="207"/>
          <ac:spMkLst>
            <pc:docMk/>
            <pc:sldMk cId="2051568008" sldId="259"/>
            <ac:spMk id="25" creationId="{4B9D06F2-6FEB-8C32-52F6-69010328E106}"/>
          </ac:spMkLst>
        </pc:spChg>
        <pc:spChg chg="mod">
          <ac:chgData name="Amal R Babu" userId="3a292d0a-112b-4bc3-bf38-7771656893d2" providerId="ADAL" clId="{992600FB-E5A2-48A8-ADC9-6968E10B5B48}" dt="2022-12-07T05:41:26.199" v="3709"/>
          <ac:spMkLst>
            <pc:docMk/>
            <pc:sldMk cId="2051568008" sldId="259"/>
            <ac:spMk id="26" creationId="{09359809-3B66-918D-1448-3627446086A3}"/>
          </ac:spMkLst>
        </pc:spChg>
        <pc:spChg chg="del mod topLvl">
          <ac:chgData name="Amal R Babu" userId="3a292d0a-112b-4bc3-bf38-7771656893d2" providerId="ADAL" clId="{992600FB-E5A2-48A8-ADC9-6968E10B5B48}" dt="2022-11-30T04:45:27.718" v="3081" actId="478"/>
          <ac:spMkLst>
            <pc:docMk/>
            <pc:sldMk cId="2051568008" sldId="259"/>
            <ac:spMk id="26" creationId="{EF4EB0B0-3304-650F-3100-F337800C6835}"/>
          </ac:spMkLst>
        </pc:spChg>
        <pc:spChg chg="mod topLvl">
          <ac:chgData name="Amal R Babu" userId="3a292d0a-112b-4bc3-bf38-7771656893d2" providerId="ADAL" clId="{992600FB-E5A2-48A8-ADC9-6968E10B5B48}" dt="2022-11-28T10:11:51.563" v="992" actId="165"/>
          <ac:spMkLst>
            <pc:docMk/>
            <pc:sldMk cId="2051568008" sldId="259"/>
            <ac:spMk id="31" creationId="{61B81A57-B5F8-CBF3-F647-EA407686C375}"/>
          </ac:spMkLst>
        </pc:spChg>
        <pc:spChg chg="mod topLvl">
          <ac:chgData name="Amal R Babu" userId="3a292d0a-112b-4bc3-bf38-7771656893d2" providerId="ADAL" clId="{992600FB-E5A2-48A8-ADC9-6968E10B5B48}" dt="2022-11-28T10:11:51.563" v="992" actId="165"/>
          <ac:spMkLst>
            <pc:docMk/>
            <pc:sldMk cId="2051568008" sldId="259"/>
            <ac:spMk id="32" creationId="{B631EEF1-030B-D12A-CF6E-E6652F6E6B24}"/>
          </ac:spMkLst>
        </pc:spChg>
        <pc:spChg chg="del mod">
          <ac:chgData name="Amal R Babu" userId="3a292d0a-112b-4bc3-bf38-7771656893d2" providerId="ADAL" clId="{992600FB-E5A2-48A8-ADC9-6968E10B5B48}" dt="2022-11-30T07:51:56.276" v="3592" actId="478"/>
          <ac:spMkLst>
            <pc:docMk/>
            <pc:sldMk cId="2051568008" sldId="259"/>
            <ac:spMk id="33" creationId="{06426368-13B9-05ED-7B4E-48B8C7532F65}"/>
          </ac:spMkLst>
        </pc:spChg>
        <pc:spChg chg="del mod">
          <ac:chgData name="Amal R Babu" userId="3a292d0a-112b-4bc3-bf38-7771656893d2" providerId="ADAL" clId="{992600FB-E5A2-48A8-ADC9-6968E10B5B48}" dt="2022-11-30T07:51:56.276" v="3592" actId="478"/>
          <ac:spMkLst>
            <pc:docMk/>
            <pc:sldMk cId="2051568008" sldId="259"/>
            <ac:spMk id="34" creationId="{15C24E6E-5086-DAC3-E400-3CB725E13353}"/>
          </ac:spMkLst>
        </pc:spChg>
        <pc:spChg chg="del mod">
          <ac:chgData name="Amal R Babu" userId="3a292d0a-112b-4bc3-bf38-7771656893d2" providerId="ADAL" clId="{992600FB-E5A2-48A8-ADC9-6968E10B5B48}" dt="2022-11-30T07:51:56.276" v="3592" actId="478"/>
          <ac:spMkLst>
            <pc:docMk/>
            <pc:sldMk cId="2051568008" sldId="259"/>
            <ac:spMk id="35" creationId="{D7FACB4C-BCA4-434A-8FA8-F4D0A8D4C109}"/>
          </ac:spMkLst>
        </pc:spChg>
        <pc:spChg chg="mod topLvl">
          <ac:chgData name="Amal R Babu" userId="3a292d0a-112b-4bc3-bf38-7771656893d2" providerId="ADAL" clId="{992600FB-E5A2-48A8-ADC9-6968E10B5B48}" dt="2022-11-28T10:11:51.563" v="992" actId="165"/>
          <ac:spMkLst>
            <pc:docMk/>
            <pc:sldMk cId="2051568008" sldId="259"/>
            <ac:spMk id="36" creationId="{90012A1E-28AA-E521-B656-ED2BA4A3E087}"/>
          </ac:spMkLst>
        </pc:spChg>
        <pc:spChg chg="mod topLvl">
          <ac:chgData name="Amal R Babu" userId="3a292d0a-112b-4bc3-bf38-7771656893d2" providerId="ADAL" clId="{992600FB-E5A2-48A8-ADC9-6968E10B5B48}" dt="2022-11-28T10:11:51.563" v="992" actId="165"/>
          <ac:spMkLst>
            <pc:docMk/>
            <pc:sldMk cId="2051568008" sldId="259"/>
            <ac:spMk id="37" creationId="{E0E7EAC4-16BE-9F14-7F8A-D62D087EB35B}"/>
          </ac:spMkLst>
        </pc:spChg>
        <pc:spChg chg="add mod">
          <ac:chgData name="Amal R Babu" userId="3a292d0a-112b-4bc3-bf38-7771656893d2" providerId="ADAL" clId="{992600FB-E5A2-48A8-ADC9-6968E10B5B48}" dt="2022-11-30T07:52:35.181" v="3597" actId="207"/>
          <ac:spMkLst>
            <pc:docMk/>
            <pc:sldMk cId="2051568008" sldId="259"/>
            <ac:spMk id="38" creationId="{025BF91C-5163-7619-C9C4-CF2840FE8738}"/>
          </ac:spMkLst>
        </pc:spChg>
        <pc:spChg chg="del mod topLvl">
          <ac:chgData name="Amal R Babu" userId="3a292d0a-112b-4bc3-bf38-7771656893d2" providerId="ADAL" clId="{992600FB-E5A2-48A8-ADC9-6968E10B5B48}" dt="2022-11-28T10:11:56.171" v="993" actId="478"/>
          <ac:spMkLst>
            <pc:docMk/>
            <pc:sldMk cId="2051568008" sldId="259"/>
            <ac:spMk id="38" creationId="{D4770C35-E970-F647-8FAC-E6E271587668}"/>
          </ac:spMkLst>
        </pc:spChg>
        <pc:spChg chg="add mod">
          <ac:chgData name="Amal R Babu" userId="3a292d0a-112b-4bc3-bf38-7771656893d2" providerId="ADAL" clId="{992600FB-E5A2-48A8-ADC9-6968E10B5B48}" dt="2022-11-30T07:51:57.059" v="3593"/>
          <ac:spMkLst>
            <pc:docMk/>
            <pc:sldMk cId="2051568008" sldId="259"/>
            <ac:spMk id="39" creationId="{359AB09C-2AD2-D62D-5194-BB885CA8C658}"/>
          </ac:spMkLst>
        </pc:spChg>
        <pc:spChg chg="del mod topLvl">
          <ac:chgData name="Amal R Babu" userId="3a292d0a-112b-4bc3-bf38-7771656893d2" providerId="ADAL" clId="{992600FB-E5A2-48A8-ADC9-6968E10B5B48}" dt="2022-11-28T10:11:56.171" v="993" actId="478"/>
          <ac:spMkLst>
            <pc:docMk/>
            <pc:sldMk cId="2051568008" sldId="259"/>
            <ac:spMk id="39" creationId="{A096A059-50C6-D8C8-B9F3-A0C4C3122640}"/>
          </ac:spMkLst>
        </pc:spChg>
        <pc:spChg chg="del mod topLvl">
          <ac:chgData name="Amal R Babu" userId="3a292d0a-112b-4bc3-bf38-7771656893d2" providerId="ADAL" clId="{992600FB-E5A2-48A8-ADC9-6968E10B5B48}" dt="2022-11-28T10:11:56.171" v="993" actId="478"/>
          <ac:spMkLst>
            <pc:docMk/>
            <pc:sldMk cId="2051568008" sldId="259"/>
            <ac:spMk id="40" creationId="{7BE09A2B-D398-10E6-7081-4157EC2A2CDF}"/>
          </ac:spMkLst>
        </pc:spChg>
        <pc:spChg chg="del mod">
          <ac:chgData name="Amal R Babu" userId="3a292d0a-112b-4bc3-bf38-7771656893d2" providerId="ADAL" clId="{992600FB-E5A2-48A8-ADC9-6968E10B5B48}" dt="2022-11-30T06:31:07.928" v="3455" actId="478"/>
          <ac:spMkLst>
            <pc:docMk/>
            <pc:sldMk cId="2051568008" sldId="259"/>
            <ac:spMk id="43" creationId="{4085F982-777E-59AD-4DB4-B07024AB9EAF}"/>
          </ac:spMkLst>
        </pc:spChg>
        <pc:spChg chg="mod">
          <ac:chgData name="Amal R Babu" userId="3a292d0a-112b-4bc3-bf38-7771656893d2" providerId="ADAL" clId="{992600FB-E5A2-48A8-ADC9-6968E10B5B48}" dt="2022-11-30T07:51:57.059" v="3593"/>
          <ac:spMkLst>
            <pc:docMk/>
            <pc:sldMk cId="2051568008" sldId="259"/>
            <ac:spMk id="45" creationId="{ACF70ACA-A992-4739-22D8-0986B44A36B1}"/>
          </ac:spMkLst>
        </pc:spChg>
        <pc:spChg chg="add mod">
          <ac:chgData name="Amal R Babu" userId="3a292d0a-112b-4bc3-bf38-7771656893d2" providerId="ADAL" clId="{992600FB-E5A2-48A8-ADC9-6968E10B5B48}" dt="2022-11-28T10:15:42.871" v="1037" actId="164"/>
          <ac:spMkLst>
            <pc:docMk/>
            <pc:sldMk cId="2051568008" sldId="259"/>
            <ac:spMk id="46" creationId="{99881D78-2B87-E12B-49E9-D3F730AF9CA4}"/>
          </ac:spMkLst>
        </pc:spChg>
        <pc:spChg chg="del">
          <ac:chgData name="Amal R Babu" userId="3a292d0a-112b-4bc3-bf38-7771656893d2" providerId="ADAL" clId="{992600FB-E5A2-48A8-ADC9-6968E10B5B48}" dt="2022-11-30T07:51:56.276" v="3592" actId="478"/>
          <ac:spMkLst>
            <pc:docMk/>
            <pc:sldMk cId="2051568008" sldId="259"/>
            <ac:spMk id="50" creationId="{0E2B6178-FB2D-9772-47AD-87A734026875}"/>
          </ac:spMkLst>
        </pc:spChg>
        <pc:spChg chg="del mod">
          <ac:chgData name="Amal R Babu" userId="3a292d0a-112b-4bc3-bf38-7771656893d2" providerId="ADAL" clId="{992600FB-E5A2-48A8-ADC9-6968E10B5B48}" dt="2022-11-30T07:51:56.276" v="3592" actId="478"/>
          <ac:spMkLst>
            <pc:docMk/>
            <pc:sldMk cId="2051568008" sldId="259"/>
            <ac:spMk id="55" creationId="{A2C13AB5-7A64-00F4-ECBF-90F667E097CA}"/>
          </ac:spMkLst>
        </pc:spChg>
        <pc:spChg chg="mod">
          <ac:chgData name="Amal R Babu" userId="3a292d0a-112b-4bc3-bf38-7771656893d2" providerId="ADAL" clId="{992600FB-E5A2-48A8-ADC9-6968E10B5B48}" dt="2022-11-28T10:15:53.419" v="1040" actId="207"/>
          <ac:spMkLst>
            <pc:docMk/>
            <pc:sldMk cId="2051568008" sldId="259"/>
            <ac:spMk id="56" creationId="{8B7B167F-4167-0978-E8FD-4722185AE5EB}"/>
          </ac:spMkLst>
        </pc:spChg>
        <pc:spChg chg="mod">
          <ac:chgData name="Amal R Babu" userId="3a292d0a-112b-4bc3-bf38-7771656893d2" providerId="ADAL" clId="{992600FB-E5A2-48A8-ADC9-6968E10B5B48}" dt="2022-11-28T10:15:53.419" v="1040" actId="207"/>
          <ac:spMkLst>
            <pc:docMk/>
            <pc:sldMk cId="2051568008" sldId="259"/>
            <ac:spMk id="57" creationId="{4D9D4210-23E0-E42F-33D1-91FBE9BBF1B2}"/>
          </ac:spMkLst>
        </pc:spChg>
        <pc:spChg chg="del">
          <ac:chgData name="Amal R Babu" userId="3a292d0a-112b-4bc3-bf38-7771656893d2" providerId="ADAL" clId="{992600FB-E5A2-48A8-ADC9-6968E10B5B48}" dt="2022-11-30T07:51:56.276" v="3592" actId="478"/>
          <ac:spMkLst>
            <pc:docMk/>
            <pc:sldMk cId="2051568008" sldId="259"/>
            <ac:spMk id="58" creationId="{84827C04-91A4-59E2-705C-138BA0A13DA9}"/>
          </ac:spMkLst>
        </pc:spChg>
        <pc:spChg chg="mod">
          <ac:chgData name="Amal R Babu" userId="3a292d0a-112b-4bc3-bf38-7771656893d2" providerId="ADAL" clId="{992600FB-E5A2-48A8-ADC9-6968E10B5B48}" dt="2022-11-28T10:15:53.419" v="1040" actId="207"/>
          <ac:spMkLst>
            <pc:docMk/>
            <pc:sldMk cId="2051568008" sldId="259"/>
            <ac:spMk id="59" creationId="{0C86B5FC-9245-D2ED-DD22-A728FE045334}"/>
          </ac:spMkLst>
        </pc:spChg>
        <pc:spChg chg="add mod">
          <ac:chgData name="Amal R Babu" userId="3a292d0a-112b-4bc3-bf38-7771656893d2" providerId="ADAL" clId="{992600FB-E5A2-48A8-ADC9-6968E10B5B48}" dt="2022-11-28T10:17:14.730" v="1057" actId="1076"/>
          <ac:spMkLst>
            <pc:docMk/>
            <pc:sldMk cId="2051568008" sldId="259"/>
            <ac:spMk id="60" creationId="{78B6EF03-8F3E-3607-3A1C-1F678C9186EF}"/>
          </ac:spMkLst>
        </pc:spChg>
        <pc:spChg chg="add mod">
          <ac:chgData name="Amal R Babu" userId="3a292d0a-112b-4bc3-bf38-7771656893d2" providerId="ADAL" clId="{992600FB-E5A2-48A8-ADC9-6968E10B5B48}" dt="2022-11-28T10:51:07.036" v="1072" actId="1076"/>
          <ac:spMkLst>
            <pc:docMk/>
            <pc:sldMk cId="2051568008" sldId="259"/>
            <ac:spMk id="61" creationId="{FB56885A-E1F6-9657-B73E-63BA2B77CF7F}"/>
          </ac:spMkLst>
        </pc:spChg>
        <pc:spChg chg="add mod">
          <ac:chgData name="Amal R Babu" userId="3a292d0a-112b-4bc3-bf38-7771656893d2" providerId="ADAL" clId="{992600FB-E5A2-48A8-ADC9-6968E10B5B48}" dt="2022-11-28T10:52:44.573" v="1085" actId="20577"/>
          <ac:spMkLst>
            <pc:docMk/>
            <pc:sldMk cId="2051568008" sldId="259"/>
            <ac:spMk id="63" creationId="{67A5FAC3-E100-BF32-3FC6-25618C52AB57}"/>
          </ac:spMkLst>
        </pc:spChg>
        <pc:spChg chg="add mod">
          <ac:chgData name="Amal R Babu" userId="3a292d0a-112b-4bc3-bf38-7771656893d2" providerId="ADAL" clId="{992600FB-E5A2-48A8-ADC9-6968E10B5B48}" dt="2022-11-28T10:51:43.107" v="1081" actId="1076"/>
          <ac:spMkLst>
            <pc:docMk/>
            <pc:sldMk cId="2051568008" sldId="259"/>
            <ac:spMk id="66" creationId="{71537340-6A15-D8D3-1FFE-EA843712D4E8}"/>
          </ac:spMkLst>
        </pc:spChg>
        <pc:spChg chg="mod">
          <ac:chgData name="Amal R Babu" userId="3a292d0a-112b-4bc3-bf38-7771656893d2" providerId="ADAL" clId="{992600FB-E5A2-48A8-ADC9-6968E10B5B48}" dt="2022-11-30T07:51:57.059" v="3593"/>
          <ac:spMkLst>
            <pc:docMk/>
            <pc:sldMk cId="2051568008" sldId="259"/>
            <ac:spMk id="74" creationId="{48A1C27E-E79E-600E-19AD-0E7A21AAFA05}"/>
          </ac:spMkLst>
        </pc:spChg>
        <pc:spChg chg="mod">
          <ac:chgData name="Amal R Babu" userId="3a292d0a-112b-4bc3-bf38-7771656893d2" providerId="ADAL" clId="{992600FB-E5A2-48A8-ADC9-6968E10B5B48}" dt="2022-11-30T07:51:57.059" v="3593"/>
          <ac:spMkLst>
            <pc:docMk/>
            <pc:sldMk cId="2051568008" sldId="259"/>
            <ac:spMk id="78" creationId="{1C51B741-E648-A941-AD8A-56EAD2FB31AB}"/>
          </ac:spMkLst>
        </pc:spChg>
        <pc:spChg chg="add mod">
          <ac:chgData name="Amal R Babu" userId="3a292d0a-112b-4bc3-bf38-7771656893d2" providerId="ADAL" clId="{992600FB-E5A2-48A8-ADC9-6968E10B5B48}" dt="2022-11-30T07:51:57.059" v="3593"/>
          <ac:spMkLst>
            <pc:docMk/>
            <pc:sldMk cId="2051568008" sldId="259"/>
            <ac:spMk id="82" creationId="{0EF0CFB5-F3B3-C886-0B34-37073995BBEC}"/>
          </ac:spMkLst>
        </pc:spChg>
        <pc:spChg chg="mod">
          <ac:chgData name="Amal R Babu" userId="3a292d0a-112b-4bc3-bf38-7771656893d2" providerId="ADAL" clId="{992600FB-E5A2-48A8-ADC9-6968E10B5B48}" dt="2022-11-30T07:51:57.059" v="3593"/>
          <ac:spMkLst>
            <pc:docMk/>
            <pc:sldMk cId="2051568008" sldId="259"/>
            <ac:spMk id="84" creationId="{635D0D8E-1492-6332-CC19-542BFD9A9EA0}"/>
          </ac:spMkLst>
        </pc:spChg>
        <pc:spChg chg="mod">
          <ac:chgData name="Amal R Babu" userId="3a292d0a-112b-4bc3-bf38-7771656893d2" providerId="ADAL" clId="{992600FB-E5A2-48A8-ADC9-6968E10B5B48}" dt="2022-11-30T07:51:57.059" v="3593"/>
          <ac:spMkLst>
            <pc:docMk/>
            <pc:sldMk cId="2051568008" sldId="259"/>
            <ac:spMk id="87" creationId="{B8ECA403-A96C-88F3-E721-B3C5D23243C2}"/>
          </ac:spMkLst>
        </pc:spChg>
        <pc:spChg chg="mod">
          <ac:chgData name="Amal R Babu" userId="3a292d0a-112b-4bc3-bf38-7771656893d2" providerId="ADAL" clId="{992600FB-E5A2-48A8-ADC9-6968E10B5B48}" dt="2022-11-30T07:51:57.059" v="3593"/>
          <ac:spMkLst>
            <pc:docMk/>
            <pc:sldMk cId="2051568008" sldId="259"/>
            <ac:spMk id="89" creationId="{E9F00506-D310-5C56-3779-3E9B20B069DB}"/>
          </ac:spMkLst>
        </pc:spChg>
        <pc:spChg chg="add mod">
          <ac:chgData name="Amal R Babu" userId="3a292d0a-112b-4bc3-bf38-7771656893d2" providerId="ADAL" clId="{992600FB-E5A2-48A8-ADC9-6968E10B5B48}" dt="2022-11-30T07:51:57.059" v="3593"/>
          <ac:spMkLst>
            <pc:docMk/>
            <pc:sldMk cId="2051568008" sldId="259"/>
            <ac:spMk id="90" creationId="{711B0783-1F60-F9EC-104D-9EA4B58AB1AF}"/>
          </ac:spMkLst>
        </pc:spChg>
        <pc:spChg chg="mod topLvl">
          <ac:chgData name="Amal R Babu" userId="3a292d0a-112b-4bc3-bf38-7771656893d2" providerId="ADAL" clId="{992600FB-E5A2-48A8-ADC9-6968E10B5B48}" dt="2022-11-28T10:13:48.657" v="1008" actId="1076"/>
          <ac:spMkLst>
            <pc:docMk/>
            <pc:sldMk cId="2051568008" sldId="259"/>
            <ac:spMk id="92" creationId="{232C2ADA-8B7B-4990-FB78-B27C9A79E87E}"/>
          </ac:spMkLst>
        </pc:spChg>
        <pc:spChg chg="add mod">
          <ac:chgData name="Amal R Babu" userId="3a292d0a-112b-4bc3-bf38-7771656893d2" providerId="ADAL" clId="{992600FB-E5A2-48A8-ADC9-6968E10B5B48}" dt="2022-11-30T07:51:57.059" v="3593"/>
          <ac:spMkLst>
            <pc:docMk/>
            <pc:sldMk cId="2051568008" sldId="259"/>
            <ac:spMk id="93" creationId="{BB05898C-40A1-C62A-816F-3C484466890B}"/>
          </ac:spMkLst>
        </pc:spChg>
        <pc:spChg chg="add mod">
          <ac:chgData name="Amal R Babu" userId="3a292d0a-112b-4bc3-bf38-7771656893d2" providerId="ADAL" clId="{992600FB-E5A2-48A8-ADC9-6968E10B5B48}" dt="2022-11-30T07:51:57.059" v="3593"/>
          <ac:spMkLst>
            <pc:docMk/>
            <pc:sldMk cId="2051568008" sldId="259"/>
            <ac:spMk id="95" creationId="{8F4E7E02-FCAA-405B-191E-94DAC3CB68E6}"/>
          </ac:spMkLst>
        </pc:spChg>
        <pc:spChg chg="add mod">
          <ac:chgData name="Amal R Babu" userId="3a292d0a-112b-4bc3-bf38-7771656893d2" providerId="ADAL" clId="{992600FB-E5A2-48A8-ADC9-6968E10B5B48}" dt="2022-11-30T07:51:57.059" v="3593"/>
          <ac:spMkLst>
            <pc:docMk/>
            <pc:sldMk cId="2051568008" sldId="259"/>
            <ac:spMk id="97" creationId="{F00E5FA7-49EE-6A60-5C53-2C02E0BE5369}"/>
          </ac:spMkLst>
        </pc:spChg>
        <pc:spChg chg="add mod">
          <ac:chgData name="Amal R Babu" userId="3a292d0a-112b-4bc3-bf38-7771656893d2" providerId="ADAL" clId="{992600FB-E5A2-48A8-ADC9-6968E10B5B48}" dt="2022-11-30T07:51:57.059" v="3593"/>
          <ac:spMkLst>
            <pc:docMk/>
            <pc:sldMk cId="2051568008" sldId="259"/>
            <ac:spMk id="99" creationId="{04F4EC89-89F2-7D05-31DA-7B4ADE18D9FA}"/>
          </ac:spMkLst>
        </pc:spChg>
        <pc:spChg chg="add mod">
          <ac:chgData name="Amal R Babu" userId="3a292d0a-112b-4bc3-bf38-7771656893d2" providerId="ADAL" clId="{992600FB-E5A2-48A8-ADC9-6968E10B5B48}" dt="2022-11-30T07:51:57.059" v="3593"/>
          <ac:spMkLst>
            <pc:docMk/>
            <pc:sldMk cId="2051568008" sldId="259"/>
            <ac:spMk id="100" creationId="{FEA6F88C-161F-8774-3C80-B0388F5AE887}"/>
          </ac:spMkLst>
        </pc:spChg>
        <pc:spChg chg="del">
          <ac:chgData name="Amal R Babu" userId="3a292d0a-112b-4bc3-bf38-7771656893d2" providerId="ADAL" clId="{992600FB-E5A2-48A8-ADC9-6968E10B5B48}" dt="2022-11-30T07:51:56.276" v="3592" actId="478"/>
          <ac:spMkLst>
            <pc:docMk/>
            <pc:sldMk cId="2051568008" sldId="259"/>
            <ac:spMk id="102" creationId="{BC336F4F-319C-E66A-14BA-28906300DE58}"/>
          </ac:spMkLst>
        </pc:spChg>
        <pc:spChg chg="del">
          <ac:chgData name="Amal R Babu" userId="3a292d0a-112b-4bc3-bf38-7771656893d2" providerId="ADAL" clId="{992600FB-E5A2-48A8-ADC9-6968E10B5B48}" dt="2022-11-28T10:02:50.638" v="853" actId="478"/>
          <ac:spMkLst>
            <pc:docMk/>
            <pc:sldMk cId="2051568008" sldId="259"/>
            <ac:spMk id="103" creationId="{29B0C45B-43BB-5FBD-2EEB-988D2B901594}"/>
          </ac:spMkLst>
        </pc:spChg>
        <pc:spChg chg="mod">
          <ac:chgData name="Amal R Babu" userId="3a292d0a-112b-4bc3-bf38-7771656893d2" providerId="ADAL" clId="{992600FB-E5A2-48A8-ADC9-6968E10B5B48}" dt="2022-11-30T07:51:57.059" v="3593"/>
          <ac:spMkLst>
            <pc:docMk/>
            <pc:sldMk cId="2051568008" sldId="259"/>
            <ac:spMk id="103" creationId="{C799AEB8-A84F-B8D0-7C08-38E30E24DBE1}"/>
          </ac:spMkLst>
        </pc:spChg>
        <pc:spChg chg="del">
          <ac:chgData name="Amal R Babu" userId="3a292d0a-112b-4bc3-bf38-7771656893d2" providerId="ADAL" clId="{992600FB-E5A2-48A8-ADC9-6968E10B5B48}" dt="2022-11-28T10:02:50.638" v="853" actId="478"/>
          <ac:spMkLst>
            <pc:docMk/>
            <pc:sldMk cId="2051568008" sldId="259"/>
            <ac:spMk id="104" creationId="{74C5E675-701B-8094-F5F5-D71CAAE61688}"/>
          </ac:spMkLst>
        </pc:spChg>
        <pc:spChg chg="mod">
          <ac:chgData name="Amal R Babu" userId="3a292d0a-112b-4bc3-bf38-7771656893d2" providerId="ADAL" clId="{992600FB-E5A2-48A8-ADC9-6968E10B5B48}" dt="2022-11-30T07:51:57.059" v="3593"/>
          <ac:spMkLst>
            <pc:docMk/>
            <pc:sldMk cId="2051568008" sldId="259"/>
            <ac:spMk id="104" creationId="{D07B674A-17D4-BF35-5E1E-558C8A5A74C9}"/>
          </ac:spMkLst>
        </pc:spChg>
        <pc:spChg chg="add mod">
          <ac:chgData name="Amal R Babu" userId="3a292d0a-112b-4bc3-bf38-7771656893d2" providerId="ADAL" clId="{992600FB-E5A2-48A8-ADC9-6968E10B5B48}" dt="2022-11-30T07:51:57.059" v="3593"/>
          <ac:spMkLst>
            <pc:docMk/>
            <pc:sldMk cId="2051568008" sldId="259"/>
            <ac:spMk id="105" creationId="{9B3D8659-A43F-0CF6-5B64-C5DFBDEB031C}"/>
          </ac:spMkLst>
        </pc:spChg>
        <pc:spChg chg="mod">
          <ac:chgData name="Amal R Babu" userId="3a292d0a-112b-4bc3-bf38-7771656893d2" providerId="ADAL" clId="{992600FB-E5A2-48A8-ADC9-6968E10B5B48}" dt="2022-11-30T07:51:57.059" v="3593"/>
          <ac:spMkLst>
            <pc:docMk/>
            <pc:sldMk cId="2051568008" sldId="259"/>
            <ac:spMk id="107" creationId="{B0D329EE-1360-27F0-8983-5E9999A48F1F}"/>
          </ac:spMkLst>
        </pc:spChg>
        <pc:spChg chg="mod">
          <ac:chgData name="Amal R Babu" userId="3a292d0a-112b-4bc3-bf38-7771656893d2" providerId="ADAL" clId="{992600FB-E5A2-48A8-ADC9-6968E10B5B48}" dt="2022-11-30T07:51:57.059" v="3593"/>
          <ac:spMkLst>
            <pc:docMk/>
            <pc:sldMk cId="2051568008" sldId="259"/>
            <ac:spMk id="108" creationId="{C9BC46E8-42DF-8D06-1DDE-575E632E1361}"/>
          </ac:spMkLst>
        </pc:spChg>
        <pc:spChg chg="del">
          <ac:chgData name="Amal R Babu" userId="3a292d0a-112b-4bc3-bf38-7771656893d2" providerId="ADAL" clId="{992600FB-E5A2-48A8-ADC9-6968E10B5B48}" dt="2022-11-30T06:31:07.928" v="3455" actId="478"/>
          <ac:spMkLst>
            <pc:docMk/>
            <pc:sldMk cId="2051568008" sldId="259"/>
            <ac:spMk id="109" creationId="{B205D4A8-03D0-E92D-2A10-7A44B4A53BD1}"/>
          </ac:spMkLst>
        </pc:spChg>
        <pc:spChg chg="add mod">
          <ac:chgData name="Amal R Babu" userId="3a292d0a-112b-4bc3-bf38-7771656893d2" providerId="ADAL" clId="{992600FB-E5A2-48A8-ADC9-6968E10B5B48}" dt="2022-11-30T07:51:57.059" v="3593"/>
          <ac:spMkLst>
            <pc:docMk/>
            <pc:sldMk cId="2051568008" sldId="259"/>
            <ac:spMk id="110" creationId="{7D2F89A2-3FE8-D639-025B-9BF4C329EFD8}"/>
          </ac:spMkLst>
        </pc:spChg>
        <pc:spChg chg="add mod">
          <ac:chgData name="Amal R Babu" userId="3a292d0a-112b-4bc3-bf38-7771656893d2" providerId="ADAL" clId="{992600FB-E5A2-48A8-ADC9-6968E10B5B48}" dt="2022-11-30T07:51:57.059" v="3593"/>
          <ac:spMkLst>
            <pc:docMk/>
            <pc:sldMk cId="2051568008" sldId="259"/>
            <ac:spMk id="111" creationId="{C73F4624-9527-8183-B180-2774B63512B2}"/>
          </ac:spMkLst>
        </pc:spChg>
        <pc:spChg chg="del">
          <ac:chgData name="Amal R Babu" userId="3a292d0a-112b-4bc3-bf38-7771656893d2" providerId="ADAL" clId="{992600FB-E5A2-48A8-ADC9-6968E10B5B48}" dt="2022-11-28T10:02:52.140" v="854" actId="478"/>
          <ac:spMkLst>
            <pc:docMk/>
            <pc:sldMk cId="2051568008" sldId="259"/>
            <ac:spMk id="128" creationId="{41223AA4-B730-3AEB-3564-71CF3E904C71}"/>
          </ac:spMkLst>
        </pc:spChg>
        <pc:grpChg chg="add mod">
          <ac:chgData name="Amal R Babu" userId="3a292d0a-112b-4bc3-bf38-7771656893d2" providerId="ADAL" clId="{992600FB-E5A2-48A8-ADC9-6968E10B5B48}" dt="2022-12-07T05:41:26.199" v="3709"/>
          <ac:grpSpMkLst>
            <pc:docMk/>
            <pc:sldMk cId="2051568008" sldId="259"/>
            <ac:grpSpMk id="17" creationId="{62C84D17-BBEB-3E1C-AE16-5AF0B8D675B5}"/>
          </ac:grpSpMkLst>
        </pc:grpChg>
        <pc:grpChg chg="add del mod">
          <ac:chgData name="Amal R Babu" userId="3a292d0a-112b-4bc3-bf38-7771656893d2" providerId="ADAL" clId="{992600FB-E5A2-48A8-ADC9-6968E10B5B48}" dt="2022-11-28T10:09:45.034" v="989" actId="165"/>
          <ac:grpSpMkLst>
            <pc:docMk/>
            <pc:sldMk cId="2051568008" sldId="259"/>
            <ac:grpSpMk id="18" creationId="{C09A7A08-794C-3D7E-3686-0FA709168F76}"/>
          </ac:grpSpMkLst>
        </pc:grpChg>
        <pc:grpChg chg="add mod">
          <ac:chgData name="Amal R Babu" userId="3a292d0a-112b-4bc3-bf38-7771656893d2" providerId="ADAL" clId="{992600FB-E5A2-48A8-ADC9-6968E10B5B48}" dt="2022-12-07T05:41:26.199" v="3709"/>
          <ac:grpSpMkLst>
            <pc:docMk/>
            <pc:sldMk cId="2051568008" sldId="259"/>
            <ac:grpSpMk id="21" creationId="{3CBB2942-9CD4-498A-7B56-660BF9D8C434}"/>
          </ac:grpSpMkLst>
        </pc:grpChg>
        <pc:grpChg chg="del mod">
          <ac:chgData name="Amal R Babu" userId="3a292d0a-112b-4bc3-bf38-7771656893d2" providerId="ADAL" clId="{992600FB-E5A2-48A8-ADC9-6968E10B5B48}" dt="2022-11-28T10:11:51.563" v="992" actId="165"/>
          <ac:grpSpMkLst>
            <pc:docMk/>
            <pc:sldMk cId="2051568008" sldId="259"/>
            <ac:grpSpMk id="25" creationId="{63BC3B76-2556-6FAC-F387-88457C3D3737}"/>
          </ac:grpSpMkLst>
        </pc:grpChg>
        <pc:grpChg chg="del">
          <ac:chgData name="Amal R Babu" userId="3a292d0a-112b-4bc3-bf38-7771656893d2" providerId="ADAL" clId="{992600FB-E5A2-48A8-ADC9-6968E10B5B48}" dt="2022-11-30T07:51:56.276" v="3592" actId="478"/>
          <ac:grpSpMkLst>
            <pc:docMk/>
            <pc:sldMk cId="2051568008" sldId="259"/>
            <ac:grpSpMk id="30" creationId="{9ECCC638-745A-4CD5-37F4-34E729654B57}"/>
          </ac:grpSpMkLst>
        </pc:grpChg>
        <pc:grpChg chg="add mod">
          <ac:chgData name="Amal R Babu" userId="3a292d0a-112b-4bc3-bf38-7771656893d2" providerId="ADAL" clId="{992600FB-E5A2-48A8-ADC9-6968E10B5B48}" dt="2022-11-30T07:51:57.059" v="3593"/>
          <ac:grpSpMkLst>
            <pc:docMk/>
            <pc:sldMk cId="2051568008" sldId="259"/>
            <ac:grpSpMk id="40" creationId="{3D5ED99E-B557-5BFE-E9CF-7341DD8C0784}"/>
          </ac:grpSpMkLst>
        </pc:grpChg>
        <pc:grpChg chg="del">
          <ac:chgData name="Amal R Babu" userId="3a292d0a-112b-4bc3-bf38-7771656893d2" providerId="ADAL" clId="{992600FB-E5A2-48A8-ADC9-6968E10B5B48}" dt="2022-11-30T07:51:56.276" v="3592" actId="478"/>
          <ac:grpSpMkLst>
            <pc:docMk/>
            <pc:sldMk cId="2051568008" sldId="259"/>
            <ac:grpSpMk id="47" creationId="{5C6579D9-4E04-AE17-CF35-68ADBC5766B2}"/>
          </ac:grpSpMkLst>
        </pc:grpChg>
        <pc:grpChg chg="add mod">
          <ac:chgData name="Amal R Babu" userId="3a292d0a-112b-4bc3-bf38-7771656893d2" providerId="ADAL" clId="{992600FB-E5A2-48A8-ADC9-6968E10B5B48}" dt="2022-11-28T10:15:45.707" v="1038" actId="1076"/>
          <ac:grpSpMkLst>
            <pc:docMk/>
            <pc:sldMk cId="2051568008" sldId="259"/>
            <ac:grpSpMk id="51" creationId="{6A199681-2294-F9B7-4824-2BE6E7A88CDA}"/>
          </ac:grpSpMkLst>
        </pc:grpChg>
        <pc:grpChg chg="add mod">
          <ac:chgData name="Amal R Babu" userId="3a292d0a-112b-4bc3-bf38-7771656893d2" providerId="ADAL" clId="{992600FB-E5A2-48A8-ADC9-6968E10B5B48}" dt="2022-11-28T10:16:01.650" v="1044" actId="1076"/>
          <ac:grpSpMkLst>
            <pc:docMk/>
            <pc:sldMk cId="2051568008" sldId="259"/>
            <ac:grpSpMk id="52" creationId="{86F99704-9C27-2873-9C3D-6F59808004D7}"/>
          </ac:grpSpMkLst>
        </pc:grpChg>
        <pc:grpChg chg="del">
          <ac:chgData name="Amal R Babu" userId="3a292d0a-112b-4bc3-bf38-7771656893d2" providerId="ADAL" clId="{992600FB-E5A2-48A8-ADC9-6968E10B5B48}" dt="2022-11-30T07:51:56.276" v="3592" actId="478"/>
          <ac:grpSpMkLst>
            <pc:docMk/>
            <pc:sldMk cId="2051568008" sldId="259"/>
            <ac:grpSpMk id="54" creationId="{73F997E9-B116-D8A6-6EF5-C091C7C77B6D}"/>
          </ac:grpSpMkLst>
        </pc:grpChg>
        <pc:grpChg chg="del">
          <ac:chgData name="Amal R Babu" userId="3a292d0a-112b-4bc3-bf38-7771656893d2" providerId="ADAL" clId="{992600FB-E5A2-48A8-ADC9-6968E10B5B48}" dt="2022-12-07T05:41:25.650" v="3708" actId="478"/>
          <ac:grpSpMkLst>
            <pc:docMk/>
            <pc:sldMk cId="2051568008" sldId="259"/>
            <ac:grpSpMk id="67" creationId="{6D8E5ACC-26DE-243B-180E-E19057A9EB34}"/>
          </ac:grpSpMkLst>
        </pc:grpChg>
        <pc:grpChg chg="del">
          <ac:chgData name="Amal R Babu" userId="3a292d0a-112b-4bc3-bf38-7771656893d2" providerId="ADAL" clId="{992600FB-E5A2-48A8-ADC9-6968E10B5B48}" dt="2022-12-07T05:41:25.650" v="3708" actId="478"/>
          <ac:grpSpMkLst>
            <pc:docMk/>
            <pc:sldMk cId="2051568008" sldId="259"/>
            <ac:grpSpMk id="68" creationId="{CE1D2690-EA4E-562F-8571-7A8695694CC3}"/>
          </ac:grpSpMkLst>
        </pc:grpChg>
        <pc:grpChg chg="add mod">
          <ac:chgData name="Amal R Babu" userId="3a292d0a-112b-4bc3-bf38-7771656893d2" providerId="ADAL" clId="{992600FB-E5A2-48A8-ADC9-6968E10B5B48}" dt="2022-11-30T07:51:57.059" v="3593"/>
          <ac:grpSpMkLst>
            <pc:docMk/>
            <pc:sldMk cId="2051568008" sldId="259"/>
            <ac:grpSpMk id="83" creationId="{B11A7E8C-B243-DF52-4016-8C7680D8C13F}"/>
          </ac:grpSpMkLst>
        </pc:grpChg>
        <pc:grpChg chg="add mod">
          <ac:chgData name="Amal R Babu" userId="3a292d0a-112b-4bc3-bf38-7771656893d2" providerId="ADAL" clId="{992600FB-E5A2-48A8-ADC9-6968E10B5B48}" dt="2022-11-30T07:51:57.059" v="3593"/>
          <ac:grpSpMkLst>
            <pc:docMk/>
            <pc:sldMk cId="2051568008" sldId="259"/>
            <ac:grpSpMk id="86" creationId="{849EF06A-D64C-0A2C-304F-DEE325AD824D}"/>
          </ac:grpSpMkLst>
        </pc:grpChg>
        <pc:grpChg chg="del">
          <ac:chgData name="Amal R Babu" userId="3a292d0a-112b-4bc3-bf38-7771656893d2" providerId="ADAL" clId="{992600FB-E5A2-48A8-ADC9-6968E10B5B48}" dt="2022-11-30T07:51:56.276" v="3592" actId="478"/>
          <ac:grpSpMkLst>
            <pc:docMk/>
            <pc:sldMk cId="2051568008" sldId="259"/>
            <ac:grpSpMk id="88" creationId="{5202437B-09C4-B9C2-DFB9-8FE4C3A1D94B}"/>
          </ac:grpSpMkLst>
        </pc:grpChg>
        <pc:grpChg chg="del">
          <ac:chgData name="Amal R Babu" userId="3a292d0a-112b-4bc3-bf38-7771656893d2" providerId="ADAL" clId="{992600FB-E5A2-48A8-ADC9-6968E10B5B48}" dt="2022-11-30T07:51:56.276" v="3592" actId="478"/>
          <ac:grpSpMkLst>
            <pc:docMk/>
            <pc:sldMk cId="2051568008" sldId="259"/>
            <ac:grpSpMk id="98" creationId="{5E12AE22-4B66-8998-2063-3E4A6A50C8CF}"/>
          </ac:grpSpMkLst>
        </pc:grpChg>
        <pc:grpChg chg="add mod">
          <ac:chgData name="Amal R Babu" userId="3a292d0a-112b-4bc3-bf38-7771656893d2" providerId="ADAL" clId="{992600FB-E5A2-48A8-ADC9-6968E10B5B48}" dt="2022-11-30T07:51:57.059" v="3593"/>
          <ac:grpSpMkLst>
            <pc:docMk/>
            <pc:sldMk cId="2051568008" sldId="259"/>
            <ac:grpSpMk id="101" creationId="{23FB786A-AA1D-0020-B126-3438384CE243}"/>
          </ac:grpSpMkLst>
        </pc:grpChg>
        <pc:grpChg chg="add mod">
          <ac:chgData name="Amal R Babu" userId="3a292d0a-112b-4bc3-bf38-7771656893d2" providerId="ADAL" clId="{992600FB-E5A2-48A8-ADC9-6968E10B5B48}" dt="2022-11-30T07:51:57.059" v="3593"/>
          <ac:grpSpMkLst>
            <pc:docMk/>
            <pc:sldMk cId="2051568008" sldId="259"/>
            <ac:grpSpMk id="106" creationId="{558620FA-33D6-57E5-03E6-A343CC80E2F8}"/>
          </ac:grpSpMkLst>
        </pc:grpChg>
        <pc:grpChg chg="del">
          <ac:chgData name="Amal R Babu" userId="3a292d0a-112b-4bc3-bf38-7771656893d2" providerId="ADAL" clId="{992600FB-E5A2-48A8-ADC9-6968E10B5B48}" dt="2022-11-28T10:02:50.638" v="853" actId="478"/>
          <ac:grpSpMkLst>
            <pc:docMk/>
            <pc:sldMk cId="2051568008" sldId="259"/>
            <ac:grpSpMk id="142" creationId="{26CF7FD9-2F2E-7BD1-706B-E16DA55CE7AD}"/>
          </ac:grpSpMkLst>
        </pc:grpChg>
        <pc:grpChg chg="del">
          <ac:chgData name="Amal R Babu" userId="3a292d0a-112b-4bc3-bf38-7771656893d2" providerId="ADAL" clId="{992600FB-E5A2-48A8-ADC9-6968E10B5B48}" dt="2022-11-28T10:02:50.638" v="853" actId="478"/>
          <ac:grpSpMkLst>
            <pc:docMk/>
            <pc:sldMk cId="2051568008" sldId="259"/>
            <ac:grpSpMk id="143" creationId="{7CCD7FD8-70CD-8FA0-78C1-11A113F427C6}"/>
          </ac:grpSpMkLst>
        </pc:grpChg>
        <pc:grpChg chg="del">
          <ac:chgData name="Amal R Babu" userId="3a292d0a-112b-4bc3-bf38-7771656893d2" providerId="ADAL" clId="{992600FB-E5A2-48A8-ADC9-6968E10B5B48}" dt="2022-11-28T10:02:50.638" v="853" actId="478"/>
          <ac:grpSpMkLst>
            <pc:docMk/>
            <pc:sldMk cId="2051568008" sldId="259"/>
            <ac:grpSpMk id="144" creationId="{264C77AC-6E12-D550-819C-EA9CFBBD3724}"/>
          </ac:grpSpMkLst>
        </pc:grpChg>
        <pc:picChg chg="add del mod">
          <ac:chgData name="Amal R Babu" userId="3a292d0a-112b-4bc3-bf38-7771656893d2" providerId="ADAL" clId="{992600FB-E5A2-48A8-ADC9-6968E10B5B48}" dt="2022-11-28T10:09:38.810" v="988" actId="21"/>
          <ac:picMkLst>
            <pc:docMk/>
            <pc:sldMk cId="2051568008" sldId="259"/>
            <ac:picMk id="11" creationId="{0C3F4E01-9EDF-554E-4FC8-2F6658EE75FD}"/>
          </ac:picMkLst>
        </pc:picChg>
        <pc:picChg chg="add mod">
          <ac:chgData name="Amal R Babu" userId="3a292d0a-112b-4bc3-bf38-7771656893d2" providerId="ADAL" clId="{992600FB-E5A2-48A8-ADC9-6968E10B5B48}" dt="2022-12-07T05:32:57.360" v="3695" actId="27614"/>
          <ac:picMkLst>
            <pc:docMk/>
            <pc:sldMk cId="2051568008" sldId="259"/>
            <ac:picMk id="16" creationId="{F0428254-93DC-0B61-79E4-EADDDF187257}"/>
          </ac:picMkLst>
        </pc:picChg>
        <pc:picChg chg="add del mod">
          <ac:chgData name="Amal R Babu" userId="3a292d0a-112b-4bc3-bf38-7771656893d2" providerId="ADAL" clId="{992600FB-E5A2-48A8-ADC9-6968E10B5B48}" dt="2022-12-07T05:31:47.539" v="3684" actId="478"/>
          <ac:picMkLst>
            <pc:docMk/>
            <pc:sldMk cId="2051568008" sldId="259"/>
            <ac:picMk id="18" creationId="{9976A235-3801-899A-D779-B0EF3171EFAC}"/>
          </ac:picMkLst>
        </pc:picChg>
        <pc:picChg chg="add del mod">
          <ac:chgData name="Amal R Babu" userId="3a292d0a-112b-4bc3-bf38-7771656893d2" providerId="ADAL" clId="{992600FB-E5A2-48A8-ADC9-6968E10B5B48}" dt="2022-11-28T10:11:50.103" v="991" actId="27803"/>
          <ac:picMkLst>
            <pc:docMk/>
            <pc:sldMk cId="2051568008" sldId="259"/>
            <ac:picMk id="24" creationId="{4B6AB6E3-8A47-5E65-44D2-7110A57E1F65}"/>
          </ac:picMkLst>
        </pc:picChg>
        <pc:picChg chg="add mod">
          <ac:chgData name="Amal R Babu" userId="3a292d0a-112b-4bc3-bf38-7771656893d2" providerId="ADAL" clId="{992600FB-E5A2-48A8-ADC9-6968E10B5B48}" dt="2022-11-28T10:15:42.871" v="1037" actId="164"/>
          <ac:picMkLst>
            <pc:docMk/>
            <pc:sldMk cId="2051568008" sldId="259"/>
            <ac:picMk id="48" creationId="{B7F712BE-E3CE-C76A-67E8-5029B03919D7}"/>
          </ac:picMkLst>
        </pc:picChg>
        <pc:picChg chg="mod">
          <ac:chgData name="Amal R Babu" userId="3a292d0a-112b-4bc3-bf38-7771656893d2" providerId="ADAL" clId="{992600FB-E5A2-48A8-ADC9-6968E10B5B48}" dt="2022-11-30T07:51:57.059" v="3593"/>
          <ac:picMkLst>
            <pc:docMk/>
            <pc:sldMk cId="2051568008" sldId="259"/>
            <ac:picMk id="85" creationId="{DFD080A1-7AB0-3E28-7207-21274491C070}"/>
          </ac:picMkLst>
        </pc:picChg>
        <pc:cxnChg chg="del">
          <ac:chgData name="Amal R Babu" userId="3a292d0a-112b-4bc3-bf38-7771656893d2" providerId="ADAL" clId="{992600FB-E5A2-48A8-ADC9-6968E10B5B48}" dt="2022-11-30T07:51:56.276" v="3592" actId="478"/>
          <ac:cxnSpMkLst>
            <pc:docMk/>
            <pc:sldMk cId="2051568008" sldId="259"/>
            <ac:cxnSpMk id="7" creationId="{1C225904-9D2F-F0C8-8BBE-32DEDB3F8B8F}"/>
          </ac:cxnSpMkLst>
        </pc:cxnChg>
        <pc:cxnChg chg="add mod">
          <ac:chgData name="Amal R Babu" userId="3a292d0a-112b-4bc3-bf38-7771656893d2" providerId="ADAL" clId="{992600FB-E5A2-48A8-ADC9-6968E10B5B48}" dt="2022-11-28T10:16:20.345" v="1047" actId="1076"/>
          <ac:cxnSpMkLst>
            <pc:docMk/>
            <pc:sldMk cId="2051568008" sldId="259"/>
            <ac:cxnSpMk id="42" creationId="{832D93DA-7362-88DB-1178-043B0197C6E0}"/>
          </ac:cxnSpMkLst>
        </pc:cxnChg>
        <pc:cxnChg chg="add mod">
          <ac:chgData name="Amal R Babu" userId="3a292d0a-112b-4bc3-bf38-7771656893d2" providerId="ADAL" clId="{992600FB-E5A2-48A8-ADC9-6968E10B5B48}" dt="2022-11-30T07:51:57.059" v="3593"/>
          <ac:cxnSpMkLst>
            <pc:docMk/>
            <pc:sldMk cId="2051568008" sldId="259"/>
            <ac:cxnSpMk id="91" creationId="{50CB58F2-034B-BA15-CF75-E681C76E3879}"/>
          </ac:cxnSpMkLst>
        </pc:cxnChg>
      </pc:sldChg>
      <pc:sldChg chg="addSp delSp modSp add mod setBg modClrScheme chgLayout">
        <pc:chgData name="Amal R Babu" userId="3a292d0a-112b-4bc3-bf38-7771656893d2" providerId="ADAL" clId="{992600FB-E5A2-48A8-ADC9-6968E10B5B48}" dt="2022-12-07T05:41:52.835" v="3713"/>
        <pc:sldMkLst>
          <pc:docMk/>
          <pc:sldMk cId="2124907517" sldId="260"/>
        </pc:sldMkLst>
        <pc:spChg chg="add mod">
          <ac:chgData name="Amal R Babu" userId="3a292d0a-112b-4bc3-bf38-7771656893d2" providerId="ADAL" clId="{992600FB-E5A2-48A8-ADC9-6968E10B5B48}" dt="2022-11-30T07:53:41.984" v="3600" actId="207"/>
          <ac:spMkLst>
            <pc:docMk/>
            <pc:sldMk cId="2124907517" sldId="260"/>
            <ac:spMk id="2" creationId="{0B46E278-23A9-8215-88C3-E08453E846EC}"/>
          </ac:spMkLst>
        </pc:spChg>
        <pc:spChg chg="del">
          <ac:chgData name="Amal R Babu" userId="3a292d0a-112b-4bc3-bf38-7771656893d2" providerId="ADAL" clId="{992600FB-E5A2-48A8-ADC9-6968E10B5B48}" dt="2022-11-28T10:53:23.722" v="1107" actId="478"/>
          <ac:spMkLst>
            <pc:docMk/>
            <pc:sldMk cId="2124907517" sldId="260"/>
            <ac:spMk id="2" creationId="{B89F2868-1113-D157-CFA3-323D793A70F6}"/>
          </ac:spMkLst>
        </pc:spChg>
        <pc:spChg chg="mod">
          <ac:chgData name="Amal R Babu" userId="3a292d0a-112b-4bc3-bf38-7771656893d2" providerId="ADAL" clId="{992600FB-E5A2-48A8-ADC9-6968E10B5B48}" dt="2022-11-30T07:54:02.818" v="3605" actId="34135"/>
          <ac:spMkLst>
            <pc:docMk/>
            <pc:sldMk cId="2124907517" sldId="260"/>
            <ac:spMk id="3" creationId="{1025ACCD-BEFE-4057-D0DA-23300AB28132}"/>
          </ac:spMkLst>
        </pc:spChg>
        <pc:spChg chg="mod">
          <ac:chgData name="Amal R Babu" userId="3a292d0a-112b-4bc3-bf38-7771656893d2" providerId="ADAL" clId="{992600FB-E5A2-48A8-ADC9-6968E10B5B48}" dt="2022-12-07T05:41:30.353" v="3711"/>
          <ac:spMkLst>
            <pc:docMk/>
            <pc:sldMk cId="2124907517" sldId="260"/>
            <ac:spMk id="9" creationId="{10D1C21B-7DBD-2F8D-DC30-3DFED976E27B}"/>
          </ac:spMkLst>
        </pc:spChg>
        <pc:spChg chg="del mod">
          <ac:chgData name="Amal R Babu" userId="3a292d0a-112b-4bc3-bf38-7771656893d2" providerId="ADAL" clId="{992600FB-E5A2-48A8-ADC9-6968E10B5B48}" dt="2022-11-30T07:53:34.609" v="3598" actId="478"/>
          <ac:spMkLst>
            <pc:docMk/>
            <pc:sldMk cId="2124907517" sldId="260"/>
            <ac:spMk id="9" creationId="{67D53DBD-07C2-B89B-2A5E-6EA3F0CE967B}"/>
          </ac:spMkLst>
        </pc:spChg>
        <pc:spChg chg="add mod">
          <ac:chgData name="Amal R Babu" userId="3a292d0a-112b-4bc3-bf38-7771656893d2" providerId="ADAL" clId="{992600FB-E5A2-48A8-ADC9-6968E10B5B48}" dt="2022-11-30T07:53:45.125" v="3601" actId="207"/>
          <ac:spMkLst>
            <pc:docMk/>
            <pc:sldMk cId="2124907517" sldId="260"/>
            <ac:spMk id="10" creationId="{366E9718-DDBF-6B72-7691-B501A4E4B38A}"/>
          </ac:spMkLst>
        </pc:spChg>
        <pc:spChg chg="add del mod">
          <ac:chgData name="Amal R Babu" userId="3a292d0a-112b-4bc3-bf38-7771656893d2" providerId="ADAL" clId="{992600FB-E5A2-48A8-ADC9-6968E10B5B48}" dt="2022-11-28T10:59:38.274" v="1246" actId="478"/>
          <ac:spMkLst>
            <pc:docMk/>
            <pc:sldMk cId="2124907517" sldId="260"/>
            <ac:spMk id="10" creationId="{A4EB61F4-75D6-162C-4C38-C6362D4685DE}"/>
          </ac:spMkLst>
        </pc:spChg>
        <pc:spChg chg="add mod">
          <ac:chgData name="Amal R Babu" userId="3a292d0a-112b-4bc3-bf38-7771656893d2" providerId="ADAL" clId="{992600FB-E5A2-48A8-ADC9-6968E10B5B48}" dt="2022-11-30T07:53:35.475" v="3599"/>
          <ac:spMkLst>
            <pc:docMk/>
            <pc:sldMk cId="2124907517" sldId="260"/>
            <ac:spMk id="11" creationId="{A81789D4-96F7-AC34-9BAA-E12E47FBF835}"/>
          </ac:spMkLst>
        </pc:spChg>
        <pc:spChg chg="add mod">
          <ac:chgData name="Amal R Babu" userId="3a292d0a-112b-4bc3-bf38-7771656893d2" providerId="ADAL" clId="{992600FB-E5A2-48A8-ADC9-6968E10B5B48}" dt="2022-11-30T07:53:35.475" v="3599"/>
          <ac:spMkLst>
            <pc:docMk/>
            <pc:sldMk cId="2124907517" sldId="260"/>
            <ac:spMk id="12" creationId="{1E46373F-14C9-7889-E000-300699BFDA33}"/>
          </ac:spMkLst>
        </pc:spChg>
        <pc:spChg chg="del">
          <ac:chgData name="Amal R Babu" userId="3a292d0a-112b-4bc3-bf38-7771656893d2" providerId="ADAL" clId="{992600FB-E5A2-48A8-ADC9-6968E10B5B48}" dt="2022-11-28T10:53:24.913" v="1108" actId="478"/>
          <ac:spMkLst>
            <pc:docMk/>
            <pc:sldMk cId="2124907517" sldId="260"/>
            <ac:spMk id="12" creationId="{9D6330B9-BA8C-ED93-BFAB-18042E986F94}"/>
          </ac:spMkLst>
        </pc:spChg>
        <pc:spChg chg="del">
          <ac:chgData name="Amal R Babu" userId="3a292d0a-112b-4bc3-bf38-7771656893d2" providerId="ADAL" clId="{992600FB-E5A2-48A8-ADC9-6968E10B5B48}" dt="2022-11-30T07:53:34.609" v="3598" actId="478"/>
          <ac:spMkLst>
            <pc:docMk/>
            <pc:sldMk cId="2124907517" sldId="260"/>
            <ac:spMk id="13" creationId="{4F3E08FA-4C08-7258-FA22-03C53F09604C}"/>
          </ac:spMkLst>
        </pc:spChg>
        <pc:spChg chg="mod">
          <ac:chgData name="Amal R Babu" userId="3a292d0a-112b-4bc3-bf38-7771656893d2" providerId="ADAL" clId="{992600FB-E5A2-48A8-ADC9-6968E10B5B48}" dt="2022-12-07T05:41:30.353" v="3711"/>
          <ac:spMkLst>
            <pc:docMk/>
            <pc:sldMk cId="2124907517" sldId="260"/>
            <ac:spMk id="13" creationId="{DE502EB7-22E4-69B2-DF07-F3D4D9FD5462}"/>
          </ac:spMkLst>
        </pc:spChg>
        <pc:spChg chg="add mod">
          <ac:chgData name="Amal R Babu" userId="3a292d0a-112b-4bc3-bf38-7771656893d2" providerId="ADAL" clId="{992600FB-E5A2-48A8-ADC9-6968E10B5B48}" dt="2022-11-30T07:53:49.479" v="3602" actId="207"/>
          <ac:spMkLst>
            <pc:docMk/>
            <pc:sldMk cId="2124907517" sldId="260"/>
            <ac:spMk id="14" creationId="{3F358CE8-FF7C-65F6-6459-DD3FD9E65E7B}"/>
          </ac:spMkLst>
        </pc:spChg>
        <pc:spChg chg="del">
          <ac:chgData name="Amal R Babu" userId="3a292d0a-112b-4bc3-bf38-7771656893d2" providerId="ADAL" clId="{992600FB-E5A2-48A8-ADC9-6968E10B5B48}" dt="2022-11-28T10:53:27.481" v="1110" actId="478"/>
          <ac:spMkLst>
            <pc:docMk/>
            <pc:sldMk cId="2124907517" sldId="260"/>
            <ac:spMk id="14" creationId="{C0BABBA1-52B1-52B0-7FCF-B752C026021A}"/>
          </ac:spMkLst>
        </pc:spChg>
        <pc:spChg chg="del">
          <ac:chgData name="Amal R Babu" userId="3a292d0a-112b-4bc3-bf38-7771656893d2" providerId="ADAL" clId="{992600FB-E5A2-48A8-ADC9-6968E10B5B48}" dt="2022-11-28T10:53:23.722" v="1107" actId="478"/>
          <ac:spMkLst>
            <pc:docMk/>
            <pc:sldMk cId="2124907517" sldId="260"/>
            <ac:spMk id="15" creationId="{F2C65DD7-055A-8C16-568E-2CA02A423D72}"/>
          </ac:spMkLst>
        </pc:spChg>
        <pc:spChg chg="del">
          <ac:chgData name="Amal R Babu" userId="3a292d0a-112b-4bc3-bf38-7771656893d2" providerId="ADAL" clId="{992600FB-E5A2-48A8-ADC9-6968E10B5B48}" dt="2022-11-30T07:53:34.609" v="3598" actId="478"/>
          <ac:spMkLst>
            <pc:docMk/>
            <pc:sldMk cId="2124907517" sldId="260"/>
            <ac:spMk id="16" creationId="{2913EB48-94F5-98C7-C275-915A1AD4D3EA}"/>
          </ac:spMkLst>
        </pc:spChg>
        <pc:spChg chg="del mod">
          <ac:chgData name="Amal R Babu" userId="3a292d0a-112b-4bc3-bf38-7771656893d2" providerId="ADAL" clId="{992600FB-E5A2-48A8-ADC9-6968E10B5B48}" dt="2022-11-30T07:53:34.609" v="3598" actId="478"/>
          <ac:spMkLst>
            <pc:docMk/>
            <pc:sldMk cId="2124907517" sldId="260"/>
            <ac:spMk id="17" creationId="{29D393BC-86FC-4CA8-8830-E874EA43EE28}"/>
          </ac:spMkLst>
        </pc:spChg>
        <pc:spChg chg="mod">
          <ac:chgData name="Amal R Babu" userId="3a292d0a-112b-4bc3-bf38-7771656893d2" providerId="ADAL" clId="{992600FB-E5A2-48A8-ADC9-6968E10B5B48}" dt="2022-12-07T05:41:30.353" v="3711"/>
          <ac:spMkLst>
            <pc:docMk/>
            <pc:sldMk cId="2124907517" sldId="260"/>
            <ac:spMk id="17" creationId="{F63995EE-BD47-EDE2-8AE4-EA3FA8DED41F}"/>
          </ac:spMkLst>
        </pc:spChg>
        <pc:spChg chg="mod">
          <ac:chgData name="Amal R Babu" userId="3a292d0a-112b-4bc3-bf38-7771656893d2" providerId="ADAL" clId="{992600FB-E5A2-48A8-ADC9-6968E10B5B48}" dt="2022-11-30T07:53:59.972" v="3604" actId="207"/>
          <ac:spMkLst>
            <pc:docMk/>
            <pc:sldMk cId="2124907517" sldId="260"/>
            <ac:spMk id="18" creationId="{95B6254D-D70D-BD51-97A5-BA4D4503FF4E}"/>
          </ac:spMkLst>
        </pc:spChg>
        <pc:spChg chg="mod">
          <ac:chgData name="Amal R Babu" userId="3a292d0a-112b-4bc3-bf38-7771656893d2" providerId="ADAL" clId="{992600FB-E5A2-48A8-ADC9-6968E10B5B48}" dt="2022-12-07T05:41:30.353" v="3711"/>
          <ac:spMkLst>
            <pc:docMk/>
            <pc:sldMk cId="2124907517" sldId="260"/>
            <ac:spMk id="19" creationId="{60ED34C9-25A9-C5FD-32E9-F5015A138207}"/>
          </ac:spMkLst>
        </pc:spChg>
        <pc:spChg chg="del mod">
          <ac:chgData name="Amal R Babu" userId="3a292d0a-112b-4bc3-bf38-7771656893d2" providerId="ADAL" clId="{992600FB-E5A2-48A8-ADC9-6968E10B5B48}" dt="2022-11-30T07:53:34.609" v="3598" actId="478"/>
          <ac:spMkLst>
            <pc:docMk/>
            <pc:sldMk cId="2124907517" sldId="260"/>
            <ac:spMk id="19" creationId="{B5F22004-B568-5F9F-D315-B9048F8F933E}"/>
          </ac:spMkLst>
        </pc:spChg>
        <pc:spChg chg="del mod">
          <ac:chgData name="Amal R Babu" userId="3a292d0a-112b-4bc3-bf38-7771656893d2" providerId="ADAL" clId="{992600FB-E5A2-48A8-ADC9-6968E10B5B48}" dt="2022-11-30T07:53:34.609" v="3598" actId="478"/>
          <ac:spMkLst>
            <pc:docMk/>
            <pc:sldMk cId="2124907517" sldId="260"/>
            <ac:spMk id="20" creationId="{DBD7492E-2CD4-61A0-9EEE-CEE4E61AED9D}"/>
          </ac:spMkLst>
        </pc:spChg>
        <pc:spChg chg="del mod">
          <ac:chgData name="Amal R Babu" userId="3a292d0a-112b-4bc3-bf38-7771656893d2" providerId="ADAL" clId="{992600FB-E5A2-48A8-ADC9-6968E10B5B48}" dt="2022-11-30T07:53:34.609" v="3598" actId="478"/>
          <ac:spMkLst>
            <pc:docMk/>
            <pc:sldMk cId="2124907517" sldId="260"/>
            <ac:spMk id="21" creationId="{88AF1956-F7FB-2ADE-A3E7-1F7329C9752A}"/>
          </ac:spMkLst>
        </pc:spChg>
        <pc:spChg chg="mod">
          <ac:chgData name="Amal R Babu" userId="3a292d0a-112b-4bc3-bf38-7771656893d2" providerId="ADAL" clId="{992600FB-E5A2-48A8-ADC9-6968E10B5B48}" dt="2022-12-07T05:41:52.835" v="3713"/>
          <ac:spMkLst>
            <pc:docMk/>
            <pc:sldMk cId="2124907517" sldId="260"/>
            <ac:spMk id="21" creationId="{B3381598-C206-30AD-42BC-5F9AB29C2FCD}"/>
          </ac:spMkLst>
        </pc:spChg>
        <pc:spChg chg="del mod">
          <ac:chgData name="Amal R Babu" userId="3a292d0a-112b-4bc3-bf38-7771656893d2" providerId="ADAL" clId="{992600FB-E5A2-48A8-ADC9-6968E10B5B48}" dt="2022-11-30T07:53:34.609" v="3598" actId="478"/>
          <ac:spMkLst>
            <pc:docMk/>
            <pc:sldMk cId="2124907517" sldId="260"/>
            <ac:spMk id="22" creationId="{B8560F59-A67B-8514-2A4E-47A28A1A48B1}"/>
          </ac:spMkLst>
        </pc:spChg>
        <pc:spChg chg="mod">
          <ac:chgData name="Amal R Babu" userId="3a292d0a-112b-4bc3-bf38-7771656893d2" providerId="ADAL" clId="{992600FB-E5A2-48A8-ADC9-6968E10B5B48}" dt="2022-12-07T05:41:52.835" v="3713"/>
          <ac:spMkLst>
            <pc:docMk/>
            <pc:sldMk cId="2124907517" sldId="260"/>
            <ac:spMk id="22" creationId="{F26F555F-9904-2E41-F5B3-B4FCA0928F0B}"/>
          </ac:spMkLst>
        </pc:spChg>
        <pc:spChg chg="add mod topLvl">
          <ac:chgData name="Amal R Babu" userId="3a292d0a-112b-4bc3-bf38-7771656893d2" providerId="ADAL" clId="{992600FB-E5A2-48A8-ADC9-6968E10B5B48}" dt="2022-11-28T11:02:56.872" v="1305" actId="165"/>
          <ac:spMkLst>
            <pc:docMk/>
            <pc:sldMk cId="2124907517" sldId="260"/>
            <ac:spMk id="23" creationId="{44AF4737-265B-A328-3F66-0E2783658E82}"/>
          </ac:spMkLst>
        </pc:spChg>
        <pc:spChg chg="add mod topLvl">
          <ac:chgData name="Amal R Babu" userId="3a292d0a-112b-4bc3-bf38-7771656893d2" providerId="ADAL" clId="{992600FB-E5A2-48A8-ADC9-6968E10B5B48}" dt="2022-11-28T11:03:00.322" v="1306" actId="165"/>
          <ac:spMkLst>
            <pc:docMk/>
            <pc:sldMk cId="2124907517" sldId="260"/>
            <ac:spMk id="24" creationId="{F12158AF-6318-3219-D94C-78935A2C0820}"/>
          </ac:spMkLst>
        </pc:spChg>
        <pc:spChg chg="add mod topLvl">
          <ac:chgData name="Amal R Babu" userId="3a292d0a-112b-4bc3-bf38-7771656893d2" providerId="ADAL" clId="{992600FB-E5A2-48A8-ADC9-6968E10B5B48}" dt="2022-11-28T11:03:00.322" v="1306" actId="165"/>
          <ac:spMkLst>
            <pc:docMk/>
            <pc:sldMk cId="2124907517" sldId="260"/>
            <ac:spMk id="25" creationId="{463FB830-207A-F9DF-711A-DFFC3BEF6B19}"/>
          </ac:spMkLst>
        </pc:spChg>
        <pc:spChg chg="mod">
          <ac:chgData name="Amal R Babu" userId="3a292d0a-112b-4bc3-bf38-7771656893d2" providerId="ADAL" clId="{992600FB-E5A2-48A8-ADC9-6968E10B5B48}" dt="2022-11-30T07:53:59.972" v="3604" actId="207"/>
          <ac:spMkLst>
            <pc:docMk/>
            <pc:sldMk cId="2124907517" sldId="260"/>
            <ac:spMk id="26" creationId="{B6F42C51-9662-B33D-28B2-BEA54846D409}"/>
          </ac:spMkLst>
        </pc:spChg>
        <pc:spChg chg="del">
          <ac:chgData name="Amal R Babu" userId="3a292d0a-112b-4bc3-bf38-7771656893d2" providerId="ADAL" clId="{992600FB-E5A2-48A8-ADC9-6968E10B5B48}" dt="2022-11-28T10:53:25.671" v="1109" actId="478"/>
          <ac:spMkLst>
            <pc:docMk/>
            <pc:sldMk cId="2124907517" sldId="260"/>
            <ac:spMk id="26" creationId="{EF4EB0B0-3304-650F-3100-F337800C6835}"/>
          </ac:spMkLst>
        </pc:spChg>
        <pc:spChg chg="mod">
          <ac:chgData name="Amal R Babu" userId="3a292d0a-112b-4bc3-bf38-7771656893d2" providerId="ADAL" clId="{992600FB-E5A2-48A8-ADC9-6968E10B5B48}" dt="2022-11-28T10:53:48.077" v="1114" actId="207"/>
          <ac:spMkLst>
            <pc:docMk/>
            <pc:sldMk cId="2124907517" sldId="260"/>
            <ac:spMk id="27" creationId="{0B437083-C79F-3320-0862-0AE0534D9648}"/>
          </ac:spMkLst>
        </pc:spChg>
        <pc:spChg chg="mod">
          <ac:chgData name="Amal R Babu" userId="3a292d0a-112b-4bc3-bf38-7771656893d2" providerId="ADAL" clId="{992600FB-E5A2-48A8-ADC9-6968E10B5B48}" dt="2022-11-28T10:53:48.077" v="1114" actId="207"/>
          <ac:spMkLst>
            <pc:docMk/>
            <pc:sldMk cId="2124907517" sldId="260"/>
            <ac:spMk id="28" creationId="{3A74A947-106C-8861-FA4A-4F68E2601555}"/>
          </ac:spMkLst>
        </pc:spChg>
        <pc:spChg chg="mod">
          <ac:chgData name="Amal R Babu" userId="3a292d0a-112b-4bc3-bf38-7771656893d2" providerId="ADAL" clId="{992600FB-E5A2-48A8-ADC9-6968E10B5B48}" dt="2022-12-07T05:41:52.835" v="3713"/>
          <ac:spMkLst>
            <pc:docMk/>
            <pc:sldMk cId="2124907517" sldId="260"/>
            <ac:spMk id="28" creationId="{8D1C0A7E-463D-967C-2847-7EBD6C3D88AF}"/>
          </ac:spMkLst>
        </pc:spChg>
        <pc:spChg chg="mod">
          <ac:chgData name="Amal R Babu" userId="3a292d0a-112b-4bc3-bf38-7771656893d2" providerId="ADAL" clId="{992600FB-E5A2-48A8-ADC9-6968E10B5B48}" dt="2022-12-07T05:41:52.835" v="3713"/>
          <ac:spMkLst>
            <pc:docMk/>
            <pc:sldMk cId="2124907517" sldId="260"/>
            <ac:spMk id="29" creationId="{14F77C75-4D59-9780-69C6-6137BEDF88E2}"/>
          </ac:spMkLst>
        </pc:spChg>
        <pc:spChg chg="mod">
          <ac:chgData name="Amal R Babu" userId="3a292d0a-112b-4bc3-bf38-7771656893d2" providerId="ADAL" clId="{992600FB-E5A2-48A8-ADC9-6968E10B5B48}" dt="2022-11-28T10:53:48.077" v="1114" actId="207"/>
          <ac:spMkLst>
            <pc:docMk/>
            <pc:sldMk cId="2124907517" sldId="260"/>
            <ac:spMk id="29" creationId="{D2697409-DA9B-84CF-C5C5-4FA11D3D158F}"/>
          </ac:spMkLst>
        </pc:spChg>
        <pc:spChg chg="mod">
          <ac:chgData name="Amal R Babu" userId="3a292d0a-112b-4bc3-bf38-7771656893d2" providerId="ADAL" clId="{992600FB-E5A2-48A8-ADC9-6968E10B5B48}" dt="2022-11-30T07:53:59.972" v="3604" actId="207"/>
          <ac:spMkLst>
            <pc:docMk/>
            <pc:sldMk cId="2124907517" sldId="260"/>
            <ac:spMk id="31" creationId="{438D7A2F-D478-0FC3-DA8D-B4ED9CFD636D}"/>
          </ac:spMkLst>
        </pc:spChg>
        <pc:spChg chg="del">
          <ac:chgData name="Amal R Babu" userId="3a292d0a-112b-4bc3-bf38-7771656893d2" providerId="ADAL" clId="{992600FB-E5A2-48A8-ADC9-6968E10B5B48}" dt="2022-11-28T10:53:23.722" v="1107" actId="478"/>
          <ac:spMkLst>
            <pc:docMk/>
            <pc:sldMk cId="2124907517" sldId="260"/>
            <ac:spMk id="31" creationId="{61B81A57-B5F8-CBF3-F647-EA407686C375}"/>
          </ac:spMkLst>
        </pc:spChg>
        <pc:spChg chg="del">
          <ac:chgData name="Amal R Babu" userId="3a292d0a-112b-4bc3-bf38-7771656893d2" providerId="ADAL" clId="{992600FB-E5A2-48A8-ADC9-6968E10B5B48}" dt="2022-11-28T10:53:23.722" v="1107" actId="478"/>
          <ac:spMkLst>
            <pc:docMk/>
            <pc:sldMk cId="2124907517" sldId="260"/>
            <ac:spMk id="32" creationId="{B631EEF1-030B-D12A-CF6E-E6652F6E6B24}"/>
          </ac:spMkLst>
        </pc:spChg>
        <pc:spChg chg="add mod">
          <ac:chgData name="Amal R Babu" userId="3a292d0a-112b-4bc3-bf38-7771656893d2" providerId="ADAL" clId="{992600FB-E5A2-48A8-ADC9-6968E10B5B48}" dt="2022-11-30T07:53:35.475" v="3599"/>
          <ac:spMkLst>
            <pc:docMk/>
            <pc:sldMk cId="2124907517" sldId="260"/>
            <ac:spMk id="32" creationId="{DA3D1271-F68C-191E-232A-5F059AF6C197}"/>
          </ac:spMkLst>
        </pc:spChg>
        <pc:spChg chg="del mod">
          <ac:chgData name="Amal R Babu" userId="3a292d0a-112b-4bc3-bf38-7771656893d2" providerId="ADAL" clId="{992600FB-E5A2-48A8-ADC9-6968E10B5B48}" dt="2022-11-30T07:53:34.609" v="3598" actId="478"/>
          <ac:spMkLst>
            <pc:docMk/>
            <pc:sldMk cId="2124907517" sldId="260"/>
            <ac:spMk id="33" creationId="{06426368-13B9-05ED-7B4E-48B8C7532F65}"/>
          </ac:spMkLst>
        </pc:spChg>
        <pc:spChg chg="del mod">
          <ac:chgData name="Amal R Babu" userId="3a292d0a-112b-4bc3-bf38-7771656893d2" providerId="ADAL" clId="{992600FB-E5A2-48A8-ADC9-6968E10B5B48}" dt="2022-11-30T07:53:34.609" v="3598" actId="478"/>
          <ac:spMkLst>
            <pc:docMk/>
            <pc:sldMk cId="2124907517" sldId="260"/>
            <ac:spMk id="34" creationId="{15C24E6E-5086-DAC3-E400-3CB725E13353}"/>
          </ac:spMkLst>
        </pc:spChg>
        <pc:spChg chg="del mod">
          <ac:chgData name="Amal R Babu" userId="3a292d0a-112b-4bc3-bf38-7771656893d2" providerId="ADAL" clId="{992600FB-E5A2-48A8-ADC9-6968E10B5B48}" dt="2022-11-30T07:53:34.609" v="3598" actId="478"/>
          <ac:spMkLst>
            <pc:docMk/>
            <pc:sldMk cId="2124907517" sldId="260"/>
            <ac:spMk id="35" creationId="{D7FACB4C-BCA4-434A-8FA8-F4D0A8D4C109}"/>
          </ac:spMkLst>
        </pc:spChg>
        <pc:spChg chg="del">
          <ac:chgData name="Amal R Babu" userId="3a292d0a-112b-4bc3-bf38-7771656893d2" providerId="ADAL" clId="{992600FB-E5A2-48A8-ADC9-6968E10B5B48}" dt="2022-11-28T10:53:23.722" v="1107" actId="478"/>
          <ac:spMkLst>
            <pc:docMk/>
            <pc:sldMk cId="2124907517" sldId="260"/>
            <ac:spMk id="36" creationId="{90012A1E-28AA-E521-B656-ED2BA4A3E087}"/>
          </ac:spMkLst>
        </pc:spChg>
        <pc:spChg chg="mod">
          <ac:chgData name="Amal R Babu" userId="3a292d0a-112b-4bc3-bf38-7771656893d2" providerId="ADAL" clId="{992600FB-E5A2-48A8-ADC9-6968E10B5B48}" dt="2022-11-30T07:53:35.475" v="3599"/>
          <ac:spMkLst>
            <pc:docMk/>
            <pc:sldMk cId="2124907517" sldId="260"/>
            <ac:spMk id="37" creationId="{15F3B0A5-D2BE-E5E3-FDB6-1F9915EF20C3}"/>
          </ac:spMkLst>
        </pc:spChg>
        <pc:spChg chg="del">
          <ac:chgData name="Amal R Babu" userId="3a292d0a-112b-4bc3-bf38-7771656893d2" providerId="ADAL" clId="{992600FB-E5A2-48A8-ADC9-6968E10B5B48}" dt="2022-11-28T10:53:23.722" v="1107" actId="478"/>
          <ac:spMkLst>
            <pc:docMk/>
            <pc:sldMk cId="2124907517" sldId="260"/>
            <ac:spMk id="37" creationId="{E0E7EAC4-16BE-9F14-7F8A-D62D087EB35B}"/>
          </ac:spMkLst>
        </pc:spChg>
        <pc:spChg chg="add mod topLvl">
          <ac:chgData name="Amal R Babu" userId="3a292d0a-112b-4bc3-bf38-7771656893d2" providerId="ADAL" clId="{992600FB-E5A2-48A8-ADC9-6968E10B5B48}" dt="2022-11-28T11:03:00.322" v="1306" actId="165"/>
          <ac:spMkLst>
            <pc:docMk/>
            <pc:sldMk cId="2124907517" sldId="260"/>
            <ac:spMk id="38" creationId="{2C698C38-9263-C833-2790-1B56D04A60D9}"/>
          </ac:spMkLst>
        </pc:spChg>
        <pc:spChg chg="mod">
          <ac:chgData name="Amal R Babu" userId="3a292d0a-112b-4bc3-bf38-7771656893d2" providerId="ADAL" clId="{992600FB-E5A2-48A8-ADC9-6968E10B5B48}" dt="2022-11-30T07:53:35.475" v="3599"/>
          <ac:spMkLst>
            <pc:docMk/>
            <pc:sldMk cId="2124907517" sldId="260"/>
            <ac:spMk id="42" creationId="{7060D5A4-C85A-2A52-9269-D0E00F0186B7}"/>
          </ac:spMkLst>
        </pc:spChg>
        <pc:spChg chg="del mod">
          <ac:chgData name="Amal R Babu" userId="3a292d0a-112b-4bc3-bf38-7771656893d2" providerId="ADAL" clId="{992600FB-E5A2-48A8-ADC9-6968E10B5B48}" dt="2022-11-30T06:31:03.987" v="3454" actId="478"/>
          <ac:spMkLst>
            <pc:docMk/>
            <pc:sldMk cId="2124907517" sldId="260"/>
            <ac:spMk id="43" creationId="{4085F982-777E-59AD-4DB4-B07024AB9EAF}"/>
          </ac:spMkLst>
        </pc:spChg>
        <pc:spChg chg="mod">
          <ac:chgData name="Amal R Babu" userId="3a292d0a-112b-4bc3-bf38-7771656893d2" providerId="ADAL" clId="{992600FB-E5A2-48A8-ADC9-6968E10B5B48}" dt="2022-11-30T07:53:35.475" v="3599"/>
          <ac:spMkLst>
            <pc:docMk/>
            <pc:sldMk cId="2124907517" sldId="260"/>
            <ac:spMk id="45" creationId="{D4238884-2D30-A259-79E6-2AB9141C994A}"/>
          </ac:spMkLst>
        </pc:spChg>
        <pc:spChg chg="add mod">
          <ac:chgData name="Amal R Babu" userId="3a292d0a-112b-4bc3-bf38-7771656893d2" providerId="ADAL" clId="{992600FB-E5A2-48A8-ADC9-6968E10B5B48}" dt="2022-11-30T07:53:35.475" v="3599"/>
          <ac:spMkLst>
            <pc:docMk/>
            <pc:sldMk cId="2124907517" sldId="260"/>
            <ac:spMk id="46" creationId="{EB4FAC46-A5DF-AAF4-8BC2-8703217A2AAB}"/>
          </ac:spMkLst>
        </pc:spChg>
        <pc:spChg chg="del">
          <ac:chgData name="Amal R Babu" userId="3a292d0a-112b-4bc3-bf38-7771656893d2" providerId="ADAL" clId="{992600FB-E5A2-48A8-ADC9-6968E10B5B48}" dt="2022-11-30T07:53:34.609" v="3598" actId="478"/>
          <ac:spMkLst>
            <pc:docMk/>
            <pc:sldMk cId="2124907517" sldId="260"/>
            <ac:spMk id="50" creationId="{0E2B6178-FB2D-9772-47AD-87A734026875}"/>
          </ac:spMkLst>
        </pc:spChg>
        <pc:spChg chg="add mod">
          <ac:chgData name="Amal R Babu" userId="3a292d0a-112b-4bc3-bf38-7771656893d2" providerId="ADAL" clId="{992600FB-E5A2-48A8-ADC9-6968E10B5B48}" dt="2022-11-30T07:53:35.475" v="3599"/>
          <ac:spMkLst>
            <pc:docMk/>
            <pc:sldMk cId="2124907517" sldId="260"/>
            <ac:spMk id="51" creationId="{37361D8A-D18A-180D-06BD-B8389A50F5C6}"/>
          </ac:spMkLst>
        </pc:spChg>
        <pc:spChg chg="add mod">
          <ac:chgData name="Amal R Babu" userId="3a292d0a-112b-4bc3-bf38-7771656893d2" providerId="ADAL" clId="{992600FB-E5A2-48A8-ADC9-6968E10B5B48}" dt="2022-11-30T07:53:35.475" v="3599"/>
          <ac:spMkLst>
            <pc:docMk/>
            <pc:sldMk cId="2124907517" sldId="260"/>
            <ac:spMk id="52" creationId="{54A9F67F-78BE-2ECE-1A81-C1F0A0F4CB75}"/>
          </ac:spMkLst>
        </pc:spChg>
        <pc:spChg chg="del mod">
          <ac:chgData name="Amal R Babu" userId="3a292d0a-112b-4bc3-bf38-7771656893d2" providerId="ADAL" clId="{992600FB-E5A2-48A8-ADC9-6968E10B5B48}" dt="2022-11-30T07:53:34.609" v="3598" actId="478"/>
          <ac:spMkLst>
            <pc:docMk/>
            <pc:sldMk cId="2124907517" sldId="260"/>
            <ac:spMk id="55" creationId="{A2C13AB5-7A64-00F4-ECBF-90F667E097CA}"/>
          </ac:spMkLst>
        </pc:spChg>
        <pc:spChg chg="add mod">
          <ac:chgData name="Amal R Babu" userId="3a292d0a-112b-4bc3-bf38-7771656893d2" providerId="ADAL" clId="{992600FB-E5A2-48A8-ADC9-6968E10B5B48}" dt="2022-11-30T07:53:35.475" v="3599"/>
          <ac:spMkLst>
            <pc:docMk/>
            <pc:sldMk cId="2124907517" sldId="260"/>
            <ac:spMk id="56" creationId="{84C818EA-467A-B992-99CD-B19352014EED}"/>
          </ac:spMkLst>
        </pc:spChg>
        <pc:spChg chg="add mod">
          <ac:chgData name="Amal R Babu" userId="3a292d0a-112b-4bc3-bf38-7771656893d2" providerId="ADAL" clId="{992600FB-E5A2-48A8-ADC9-6968E10B5B48}" dt="2022-11-30T07:53:35.475" v="3599"/>
          <ac:spMkLst>
            <pc:docMk/>
            <pc:sldMk cId="2124907517" sldId="260"/>
            <ac:spMk id="57" creationId="{2A7B7EE5-335C-0611-3B61-8B8322EF30C9}"/>
          </ac:spMkLst>
        </pc:spChg>
        <pc:spChg chg="del">
          <ac:chgData name="Amal R Babu" userId="3a292d0a-112b-4bc3-bf38-7771656893d2" providerId="ADAL" clId="{992600FB-E5A2-48A8-ADC9-6968E10B5B48}" dt="2022-11-30T07:53:34.609" v="3598" actId="478"/>
          <ac:spMkLst>
            <pc:docMk/>
            <pc:sldMk cId="2124907517" sldId="260"/>
            <ac:spMk id="58" creationId="{84827C04-91A4-59E2-705C-138BA0A13DA9}"/>
          </ac:spMkLst>
        </pc:spChg>
        <pc:spChg chg="add mod">
          <ac:chgData name="Amal R Babu" userId="3a292d0a-112b-4bc3-bf38-7771656893d2" providerId="ADAL" clId="{992600FB-E5A2-48A8-ADC9-6968E10B5B48}" dt="2022-11-30T07:53:35.475" v="3599"/>
          <ac:spMkLst>
            <pc:docMk/>
            <pc:sldMk cId="2124907517" sldId="260"/>
            <ac:spMk id="59" creationId="{20501C96-6E48-40A5-BF63-3D83051637C6}"/>
          </ac:spMkLst>
        </pc:spChg>
        <pc:spChg chg="del">
          <ac:chgData name="Amal R Babu" userId="3a292d0a-112b-4bc3-bf38-7771656893d2" providerId="ADAL" clId="{992600FB-E5A2-48A8-ADC9-6968E10B5B48}" dt="2022-11-28T10:53:23.722" v="1107" actId="478"/>
          <ac:spMkLst>
            <pc:docMk/>
            <pc:sldMk cId="2124907517" sldId="260"/>
            <ac:spMk id="60" creationId="{78B6EF03-8F3E-3607-3A1C-1F678C9186EF}"/>
          </ac:spMkLst>
        </pc:spChg>
        <pc:spChg chg="mod">
          <ac:chgData name="Amal R Babu" userId="3a292d0a-112b-4bc3-bf38-7771656893d2" providerId="ADAL" clId="{992600FB-E5A2-48A8-ADC9-6968E10B5B48}" dt="2022-11-30T07:53:35.475" v="3599"/>
          <ac:spMkLst>
            <pc:docMk/>
            <pc:sldMk cId="2124907517" sldId="260"/>
            <ac:spMk id="61" creationId="{0CEC1BFB-7227-CF22-C307-71672E5190BC}"/>
          </ac:spMkLst>
        </pc:spChg>
        <pc:spChg chg="del">
          <ac:chgData name="Amal R Babu" userId="3a292d0a-112b-4bc3-bf38-7771656893d2" providerId="ADAL" clId="{992600FB-E5A2-48A8-ADC9-6968E10B5B48}" dt="2022-11-28T10:53:23.722" v="1107" actId="478"/>
          <ac:spMkLst>
            <pc:docMk/>
            <pc:sldMk cId="2124907517" sldId="260"/>
            <ac:spMk id="61" creationId="{FB56885A-E1F6-9657-B73E-63BA2B77CF7F}"/>
          </ac:spMkLst>
        </pc:spChg>
        <pc:spChg chg="del">
          <ac:chgData name="Amal R Babu" userId="3a292d0a-112b-4bc3-bf38-7771656893d2" providerId="ADAL" clId="{992600FB-E5A2-48A8-ADC9-6968E10B5B48}" dt="2022-11-28T10:53:23.722" v="1107" actId="478"/>
          <ac:spMkLst>
            <pc:docMk/>
            <pc:sldMk cId="2124907517" sldId="260"/>
            <ac:spMk id="63" creationId="{67A5FAC3-E100-BF32-3FC6-25618C52AB57}"/>
          </ac:spMkLst>
        </pc:spChg>
        <pc:spChg chg="mod">
          <ac:chgData name="Amal R Babu" userId="3a292d0a-112b-4bc3-bf38-7771656893d2" providerId="ADAL" clId="{992600FB-E5A2-48A8-ADC9-6968E10B5B48}" dt="2022-11-30T07:53:35.475" v="3599"/>
          <ac:spMkLst>
            <pc:docMk/>
            <pc:sldMk cId="2124907517" sldId="260"/>
            <ac:spMk id="63" creationId="{BAD5285B-3F1E-EAD7-6CD3-45EDBA30983E}"/>
          </ac:spMkLst>
        </pc:spChg>
        <pc:spChg chg="del">
          <ac:chgData name="Amal R Babu" userId="3a292d0a-112b-4bc3-bf38-7771656893d2" providerId="ADAL" clId="{992600FB-E5A2-48A8-ADC9-6968E10B5B48}" dt="2022-11-28T10:53:23.722" v="1107" actId="478"/>
          <ac:spMkLst>
            <pc:docMk/>
            <pc:sldMk cId="2124907517" sldId="260"/>
            <ac:spMk id="66" creationId="{71537340-6A15-D8D3-1FFE-EA843712D4E8}"/>
          </ac:spMkLst>
        </pc:spChg>
        <pc:spChg chg="add mod">
          <ac:chgData name="Amal R Babu" userId="3a292d0a-112b-4bc3-bf38-7771656893d2" providerId="ADAL" clId="{992600FB-E5A2-48A8-ADC9-6968E10B5B48}" dt="2022-11-30T07:53:35.475" v="3599"/>
          <ac:spMkLst>
            <pc:docMk/>
            <pc:sldMk cId="2124907517" sldId="260"/>
            <ac:spMk id="66" creationId="{D72CC54A-26A6-20D4-07B9-66D7998606FF}"/>
          </ac:spMkLst>
        </pc:spChg>
        <pc:spChg chg="mod">
          <ac:chgData name="Amal R Babu" userId="3a292d0a-112b-4bc3-bf38-7771656893d2" providerId="ADAL" clId="{992600FB-E5A2-48A8-ADC9-6968E10B5B48}" dt="2022-11-28T11:01:26.884" v="1286" actId="571"/>
          <ac:spMkLst>
            <pc:docMk/>
            <pc:sldMk cId="2124907517" sldId="260"/>
            <ac:spMk id="74" creationId="{896077D8-528B-2133-8AF6-2FFEFD40A14F}"/>
          </ac:spMkLst>
        </pc:spChg>
        <pc:spChg chg="mod">
          <ac:chgData name="Amal R Babu" userId="3a292d0a-112b-4bc3-bf38-7771656893d2" providerId="ADAL" clId="{992600FB-E5A2-48A8-ADC9-6968E10B5B48}" dt="2022-11-30T07:53:35.475" v="3599"/>
          <ac:spMkLst>
            <pc:docMk/>
            <pc:sldMk cId="2124907517" sldId="260"/>
            <ac:spMk id="78" creationId="{77CABA8C-E67C-EE77-BD52-4E978DE612EB}"/>
          </ac:spMkLst>
        </pc:spChg>
        <pc:spChg chg="mod">
          <ac:chgData name="Amal R Babu" userId="3a292d0a-112b-4bc3-bf38-7771656893d2" providerId="ADAL" clId="{992600FB-E5A2-48A8-ADC9-6968E10B5B48}" dt="2022-11-28T11:01:26.884" v="1286" actId="571"/>
          <ac:spMkLst>
            <pc:docMk/>
            <pc:sldMk cId="2124907517" sldId="260"/>
            <ac:spMk id="82" creationId="{76E2FD19-85FC-3B21-2BD4-826E94C8873B}"/>
          </ac:spMkLst>
        </pc:spChg>
        <pc:spChg chg="mod">
          <ac:chgData name="Amal R Babu" userId="3a292d0a-112b-4bc3-bf38-7771656893d2" providerId="ADAL" clId="{992600FB-E5A2-48A8-ADC9-6968E10B5B48}" dt="2022-11-30T07:53:35.475" v="3599"/>
          <ac:spMkLst>
            <pc:docMk/>
            <pc:sldMk cId="2124907517" sldId="260"/>
            <ac:spMk id="82" creationId="{8EF55A4A-E3D7-E6D1-4813-AB3F3590D6A3}"/>
          </ac:spMkLst>
        </pc:spChg>
        <pc:spChg chg="mod">
          <ac:chgData name="Amal R Babu" userId="3a292d0a-112b-4bc3-bf38-7771656893d2" providerId="ADAL" clId="{992600FB-E5A2-48A8-ADC9-6968E10B5B48}" dt="2022-11-28T11:01:26.884" v="1286" actId="571"/>
          <ac:spMkLst>
            <pc:docMk/>
            <pc:sldMk cId="2124907517" sldId="260"/>
            <ac:spMk id="83" creationId="{91F1806A-4D0B-0993-AB1B-DBCFEB2F5C40}"/>
          </ac:spMkLst>
        </pc:spChg>
        <pc:spChg chg="add mod">
          <ac:chgData name="Amal R Babu" userId="3a292d0a-112b-4bc3-bf38-7771656893d2" providerId="ADAL" clId="{992600FB-E5A2-48A8-ADC9-6968E10B5B48}" dt="2022-11-30T07:53:35.475" v="3599"/>
          <ac:spMkLst>
            <pc:docMk/>
            <pc:sldMk cId="2124907517" sldId="260"/>
            <ac:spMk id="83" creationId="{EECCB751-E259-83B5-8DAC-A342B78C343D}"/>
          </ac:spMkLst>
        </pc:spChg>
        <pc:spChg chg="add mod">
          <ac:chgData name="Amal R Babu" userId="3a292d0a-112b-4bc3-bf38-7771656893d2" providerId="ADAL" clId="{992600FB-E5A2-48A8-ADC9-6968E10B5B48}" dt="2022-11-30T07:53:35.475" v="3599"/>
          <ac:spMkLst>
            <pc:docMk/>
            <pc:sldMk cId="2124907517" sldId="260"/>
            <ac:spMk id="84" creationId="{347C2EFA-066A-BEDF-4E4F-67CEE4E968F6}"/>
          </ac:spMkLst>
        </pc:spChg>
        <pc:spChg chg="mod">
          <ac:chgData name="Amal R Babu" userId="3a292d0a-112b-4bc3-bf38-7771656893d2" providerId="ADAL" clId="{992600FB-E5A2-48A8-ADC9-6968E10B5B48}" dt="2022-11-28T11:01:26.884" v="1286" actId="571"/>
          <ac:spMkLst>
            <pc:docMk/>
            <pc:sldMk cId="2124907517" sldId="260"/>
            <ac:spMk id="84" creationId="{A1F4407B-E3E4-0E28-3CFA-CC61ACD04B81}"/>
          </ac:spMkLst>
        </pc:spChg>
        <pc:spChg chg="mod">
          <ac:chgData name="Amal R Babu" userId="3a292d0a-112b-4bc3-bf38-7771656893d2" providerId="ADAL" clId="{992600FB-E5A2-48A8-ADC9-6968E10B5B48}" dt="2022-11-28T11:01:34.963" v="1288" actId="571"/>
          <ac:spMkLst>
            <pc:docMk/>
            <pc:sldMk cId="2124907517" sldId="260"/>
            <ac:spMk id="86" creationId="{5B11B376-2B98-8470-6F54-DFE9A101C9D1}"/>
          </ac:spMkLst>
        </pc:spChg>
        <pc:spChg chg="mod">
          <ac:chgData name="Amal R Babu" userId="3a292d0a-112b-4bc3-bf38-7771656893d2" providerId="ADAL" clId="{992600FB-E5A2-48A8-ADC9-6968E10B5B48}" dt="2022-11-28T11:01:34.963" v="1288" actId="571"/>
          <ac:spMkLst>
            <pc:docMk/>
            <pc:sldMk cId="2124907517" sldId="260"/>
            <ac:spMk id="89" creationId="{E411216C-DAC2-FEEF-5AF0-C8E98AFA8E1D}"/>
          </ac:spMkLst>
        </pc:spChg>
        <pc:spChg chg="mod">
          <ac:chgData name="Amal R Babu" userId="3a292d0a-112b-4bc3-bf38-7771656893d2" providerId="ADAL" clId="{992600FB-E5A2-48A8-ADC9-6968E10B5B48}" dt="2022-11-28T11:01:34.963" v="1288" actId="571"/>
          <ac:spMkLst>
            <pc:docMk/>
            <pc:sldMk cId="2124907517" sldId="260"/>
            <ac:spMk id="90" creationId="{FFDBA36C-4F57-A40B-EB51-B6D165DF7671}"/>
          </ac:spMkLst>
        </pc:spChg>
        <pc:spChg chg="mod">
          <ac:chgData name="Amal R Babu" userId="3a292d0a-112b-4bc3-bf38-7771656893d2" providerId="ADAL" clId="{992600FB-E5A2-48A8-ADC9-6968E10B5B48}" dt="2022-11-28T11:01:34.963" v="1288" actId="571"/>
          <ac:spMkLst>
            <pc:docMk/>
            <pc:sldMk cId="2124907517" sldId="260"/>
            <ac:spMk id="91" creationId="{C97E5183-59A2-08F2-3B5C-E31188464B05}"/>
          </ac:spMkLst>
        </pc:spChg>
        <pc:spChg chg="mod">
          <ac:chgData name="Amal R Babu" userId="3a292d0a-112b-4bc3-bf38-7771656893d2" providerId="ADAL" clId="{992600FB-E5A2-48A8-ADC9-6968E10B5B48}" dt="2022-11-28T10:55:22.413" v="1132" actId="20577"/>
          <ac:spMkLst>
            <pc:docMk/>
            <pc:sldMk cId="2124907517" sldId="260"/>
            <ac:spMk id="92" creationId="{232C2ADA-8B7B-4990-FB78-B27C9A79E87E}"/>
          </ac:spMkLst>
        </pc:spChg>
        <pc:spChg chg="mod">
          <ac:chgData name="Amal R Babu" userId="3a292d0a-112b-4bc3-bf38-7771656893d2" providerId="ADAL" clId="{992600FB-E5A2-48A8-ADC9-6968E10B5B48}" dt="2022-11-28T11:01:51.653" v="1291" actId="571"/>
          <ac:spMkLst>
            <pc:docMk/>
            <pc:sldMk cId="2124907517" sldId="260"/>
            <ac:spMk id="95" creationId="{390AE318-F2A7-8CC7-790A-E1E2253584AB}"/>
          </ac:spMkLst>
        </pc:spChg>
        <pc:spChg chg="mod">
          <ac:chgData name="Amal R Babu" userId="3a292d0a-112b-4bc3-bf38-7771656893d2" providerId="ADAL" clId="{992600FB-E5A2-48A8-ADC9-6968E10B5B48}" dt="2022-11-28T11:01:51.653" v="1291" actId="571"/>
          <ac:spMkLst>
            <pc:docMk/>
            <pc:sldMk cId="2124907517" sldId="260"/>
            <ac:spMk id="99" creationId="{740D017F-6B1D-9082-1B38-16BE1087928D}"/>
          </ac:spMkLst>
        </pc:spChg>
        <pc:spChg chg="mod">
          <ac:chgData name="Amal R Babu" userId="3a292d0a-112b-4bc3-bf38-7771656893d2" providerId="ADAL" clId="{992600FB-E5A2-48A8-ADC9-6968E10B5B48}" dt="2022-11-28T11:01:51.653" v="1291" actId="571"/>
          <ac:spMkLst>
            <pc:docMk/>
            <pc:sldMk cId="2124907517" sldId="260"/>
            <ac:spMk id="100" creationId="{33884735-D6AF-4529-55A2-AF25F8550797}"/>
          </ac:spMkLst>
        </pc:spChg>
        <pc:spChg chg="mod">
          <ac:chgData name="Amal R Babu" userId="3a292d0a-112b-4bc3-bf38-7771656893d2" providerId="ADAL" clId="{992600FB-E5A2-48A8-ADC9-6968E10B5B48}" dt="2022-11-28T11:01:51.653" v="1291" actId="571"/>
          <ac:spMkLst>
            <pc:docMk/>
            <pc:sldMk cId="2124907517" sldId="260"/>
            <ac:spMk id="101" creationId="{E91F6EF4-28CA-A539-ED9C-253CF7EA8AFF}"/>
          </ac:spMkLst>
        </pc:spChg>
        <pc:spChg chg="del">
          <ac:chgData name="Amal R Babu" userId="3a292d0a-112b-4bc3-bf38-7771656893d2" providerId="ADAL" clId="{992600FB-E5A2-48A8-ADC9-6968E10B5B48}" dt="2022-11-30T07:53:34.609" v="3598" actId="478"/>
          <ac:spMkLst>
            <pc:docMk/>
            <pc:sldMk cId="2124907517" sldId="260"/>
            <ac:spMk id="102" creationId="{BC336F4F-319C-E66A-14BA-28906300DE58}"/>
          </ac:spMkLst>
        </pc:spChg>
        <pc:spChg chg="mod topLvl">
          <ac:chgData name="Amal R Babu" userId="3a292d0a-112b-4bc3-bf38-7771656893d2" providerId="ADAL" clId="{992600FB-E5A2-48A8-ADC9-6968E10B5B48}" dt="2022-11-28T11:02:56.872" v="1305" actId="165"/>
          <ac:spMkLst>
            <pc:docMk/>
            <pc:sldMk cId="2124907517" sldId="260"/>
            <ac:spMk id="106" creationId="{037904D4-79E1-6049-546D-A8BBF89913C3}"/>
          </ac:spMkLst>
        </pc:spChg>
        <pc:spChg chg="mod topLvl">
          <ac:chgData name="Amal R Babu" userId="3a292d0a-112b-4bc3-bf38-7771656893d2" providerId="ADAL" clId="{992600FB-E5A2-48A8-ADC9-6968E10B5B48}" dt="2022-11-28T11:03:00.322" v="1306" actId="165"/>
          <ac:spMkLst>
            <pc:docMk/>
            <pc:sldMk cId="2124907517" sldId="260"/>
            <ac:spMk id="108" creationId="{B6217125-7520-BCA5-9D64-5E4DE1EB5BEC}"/>
          </ac:spMkLst>
        </pc:spChg>
        <pc:spChg chg="del">
          <ac:chgData name="Amal R Babu" userId="3a292d0a-112b-4bc3-bf38-7771656893d2" providerId="ADAL" clId="{992600FB-E5A2-48A8-ADC9-6968E10B5B48}" dt="2022-11-30T06:31:03.987" v="3454" actId="478"/>
          <ac:spMkLst>
            <pc:docMk/>
            <pc:sldMk cId="2124907517" sldId="260"/>
            <ac:spMk id="109" creationId="{B205D4A8-03D0-E92D-2A10-7A44B4A53BD1}"/>
          </ac:spMkLst>
        </pc:spChg>
        <pc:spChg chg="mod topLvl">
          <ac:chgData name="Amal R Babu" userId="3a292d0a-112b-4bc3-bf38-7771656893d2" providerId="ADAL" clId="{992600FB-E5A2-48A8-ADC9-6968E10B5B48}" dt="2022-11-28T11:05:08.947" v="1343" actId="313"/>
          <ac:spMkLst>
            <pc:docMk/>
            <pc:sldMk cId="2124907517" sldId="260"/>
            <ac:spMk id="110" creationId="{E8D14ACA-4A8B-CC2F-8B69-E77BE4C4C77C}"/>
          </ac:spMkLst>
        </pc:spChg>
        <pc:spChg chg="mod topLvl">
          <ac:chgData name="Amal R Babu" userId="3a292d0a-112b-4bc3-bf38-7771656893d2" providerId="ADAL" clId="{992600FB-E5A2-48A8-ADC9-6968E10B5B48}" dt="2022-11-28T11:03:00.322" v="1306" actId="165"/>
          <ac:spMkLst>
            <pc:docMk/>
            <pc:sldMk cId="2124907517" sldId="260"/>
            <ac:spMk id="111" creationId="{70847954-1D86-8E34-0C5F-F52295DFC94A}"/>
          </ac:spMkLst>
        </pc:spChg>
        <pc:spChg chg="mod topLvl">
          <ac:chgData name="Amal R Babu" userId="3a292d0a-112b-4bc3-bf38-7771656893d2" providerId="ADAL" clId="{992600FB-E5A2-48A8-ADC9-6968E10B5B48}" dt="2022-11-28T11:02:56.872" v="1305" actId="165"/>
          <ac:spMkLst>
            <pc:docMk/>
            <pc:sldMk cId="2124907517" sldId="260"/>
            <ac:spMk id="113" creationId="{A7F600A5-7D5A-A214-0742-9DAA77F157D4}"/>
          </ac:spMkLst>
        </pc:spChg>
        <pc:spChg chg="mod topLvl">
          <ac:chgData name="Amal R Babu" userId="3a292d0a-112b-4bc3-bf38-7771656893d2" providerId="ADAL" clId="{992600FB-E5A2-48A8-ADC9-6968E10B5B48}" dt="2022-11-28T11:03:00.322" v="1306" actId="165"/>
          <ac:spMkLst>
            <pc:docMk/>
            <pc:sldMk cId="2124907517" sldId="260"/>
            <ac:spMk id="115" creationId="{A27FDE62-9799-EB5A-814E-FA23C3CC50A6}"/>
          </ac:spMkLst>
        </pc:spChg>
        <pc:spChg chg="mod topLvl">
          <ac:chgData name="Amal R Babu" userId="3a292d0a-112b-4bc3-bf38-7771656893d2" providerId="ADAL" clId="{992600FB-E5A2-48A8-ADC9-6968E10B5B48}" dt="2022-11-28T11:04:39.374" v="1342" actId="20577"/>
          <ac:spMkLst>
            <pc:docMk/>
            <pc:sldMk cId="2124907517" sldId="260"/>
            <ac:spMk id="116" creationId="{CDAFE034-1DDF-0B78-4CF8-BF4AC861806D}"/>
          </ac:spMkLst>
        </pc:spChg>
        <pc:spChg chg="mod topLvl">
          <ac:chgData name="Amal R Babu" userId="3a292d0a-112b-4bc3-bf38-7771656893d2" providerId="ADAL" clId="{992600FB-E5A2-48A8-ADC9-6968E10B5B48}" dt="2022-11-28T11:03:00.322" v="1306" actId="165"/>
          <ac:spMkLst>
            <pc:docMk/>
            <pc:sldMk cId="2124907517" sldId="260"/>
            <ac:spMk id="117" creationId="{D871040F-67CE-EB91-C424-A658A003FCAF}"/>
          </ac:spMkLst>
        </pc:spChg>
        <pc:spChg chg="mod topLvl">
          <ac:chgData name="Amal R Babu" userId="3a292d0a-112b-4bc3-bf38-7771656893d2" providerId="ADAL" clId="{992600FB-E5A2-48A8-ADC9-6968E10B5B48}" dt="2022-11-28T11:02:56.872" v="1305" actId="165"/>
          <ac:spMkLst>
            <pc:docMk/>
            <pc:sldMk cId="2124907517" sldId="260"/>
            <ac:spMk id="119" creationId="{424534C7-782C-3874-2BB3-1B9469066184}"/>
          </ac:spMkLst>
        </pc:spChg>
        <pc:spChg chg="mod topLvl">
          <ac:chgData name="Amal R Babu" userId="3a292d0a-112b-4bc3-bf38-7771656893d2" providerId="ADAL" clId="{992600FB-E5A2-48A8-ADC9-6968E10B5B48}" dt="2022-11-28T11:03:00.322" v="1306" actId="165"/>
          <ac:spMkLst>
            <pc:docMk/>
            <pc:sldMk cId="2124907517" sldId="260"/>
            <ac:spMk id="121" creationId="{19F46ABE-616C-D9F7-AE04-12D9CD5300BD}"/>
          </ac:spMkLst>
        </pc:spChg>
        <pc:spChg chg="mod topLvl">
          <ac:chgData name="Amal R Babu" userId="3a292d0a-112b-4bc3-bf38-7771656893d2" providerId="ADAL" clId="{992600FB-E5A2-48A8-ADC9-6968E10B5B48}" dt="2022-11-28T11:13:22.980" v="1461" actId="20577"/>
          <ac:spMkLst>
            <pc:docMk/>
            <pc:sldMk cId="2124907517" sldId="260"/>
            <ac:spMk id="122" creationId="{6D8DF8F6-B8E2-B147-77D0-91F2AEF0E849}"/>
          </ac:spMkLst>
        </pc:spChg>
        <pc:spChg chg="mod topLvl">
          <ac:chgData name="Amal R Babu" userId="3a292d0a-112b-4bc3-bf38-7771656893d2" providerId="ADAL" clId="{992600FB-E5A2-48A8-ADC9-6968E10B5B48}" dt="2022-11-28T11:03:00.322" v="1306" actId="165"/>
          <ac:spMkLst>
            <pc:docMk/>
            <pc:sldMk cId="2124907517" sldId="260"/>
            <ac:spMk id="123" creationId="{47854B95-65DE-90B4-D0E4-300A8804A8F6}"/>
          </ac:spMkLst>
        </pc:spChg>
        <pc:spChg chg="add del mod ord">
          <ac:chgData name="Amal R Babu" userId="3a292d0a-112b-4bc3-bf38-7771656893d2" providerId="ADAL" clId="{992600FB-E5A2-48A8-ADC9-6968E10B5B48}" dt="2022-11-28T11:08:28.014" v="1350" actId="931"/>
          <ac:spMkLst>
            <pc:docMk/>
            <pc:sldMk cId="2124907517" sldId="260"/>
            <ac:spMk id="124" creationId="{CD59BCFA-FEEB-2B84-1F97-E45C7B606ECB}"/>
          </ac:spMkLst>
        </pc:spChg>
        <pc:spChg chg="add del mod ord">
          <ac:chgData name="Amal R Babu" userId="3a292d0a-112b-4bc3-bf38-7771656893d2" providerId="ADAL" clId="{992600FB-E5A2-48A8-ADC9-6968E10B5B48}" dt="2022-11-28T11:11:43.652" v="1444" actId="931"/>
          <ac:spMkLst>
            <pc:docMk/>
            <pc:sldMk cId="2124907517" sldId="260"/>
            <ac:spMk id="125" creationId="{F16AF470-FA3D-F7C5-0B0C-C734AD50AB40}"/>
          </ac:spMkLst>
        </pc:spChg>
        <pc:spChg chg="add del mod ord">
          <ac:chgData name="Amal R Babu" userId="3a292d0a-112b-4bc3-bf38-7771656893d2" providerId="ADAL" clId="{992600FB-E5A2-48A8-ADC9-6968E10B5B48}" dt="2022-11-28T11:12:26.105" v="1447" actId="931"/>
          <ac:spMkLst>
            <pc:docMk/>
            <pc:sldMk cId="2124907517" sldId="260"/>
            <ac:spMk id="126" creationId="{1E6A3D78-B0EE-F3CA-C805-DD34E52C3245}"/>
          </ac:spMkLst>
        </pc:spChg>
        <pc:spChg chg="add del mod ord">
          <ac:chgData name="Amal R Babu" userId="3a292d0a-112b-4bc3-bf38-7771656893d2" providerId="ADAL" clId="{992600FB-E5A2-48A8-ADC9-6968E10B5B48}" dt="2022-11-28T11:14:02.389" v="1462" actId="931"/>
          <ac:spMkLst>
            <pc:docMk/>
            <pc:sldMk cId="2124907517" sldId="260"/>
            <ac:spMk id="127" creationId="{A9E33972-0251-8E25-D9FB-10B896A6F96F}"/>
          </ac:spMkLst>
        </pc:spChg>
        <pc:grpChg chg="add del mod">
          <ac:chgData name="Amal R Babu" userId="3a292d0a-112b-4bc3-bf38-7771656893d2" providerId="ADAL" clId="{992600FB-E5A2-48A8-ADC9-6968E10B5B48}" dt="2022-12-07T05:41:51.655" v="3712" actId="478"/>
          <ac:grpSpMkLst>
            <pc:docMk/>
            <pc:sldMk cId="2124907517" sldId="260"/>
            <ac:grpSpMk id="7" creationId="{BB795FD1-5CA1-03FA-77E0-DDF2C508B9FC}"/>
          </ac:grpSpMkLst>
        </pc:grpChg>
        <pc:grpChg chg="add mod">
          <ac:chgData name="Amal R Babu" userId="3a292d0a-112b-4bc3-bf38-7771656893d2" providerId="ADAL" clId="{992600FB-E5A2-48A8-ADC9-6968E10B5B48}" dt="2022-11-30T07:53:59.972" v="3604" actId="207"/>
          <ac:grpSpMkLst>
            <pc:docMk/>
            <pc:sldMk cId="2124907517" sldId="260"/>
            <ac:grpSpMk id="15" creationId="{C314E235-4DDD-BB35-E446-2F46A2C8207C}"/>
          </ac:grpSpMkLst>
        </pc:grpChg>
        <pc:grpChg chg="add del mod">
          <ac:chgData name="Amal R Babu" userId="3a292d0a-112b-4bc3-bf38-7771656893d2" providerId="ADAL" clId="{992600FB-E5A2-48A8-ADC9-6968E10B5B48}" dt="2022-12-07T05:41:51.655" v="3712" actId="478"/>
          <ac:grpSpMkLst>
            <pc:docMk/>
            <pc:sldMk cId="2124907517" sldId="260"/>
            <ac:grpSpMk id="16" creationId="{8A0EBE5B-A2D1-4A1B-02C0-3B3A6D7E9C90}"/>
          </ac:grpSpMkLst>
        </pc:grpChg>
        <pc:grpChg chg="add mod">
          <ac:chgData name="Amal R Babu" userId="3a292d0a-112b-4bc3-bf38-7771656893d2" providerId="ADAL" clId="{992600FB-E5A2-48A8-ADC9-6968E10B5B48}" dt="2022-12-07T05:41:52.835" v="3713"/>
          <ac:grpSpMkLst>
            <pc:docMk/>
            <pc:sldMk cId="2124907517" sldId="260"/>
            <ac:grpSpMk id="20" creationId="{E7C78772-CF0D-FAE7-01E1-5AE6826A2D37}"/>
          </ac:grpSpMkLst>
        </pc:grpChg>
        <pc:grpChg chg="add mod">
          <ac:chgData name="Amal R Babu" userId="3a292d0a-112b-4bc3-bf38-7771656893d2" providerId="ADAL" clId="{992600FB-E5A2-48A8-ADC9-6968E10B5B48}" dt="2022-12-07T05:41:52.835" v="3713"/>
          <ac:grpSpMkLst>
            <pc:docMk/>
            <pc:sldMk cId="2124907517" sldId="260"/>
            <ac:grpSpMk id="27" creationId="{EA506E3E-B360-F6CC-2884-D76F97DE4294}"/>
          </ac:grpSpMkLst>
        </pc:grpChg>
        <pc:grpChg chg="del mod">
          <ac:chgData name="Amal R Babu" userId="3a292d0a-112b-4bc3-bf38-7771656893d2" providerId="ADAL" clId="{992600FB-E5A2-48A8-ADC9-6968E10B5B48}" dt="2022-11-30T07:53:34.609" v="3598" actId="478"/>
          <ac:grpSpMkLst>
            <pc:docMk/>
            <pc:sldMk cId="2124907517" sldId="260"/>
            <ac:grpSpMk id="30" creationId="{9ECCC638-745A-4CD5-37F4-34E729654B57}"/>
          </ac:grpSpMkLst>
        </pc:grpChg>
        <pc:grpChg chg="add mod">
          <ac:chgData name="Amal R Babu" userId="3a292d0a-112b-4bc3-bf38-7771656893d2" providerId="ADAL" clId="{992600FB-E5A2-48A8-ADC9-6968E10B5B48}" dt="2022-11-30T07:53:35.475" v="3599"/>
          <ac:grpSpMkLst>
            <pc:docMk/>
            <pc:sldMk cId="2124907517" sldId="260"/>
            <ac:grpSpMk id="36" creationId="{2E701B61-D98B-A7BB-9E0E-BF726365F018}"/>
          </ac:grpSpMkLst>
        </pc:grpChg>
        <pc:grpChg chg="add del mod topLvl">
          <ac:chgData name="Amal R Babu" userId="3a292d0a-112b-4bc3-bf38-7771656893d2" providerId="ADAL" clId="{992600FB-E5A2-48A8-ADC9-6968E10B5B48}" dt="2022-11-28T11:02:08.352" v="1296" actId="165"/>
          <ac:grpSpMkLst>
            <pc:docMk/>
            <pc:sldMk cId="2124907517" sldId="260"/>
            <ac:grpSpMk id="39" creationId="{31A5BC2C-1881-BB2F-4C23-4AF66A5EBA4B}"/>
          </ac:grpSpMkLst>
        </pc:grpChg>
        <pc:grpChg chg="add mod">
          <ac:chgData name="Amal R Babu" userId="3a292d0a-112b-4bc3-bf38-7771656893d2" providerId="ADAL" clId="{992600FB-E5A2-48A8-ADC9-6968E10B5B48}" dt="2022-11-30T07:53:35.475" v="3599"/>
          <ac:grpSpMkLst>
            <pc:docMk/>
            <pc:sldMk cId="2124907517" sldId="260"/>
            <ac:grpSpMk id="40" creationId="{4AE02BE0-FD2C-7D28-36BC-8FD1682F4394}"/>
          </ac:grpSpMkLst>
        </pc:grpChg>
        <pc:grpChg chg="add del mod">
          <ac:chgData name="Amal R Babu" userId="3a292d0a-112b-4bc3-bf38-7771656893d2" providerId="ADAL" clId="{992600FB-E5A2-48A8-ADC9-6968E10B5B48}" dt="2022-11-28T11:02:03.519" v="1294" actId="165"/>
          <ac:grpSpMkLst>
            <pc:docMk/>
            <pc:sldMk cId="2124907517" sldId="260"/>
            <ac:grpSpMk id="40" creationId="{CFE2740A-3E8D-D114-59AD-1B9BAAC709D9}"/>
          </ac:grpSpMkLst>
        </pc:grpChg>
        <pc:grpChg chg="add del mod">
          <ac:chgData name="Amal R Babu" userId="3a292d0a-112b-4bc3-bf38-7771656893d2" providerId="ADAL" clId="{992600FB-E5A2-48A8-ADC9-6968E10B5B48}" dt="2022-11-28T11:02:01.945" v="1293" actId="478"/>
          <ac:grpSpMkLst>
            <pc:docMk/>
            <pc:sldMk cId="2124907517" sldId="260"/>
            <ac:grpSpMk id="45" creationId="{26E52E77-0483-2800-CB69-D3E506F9D515}"/>
          </ac:grpSpMkLst>
        </pc:grpChg>
        <pc:grpChg chg="del">
          <ac:chgData name="Amal R Babu" userId="3a292d0a-112b-4bc3-bf38-7771656893d2" providerId="ADAL" clId="{992600FB-E5A2-48A8-ADC9-6968E10B5B48}" dt="2022-11-30T07:53:34.609" v="3598" actId="478"/>
          <ac:grpSpMkLst>
            <pc:docMk/>
            <pc:sldMk cId="2124907517" sldId="260"/>
            <ac:grpSpMk id="47" creationId="{5C6579D9-4E04-AE17-CF35-68ADBC5766B2}"/>
          </ac:grpSpMkLst>
        </pc:grpChg>
        <pc:grpChg chg="del">
          <ac:chgData name="Amal R Babu" userId="3a292d0a-112b-4bc3-bf38-7771656893d2" providerId="ADAL" clId="{992600FB-E5A2-48A8-ADC9-6968E10B5B48}" dt="2022-11-28T10:53:23.722" v="1107" actId="478"/>
          <ac:grpSpMkLst>
            <pc:docMk/>
            <pc:sldMk cId="2124907517" sldId="260"/>
            <ac:grpSpMk id="51" creationId="{6A199681-2294-F9B7-4824-2BE6E7A88CDA}"/>
          </ac:grpSpMkLst>
        </pc:grpChg>
        <pc:grpChg chg="del">
          <ac:chgData name="Amal R Babu" userId="3a292d0a-112b-4bc3-bf38-7771656893d2" providerId="ADAL" clId="{992600FB-E5A2-48A8-ADC9-6968E10B5B48}" dt="2022-11-28T10:53:23.722" v="1107" actId="478"/>
          <ac:grpSpMkLst>
            <pc:docMk/>
            <pc:sldMk cId="2124907517" sldId="260"/>
            <ac:grpSpMk id="52" creationId="{86F99704-9C27-2873-9C3D-6F59808004D7}"/>
          </ac:grpSpMkLst>
        </pc:grpChg>
        <pc:grpChg chg="del">
          <ac:chgData name="Amal R Babu" userId="3a292d0a-112b-4bc3-bf38-7771656893d2" providerId="ADAL" clId="{992600FB-E5A2-48A8-ADC9-6968E10B5B48}" dt="2022-11-30T07:53:34.609" v="3598" actId="478"/>
          <ac:grpSpMkLst>
            <pc:docMk/>
            <pc:sldMk cId="2124907517" sldId="260"/>
            <ac:grpSpMk id="54" creationId="{73F997E9-B116-D8A6-6EF5-C091C7C77B6D}"/>
          </ac:grpSpMkLst>
        </pc:grpChg>
        <pc:grpChg chg="add mod">
          <ac:chgData name="Amal R Babu" userId="3a292d0a-112b-4bc3-bf38-7771656893d2" providerId="ADAL" clId="{992600FB-E5A2-48A8-ADC9-6968E10B5B48}" dt="2022-11-30T07:53:35.475" v="3599"/>
          <ac:grpSpMkLst>
            <pc:docMk/>
            <pc:sldMk cId="2124907517" sldId="260"/>
            <ac:grpSpMk id="60" creationId="{C89FAEF3-7D2F-F5FA-C52C-D2A360029E47}"/>
          </ac:grpSpMkLst>
        </pc:grpChg>
        <pc:grpChg chg="del">
          <ac:chgData name="Amal R Babu" userId="3a292d0a-112b-4bc3-bf38-7771656893d2" providerId="ADAL" clId="{992600FB-E5A2-48A8-ADC9-6968E10B5B48}" dt="2022-12-07T05:41:29.889" v="3710" actId="478"/>
          <ac:grpSpMkLst>
            <pc:docMk/>
            <pc:sldMk cId="2124907517" sldId="260"/>
            <ac:grpSpMk id="67" creationId="{6D8E5ACC-26DE-243B-180E-E19057A9EB34}"/>
          </ac:grpSpMkLst>
        </pc:grpChg>
        <pc:grpChg chg="del">
          <ac:chgData name="Amal R Babu" userId="3a292d0a-112b-4bc3-bf38-7771656893d2" providerId="ADAL" clId="{992600FB-E5A2-48A8-ADC9-6968E10B5B48}" dt="2022-12-07T05:41:29.889" v="3710" actId="478"/>
          <ac:grpSpMkLst>
            <pc:docMk/>
            <pc:sldMk cId="2124907517" sldId="260"/>
            <ac:grpSpMk id="68" creationId="{CE1D2690-EA4E-562F-8571-7A8695694CC3}"/>
          </ac:grpSpMkLst>
        </pc:grpChg>
        <pc:grpChg chg="add mod">
          <ac:chgData name="Amal R Babu" userId="3a292d0a-112b-4bc3-bf38-7771656893d2" providerId="ADAL" clId="{992600FB-E5A2-48A8-ADC9-6968E10B5B48}" dt="2022-11-30T07:53:35.475" v="3599"/>
          <ac:grpSpMkLst>
            <pc:docMk/>
            <pc:sldMk cId="2124907517" sldId="260"/>
            <ac:grpSpMk id="74" creationId="{E8E4F8DF-6F61-642E-140D-C9E9923458B8}"/>
          </ac:grpSpMkLst>
        </pc:grpChg>
        <pc:grpChg chg="mod">
          <ac:chgData name="Amal R Babu" userId="3a292d0a-112b-4bc3-bf38-7771656893d2" providerId="ADAL" clId="{992600FB-E5A2-48A8-ADC9-6968E10B5B48}" dt="2022-11-28T11:01:26.884" v="1286" actId="571"/>
          <ac:grpSpMkLst>
            <pc:docMk/>
            <pc:sldMk cId="2124907517" sldId="260"/>
            <ac:grpSpMk id="78" creationId="{D1842521-749D-1402-67DB-C3C18613C51B}"/>
          </ac:grpSpMkLst>
        </pc:grpChg>
        <pc:grpChg chg="add del mod">
          <ac:chgData name="Amal R Babu" userId="3a292d0a-112b-4bc3-bf38-7771656893d2" providerId="ADAL" clId="{992600FB-E5A2-48A8-ADC9-6968E10B5B48}" dt="2022-11-28T11:02:01.945" v="1293" actId="478"/>
          <ac:grpSpMkLst>
            <pc:docMk/>
            <pc:sldMk cId="2124907517" sldId="260"/>
            <ac:grpSpMk id="85" creationId="{B79D60B3-9121-5213-E344-205B593280A9}"/>
          </ac:grpSpMkLst>
        </pc:grpChg>
        <pc:grpChg chg="mod">
          <ac:chgData name="Amal R Babu" userId="3a292d0a-112b-4bc3-bf38-7771656893d2" providerId="ADAL" clId="{992600FB-E5A2-48A8-ADC9-6968E10B5B48}" dt="2022-11-28T11:01:34.963" v="1288" actId="571"/>
          <ac:grpSpMkLst>
            <pc:docMk/>
            <pc:sldMk cId="2124907517" sldId="260"/>
            <ac:grpSpMk id="87" creationId="{D727F5CA-BE74-DDAD-491E-8C946470DBC3}"/>
          </ac:grpSpMkLst>
        </pc:grpChg>
        <pc:grpChg chg="del">
          <ac:chgData name="Amal R Babu" userId="3a292d0a-112b-4bc3-bf38-7771656893d2" providerId="ADAL" clId="{992600FB-E5A2-48A8-ADC9-6968E10B5B48}" dt="2022-11-30T07:53:34.609" v="3598" actId="478"/>
          <ac:grpSpMkLst>
            <pc:docMk/>
            <pc:sldMk cId="2124907517" sldId="260"/>
            <ac:grpSpMk id="88" creationId="{5202437B-09C4-B9C2-DFB9-8FE4C3A1D94B}"/>
          </ac:grpSpMkLst>
        </pc:grpChg>
        <pc:grpChg chg="add del mod">
          <ac:chgData name="Amal R Babu" userId="3a292d0a-112b-4bc3-bf38-7771656893d2" providerId="ADAL" clId="{992600FB-E5A2-48A8-ADC9-6968E10B5B48}" dt="2022-11-28T11:02:01.945" v="1293" actId="478"/>
          <ac:grpSpMkLst>
            <pc:docMk/>
            <pc:sldMk cId="2124907517" sldId="260"/>
            <ac:grpSpMk id="93" creationId="{FA205FAF-BFFF-C038-B709-8F4BBDC8980B}"/>
          </ac:grpSpMkLst>
        </pc:grpChg>
        <pc:grpChg chg="mod">
          <ac:chgData name="Amal R Babu" userId="3a292d0a-112b-4bc3-bf38-7771656893d2" providerId="ADAL" clId="{992600FB-E5A2-48A8-ADC9-6968E10B5B48}" dt="2022-11-28T11:01:51.653" v="1291" actId="571"/>
          <ac:grpSpMkLst>
            <pc:docMk/>
            <pc:sldMk cId="2124907517" sldId="260"/>
            <ac:grpSpMk id="97" creationId="{69A3281E-5190-BBF3-464C-CF7A5B849928}"/>
          </ac:grpSpMkLst>
        </pc:grpChg>
        <pc:grpChg chg="del">
          <ac:chgData name="Amal R Babu" userId="3a292d0a-112b-4bc3-bf38-7771656893d2" providerId="ADAL" clId="{992600FB-E5A2-48A8-ADC9-6968E10B5B48}" dt="2022-11-30T07:53:34.609" v="3598" actId="478"/>
          <ac:grpSpMkLst>
            <pc:docMk/>
            <pc:sldMk cId="2124907517" sldId="260"/>
            <ac:grpSpMk id="98" creationId="{5E12AE22-4B66-8998-2063-3E4A6A50C8CF}"/>
          </ac:grpSpMkLst>
        </pc:grpChg>
        <pc:grpChg chg="add del mod topLvl">
          <ac:chgData name="Amal R Babu" userId="3a292d0a-112b-4bc3-bf38-7771656893d2" providerId="ADAL" clId="{992600FB-E5A2-48A8-ADC9-6968E10B5B48}" dt="2022-11-28T11:03:00.322" v="1306" actId="165"/>
          <ac:grpSpMkLst>
            <pc:docMk/>
            <pc:sldMk cId="2124907517" sldId="260"/>
            <ac:grpSpMk id="103" creationId="{3A763F4A-0F50-67A5-F10F-7C5146B93A99}"/>
          </ac:grpSpMkLst>
        </pc:grpChg>
        <pc:grpChg chg="add del mod">
          <ac:chgData name="Amal R Babu" userId="3a292d0a-112b-4bc3-bf38-7771656893d2" providerId="ADAL" clId="{992600FB-E5A2-48A8-ADC9-6968E10B5B48}" dt="2022-11-28T11:02:56.872" v="1305" actId="165"/>
          <ac:grpSpMkLst>
            <pc:docMk/>
            <pc:sldMk cId="2124907517" sldId="260"/>
            <ac:grpSpMk id="104" creationId="{0FF7C545-D5A1-C5BD-3B0C-420C63447C84}"/>
          </ac:grpSpMkLst>
        </pc:grpChg>
        <pc:grpChg chg="add del mod">
          <ac:chgData name="Amal R Babu" userId="3a292d0a-112b-4bc3-bf38-7771656893d2" providerId="ADAL" clId="{992600FB-E5A2-48A8-ADC9-6968E10B5B48}" dt="2022-11-28T11:02:56.872" v="1305" actId="165"/>
          <ac:grpSpMkLst>
            <pc:docMk/>
            <pc:sldMk cId="2124907517" sldId="260"/>
            <ac:grpSpMk id="105" creationId="{F03DD6BC-3C62-F141-85F2-B03751F284DC}"/>
          </ac:grpSpMkLst>
        </pc:grpChg>
        <pc:grpChg chg="del mod topLvl">
          <ac:chgData name="Amal R Babu" userId="3a292d0a-112b-4bc3-bf38-7771656893d2" providerId="ADAL" clId="{992600FB-E5A2-48A8-ADC9-6968E10B5B48}" dt="2022-11-28T11:03:00.322" v="1306" actId="165"/>
          <ac:grpSpMkLst>
            <pc:docMk/>
            <pc:sldMk cId="2124907517" sldId="260"/>
            <ac:grpSpMk id="107" creationId="{FC0CB09D-225B-5FBB-B429-3D0DF9D7A3B2}"/>
          </ac:grpSpMkLst>
        </pc:grpChg>
        <pc:grpChg chg="add del mod">
          <ac:chgData name="Amal R Babu" userId="3a292d0a-112b-4bc3-bf38-7771656893d2" providerId="ADAL" clId="{992600FB-E5A2-48A8-ADC9-6968E10B5B48}" dt="2022-11-28T11:02:56.872" v="1305" actId="165"/>
          <ac:grpSpMkLst>
            <pc:docMk/>
            <pc:sldMk cId="2124907517" sldId="260"/>
            <ac:grpSpMk id="112" creationId="{5DB116CF-8C10-4BED-D18F-65574806E6FE}"/>
          </ac:grpSpMkLst>
        </pc:grpChg>
        <pc:grpChg chg="del mod topLvl">
          <ac:chgData name="Amal R Babu" userId="3a292d0a-112b-4bc3-bf38-7771656893d2" providerId="ADAL" clId="{992600FB-E5A2-48A8-ADC9-6968E10B5B48}" dt="2022-11-28T11:03:00.322" v="1306" actId="165"/>
          <ac:grpSpMkLst>
            <pc:docMk/>
            <pc:sldMk cId="2124907517" sldId="260"/>
            <ac:grpSpMk id="114" creationId="{6A369F8F-934A-9E93-A652-E8B18AC5E203}"/>
          </ac:grpSpMkLst>
        </pc:grpChg>
        <pc:grpChg chg="add del mod">
          <ac:chgData name="Amal R Babu" userId="3a292d0a-112b-4bc3-bf38-7771656893d2" providerId="ADAL" clId="{992600FB-E5A2-48A8-ADC9-6968E10B5B48}" dt="2022-11-28T11:02:56.872" v="1305" actId="165"/>
          <ac:grpSpMkLst>
            <pc:docMk/>
            <pc:sldMk cId="2124907517" sldId="260"/>
            <ac:grpSpMk id="118" creationId="{D523FE3F-5711-C115-00C2-6AB7BBCA6495}"/>
          </ac:grpSpMkLst>
        </pc:grpChg>
        <pc:grpChg chg="del mod topLvl">
          <ac:chgData name="Amal R Babu" userId="3a292d0a-112b-4bc3-bf38-7771656893d2" providerId="ADAL" clId="{992600FB-E5A2-48A8-ADC9-6968E10B5B48}" dt="2022-11-28T11:03:00.322" v="1306" actId="165"/>
          <ac:grpSpMkLst>
            <pc:docMk/>
            <pc:sldMk cId="2124907517" sldId="260"/>
            <ac:grpSpMk id="120" creationId="{3F60EDA8-C0DA-0680-58C3-B990ECB161D6}"/>
          </ac:grpSpMkLst>
        </pc:grpChg>
        <pc:picChg chg="add del mod">
          <ac:chgData name="Amal R Babu" userId="3a292d0a-112b-4bc3-bf38-7771656893d2" providerId="ADAL" clId="{992600FB-E5A2-48A8-ADC9-6968E10B5B48}" dt="2022-11-28T11:01:28.507" v="1287" actId="478"/>
          <ac:picMkLst>
            <pc:docMk/>
            <pc:sldMk cId="2124907517" sldId="260"/>
            <ac:picMk id="18" creationId="{E5AB6721-BC92-63F2-093F-E83E06F4DECA}"/>
          </ac:picMkLst>
        </pc:picChg>
        <pc:picChg chg="mod">
          <ac:chgData name="Amal R Babu" userId="3a292d0a-112b-4bc3-bf38-7771656893d2" providerId="ADAL" clId="{992600FB-E5A2-48A8-ADC9-6968E10B5B48}" dt="2022-11-30T07:53:35.475" v="3599"/>
          <ac:picMkLst>
            <pc:docMk/>
            <pc:sldMk cId="2124907517" sldId="260"/>
            <ac:picMk id="39" creationId="{90AE3B26-120A-7D21-5119-C249504ACCE1}"/>
          </ac:picMkLst>
        </pc:picChg>
        <pc:picChg chg="add mod">
          <ac:chgData name="Amal R Babu" userId="3a292d0a-112b-4bc3-bf38-7771656893d2" providerId="ADAL" clId="{992600FB-E5A2-48A8-ADC9-6968E10B5B48}" dt="2022-11-28T11:08:29.465" v="1351" actId="27614"/>
          <ac:picMkLst>
            <pc:docMk/>
            <pc:sldMk cId="2124907517" sldId="260"/>
            <ac:picMk id="129" creationId="{620E740B-981C-EA48-B440-8BD78B5F6DBD}"/>
          </ac:picMkLst>
        </pc:picChg>
        <pc:picChg chg="add mod">
          <ac:chgData name="Amal R Babu" userId="3a292d0a-112b-4bc3-bf38-7771656893d2" providerId="ADAL" clId="{992600FB-E5A2-48A8-ADC9-6968E10B5B48}" dt="2022-11-28T11:11:45.247" v="1446" actId="962"/>
          <ac:picMkLst>
            <pc:docMk/>
            <pc:sldMk cId="2124907517" sldId="260"/>
            <ac:picMk id="131" creationId="{B69AF3C8-289A-E969-969C-1D44BF52141B}"/>
          </ac:picMkLst>
        </pc:picChg>
        <pc:picChg chg="add mod">
          <ac:chgData name="Amal R Babu" userId="3a292d0a-112b-4bc3-bf38-7771656893d2" providerId="ADAL" clId="{992600FB-E5A2-48A8-ADC9-6968E10B5B48}" dt="2022-11-28T11:12:26.991" v="1449" actId="962"/>
          <ac:picMkLst>
            <pc:docMk/>
            <pc:sldMk cId="2124907517" sldId="260"/>
            <ac:picMk id="133" creationId="{C7C8D3D3-205C-5534-E5B1-B4274EF5DB3C}"/>
          </ac:picMkLst>
        </pc:picChg>
        <pc:picChg chg="add mod">
          <ac:chgData name="Amal R Babu" userId="3a292d0a-112b-4bc3-bf38-7771656893d2" providerId="ADAL" clId="{992600FB-E5A2-48A8-ADC9-6968E10B5B48}" dt="2022-11-28T11:14:03.740" v="1464" actId="962"/>
          <ac:picMkLst>
            <pc:docMk/>
            <pc:sldMk cId="2124907517" sldId="260"/>
            <ac:picMk id="135" creationId="{49D8565B-C397-D9DC-E7EB-16966D7FA288}"/>
          </ac:picMkLst>
        </pc:picChg>
        <pc:cxnChg chg="del">
          <ac:chgData name="Amal R Babu" userId="3a292d0a-112b-4bc3-bf38-7771656893d2" providerId="ADAL" clId="{992600FB-E5A2-48A8-ADC9-6968E10B5B48}" dt="2022-11-30T07:53:34.609" v="3598" actId="478"/>
          <ac:cxnSpMkLst>
            <pc:docMk/>
            <pc:sldMk cId="2124907517" sldId="260"/>
            <ac:cxnSpMk id="7" creationId="{1C225904-9D2F-F0C8-8BBE-32DEDB3F8B8F}"/>
          </ac:cxnSpMkLst>
        </pc:cxnChg>
        <pc:cxnChg chg="del">
          <ac:chgData name="Amal R Babu" userId="3a292d0a-112b-4bc3-bf38-7771656893d2" providerId="ADAL" clId="{992600FB-E5A2-48A8-ADC9-6968E10B5B48}" dt="2022-11-28T10:53:23.722" v="1107" actId="478"/>
          <ac:cxnSpMkLst>
            <pc:docMk/>
            <pc:sldMk cId="2124907517" sldId="260"/>
            <ac:cxnSpMk id="42" creationId="{832D93DA-7362-88DB-1178-043B0197C6E0}"/>
          </ac:cxnSpMkLst>
        </pc:cxnChg>
        <pc:cxnChg chg="add mod">
          <ac:chgData name="Amal R Babu" userId="3a292d0a-112b-4bc3-bf38-7771656893d2" providerId="ADAL" clId="{992600FB-E5A2-48A8-ADC9-6968E10B5B48}" dt="2022-11-30T07:53:35.475" v="3599"/>
          <ac:cxnSpMkLst>
            <pc:docMk/>
            <pc:sldMk cId="2124907517" sldId="260"/>
            <ac:cxnSpMk id="48" creationId="{92AA4F4C-9B63-CF90-C495-C44A2CDC1C0D}"/>
          </ac:cxnSpMkLst>
        </pc:cxnChg>
      </pc:sldChg>
      <pc:sldChg chg="addSp delSp modSp add del mod modClrScheme chgLayout">
        <pc:chgData name="Amal R Babu" userId="3a292d0a-112b-4bc3-bf38-7771656893d2" providerId="ADAL" clId="{992600FB-E5A2-48A8-ADC9-6968E10B5B48}" dt="2022-11-28T11:20:49.460" v="1508" actId="47"/>
        <pc:sldMkLst>
          <pc:docMk/>
          <pc:sldMk cId="766209077" sldId="261"/>
        </pc:sldMkLst>
        <pc:spChg chg="add del mod">
          <ac:chgData name="Amal R Babu" userId="3a292d0a-112b-4bc3-bf38-7771656893d2" providerId="ADAL" clId="{992600FB-E5A2-48A8-ADC9-6968E10B5B48}" dt="2022-11-28T11:14:19.364" v="1467" actId="700"/>
          <ac:spMkLst>
            <pc:docMk/>
            <pc:sldMk cId="766209077" sldId="261"/>
            <ac:spMk id="10" creationId="{17E2AC5A-A843-D372-65D3-B0C8CC8A0B54}"/>
          </ac:spMkLst>
        </pc:spChg>
        <pc:spChg chg="add del mod">
          <ac:chgData name="Amal R Babu" userId="3a292d0a-112b-4bc3-bf38-7771656893d2" providerId="ADAL" clId="{992600FB-E5A2-48A8-ADC9-6968E10B5B48}" dt="2022-11-28T11:14:19.364" v="1467" actId="700"/>
          <ac:spMkLst>
            <pc:docMk/>
            <pc:sldMk cId="766209077" sldId="261"/>
            <ac:spMk id="12" creationId="{79352451-2188-D265-3EC9-BA0122DD4238}"/>
          </ac:spMkLst>
        </pc:spChg>
        <pc:spChg chg="add del mod">
          <ac:chgData name="Amal R Babu" userId="3a292d0a-112b-4bc3-bf38-7771656893d2" providerId="ADAL" clId="{992600FB-E5A2-48A8-ADC9-6968E10B5B48}" dt="2022-11-28T11:14:19.364" v="1467" actId="700"/>
          <ac:spMkLst>
            <pc:docMk/>
            <pc:sldMk cId="766209077" sldId="261"/>
            <ac:spMk id="15" creationId="{E3C200CA-922B-524E-82D7-5706BAA2F538}"/>
          </ac:spMkLst>
        </pc:spChg>
        <pc:spChg chg="mod">
          <ac:chgData name="Amal R Babu" userId="3a292d0a-112b-4bc3-bf38-7771656893d2" providerId="ADAL" clId="{992600FB-E5A2-48A8-ADC9-6968E10B5B48}" dt="2022-11-28T11:14:26.999" v="1468" actId="207"/>
          <ac:spMkLst>
            <pc:docMk/>
            <pc:sldMk cId="766209077" sldId="261"/>
            <ac:spMk id="22" creationId="{B8560F59-A67B-8514-2A4E-47A28A1A48B1}"/>
          </ac:spMkLst>
        </pc:spChg>
        <pc:spChg chg="del">
          <ac:chgData name="Amal R Babu" userId="3a292d0a-112b-4bc3-bf38-7771656893d2" providerId="ADAL" clId="{992600FB-E5A2-48A8-ADC9-6968E10B5B48}" dt="2022-11-28T11:14:16.631" v="1466" actId="478"/>
          <ac:spMkLst>
            <pc:docMk/>
            <pc:sldMk cId="766209077" sldId="261"/>
            <ac:spMk id="23" creationId="{44AF4737-265B-A328-3F66-0E2783658E82}"/>
          </ac:spMkLst>
        </pc:spChg>
        <pc:spChg chg="del">
          <ac:chgData name="Amal R Babu" userId="3a292d0a-112b-4bc3-bf38-7771656893d2" providerId="ADAL" clId="{992600FB-E5A2-48A8-ADC9-6968E10B5B48}" dt="2022-11-28T11:14:16.631" v="1466" actId="478"/>
          <ac:spMkLst>
            <pc:docMk/>
            <pc:sldMk cId="766209077" sldId="261"/>
            <ac:spMk id="24" creationId="{F12158AF-6318-3219-D94C-78935A2C0820}"/>
          </ac:spMkLst>
        </pc:spChg>
        <pc:spChg chg="del">
          <ac:chgData name="Amal R Babu" userId="3a292d0a-112b-4bc3-bf38-7771656893d2" providerId="ADAL" clId="{992600FB-E5A2-48A8-ADC9-6968E10B5B48}" dt="2022-11-28T11:14:16.631" v="1466" actId="478"/>
          <ac:spMkLst>
            <pc:docMk/>
            <pc:sldMk cId="766209077" sldId="261"/>
            <ac:spMk id="25" creationId="{463FB830-207A-F9DF-711A-DFFC3BEF6B19}"/>
          </ac:spMkLst>
        </pc:spChg>
        <pc:spChg chg="add del mod">
          <ac:chgData name="Amal R Babu" userId="3a292d0a-112b-4bc3-bf38-7771656893d2" providerId="ADAL" clId="{992600FB-E5A2-48A8-ADC9-6968E10B5B48}" dt="2022-11-28T11:14:19.364" v="1467" actId="700"/>
          <ac:spMkLst>
            <pc:docMk/>
            <pc:sldMk cId="766209077" sldId="261"/>
            <ac:spMk id="26" creationId="{7F0FB151-1EDF-2722-A640-FFCD83C9F8DB}"/>
          </ac:spMkLst>
        </pc:spChg>
        <pc:spChg chg="mod">
          <ac:chgData name="Amal R Babu" userId="3a292d0a-112b-4bc3-bf38-7771656893d2" providerId="ADAL" clId="{992600FB-E5A2-48A8-ADC9-6968E10B5B48}" dt="2022-11-28T11:14:30.557" v="1469" actId="207"/>
          <ac:spMkLst>
            <pc:docMk/>
            <pc:sldMk cId="766209077" sldId="261"/>
            <ac:spMk id="27" creationId="{0B437083-C79F-3320-0862-0AE0534D9648}"/>
          </ac:spMkLst>
        </pc:spChg>
        <pc:spChg chg="mod">
          <ac:chgData name="Amal R Babu" userId="3a292d0a-112b-4bc3-bf38-7771656893d2" providerId="ADAL" clId="{992600FB-E5A2-48A8-ADC9-6968E10B5B48}" dt="2022-11-28T11:14:30.557" v="1469" actId="207"/>
          <ac:spMkLst>
            <pc:docMk/>
            <pc:sldMk cId="766209077" sldId="261"/>
            <ac:spMk id="28" creationId="{3A74A947-106C-8861-FA4A-4F68E2601555}"/>
          </ac:spMkLst>
        </pc:spChg>
        <pc:spChg chg="mod">
          <ac:chgData name="Amal R Babu" userId="3a292d0a-112b-4bc3-bf38-7771656893d2" providerId="ADAL" clId="{992600FB-E5A2-48A8-ADC9-6968E10B5B48}" dt="2022-11-28T11:14:30.557" v="1469" actId="207"/>
          <ac:spMkLst>
            <pc:docMk/>
            <pc:sldMk cId="766209077" sldId="261"/>
            <ac:spMk id="29" creationId="{D2697409-DA9B-84CF-C5C5-4FA11D3D158F}"/>
          </ac:spMkLst>
        </pc:spChg>
        <pc:spChg chg="mod">
          <ac:chgData name="Amal R Babu" userId="3a292d0a-112b-4bc3-bf38-7771656893d2" providerId="ADAL" clId="{992600FB-E5A2-48A8-ADC9-6968E10B5B48}" dt="2022-11-28T11:20:19.612" v="1480" actId="20577"/>
          <ac:spMkLst>
            <pc:docMk/>
            <pc:sldMk cId="766209077" sldId="261"/>
            <ac:spMk id="35" creationId="{D7FACB4C-BCA4-434A-8FA8-F4D0A8D4C109}"/>
          </ac:spMkLst>
        </pc:spChg>
        <pc:spChg chg="del">
          <ac:chgData name="Amal R Babu" userId="3a292d0a-112b-4bc3-bf38-7771656893d2" providerId="ADAL" clId="{992600FB-E5A2-48A8-ADC9-6968E10B5B48}" dt="2022-11-28T11:14:16.631" v="1466" actId="478"/>
          <ac:spMkLst>
            <pc:docMk/>
            <pc:sldMk cId="766209077" sldId="261"/>
            <ac:spMk id="38" creationId="{2C698C38-9263-C833-2790-1B56D04A60D9}"/>
          </ac:spMkLst>
        </pc:spChg>
        <pc:spChg chg="mod">
          <ac:chgData name="Amal R Babu" userId="3a292d0a-112b-4bc3-bf38-7771656893d2" providerId="ADAL" clId="{992600FB-E5A2-48A8-ADC9-6968E10B5B48}" dt="2022-11-28T11:14:46.172" v="1473" actId="207"/>
          <ac:spMkLst>
            <pc:docMk/>
            <pc:sldMk cId="766209077" sldId="261"/>
            <ac:spMk id="41" creationId="{04DE6D2B-6CE6-28FD-8F23-17896ED36EF7}"/>
          </ac:spMkLst>
        </pc:spChg>
        <pc:spChg chg="mod">
          <ac:chgData name="Amal R Babu" userId="3a292d0a-112b-4bc3-bf38-7771656893d2" providerId="ADAL" clId="{992600FB-E5A2-48A8-ADC9-6968E10B5B48}" dt="2022-11-28T11:20:39.798" v="1504" actId="20577"/>
          <ac:spMkLst>
            <pc:docMk/>
            <pc:sldMk cId="766209077" sldId="261"/>
            <ac:spMk id="92" creationId="{232C2ADA-8B7B-4990-FB78-B27C9A79E87E}"/>
          </ac:spMkLst>
        </pc:spChg>
        <pc:spChg chg="del">
          <ac:chgData name="Amal R Babu" userId="3a292d0a-112b-4bc3-bf38-7771656893d2" providerId="ADAL" clId="{992600FB-E5A2-48A8-ADC9-6968E10B5B48}" dt="2022-11-28T11:14:16.631" v="1466" actId="478"/>
          <ac:spMkLst>
            <pc:docMk/>
            <pc:sldMk cId="766209077" sldId="261"/>
            <ac:spMk id="106" creationId="{037904D4-79E1-6049-546D-A8BBF89913C3}"/>
          </ac:spMkLst>
        </pc:spChg>
        <pc:spChg chg="del">
          <ac:chgData name="Amal R Babu" userId="3a292d0a-112b-4bc3-bf38-7771656893d2" providerId="ADAL" clId="{992600FB-E5A2-48A8-ADC9-6968E10B5B48}" dt="2022-11-28T11:14:16.631" v="1466" actId="478"/>
          <ac:spMkLst>
            <pc:docMk/>
            <pc:sldMk cId="766209077" sldId="261"/>
            <ac:spMk id="108" creationId="{B6217125-7520-BCA5-9D64-5E4DE1EB5BEC}"/>
          </ac:spMkLst>
        </pc:spChg>
        <pc:spChg chg="del">
          <ac:chgData name="Amal R Babu" userId="3a292d0a-112b-4bc3-bf38-7771656893d2" providerId="ADAL" clId="{992600FB-E5A2-48A8-ADC9-6968E10B5B48}" dt="2022-11-28T11:14:16.631" v="1466" actId="478"/>
          <ac:spMkLst>
            <pc:docMk/>
            <pc:sldMk cId="766209077" sldId="261"/>
            <ac:spMk id="110" creationId="{E8D14ACA-4A8B-CC2F-8B69-E77BE4C4C77C}"/>
          </ac:spMkLst>
        </pc:spChg>
        <pc:spChg chg="del">
          <ac:chgData name="Amal R Babu" userId="3a292d0a-112b-4bc3-bf38-7771656893d2" providerId="ADAL" clId="{992600FB-E5A2-48A8-ADC9-6968E10B5B48}" dt="2022-11-28T11:14:16.631" v="1466" actId="478"/>
          <ac:spMkLst>
            <pc:docMk/>
            <pc:sldMk cId="766209077" sldId="261"/>
            <ac:spMk id="111" creationId="{70847954-1D86-8E34-0C5F-F52295DFC94A}"/>
          </ac:spMkLst>
        </pc:spChg>
        <pc:spChg chg="del">
          <ac:chgData name="Amal R Babu" userId="3a292d0a-112b-4bc3-bf38-7771656893d2" providerId="ADAL" clId="{992600FB-E5A2-48A8-ADC9-6968E10B5B48}" dt="2022-11-28T11:14:16.631" v="1466" actId="478"/>
          <ac:spMkLst>
            <pc:docMk/>
            <pc:sldMk cId="766209077" sldId="261"/>
            <ac:spMk id="113" creationId="{A7F600A5-7D5A-A214-0742-9DAA77F157D4}"/>
          </ac:spMkLst>
        </pc:spChg>
        <pc:spChg chg="del">
          <ac:chgData name="Amal R Babu" userId="3a292d0a-112b-4bc3-bf38-7771656893d2" providerId="ADAL" clId="{992600FB-E5A2-48A8-ADC9-6968E10B5B48}" dt="2022-11-28T11:14:16.631" v="1466" actId="478"/>
          <ac:spMkLst>
            <pc:docMk/>
            <pc:sldMk cId="766209077" sldId="261"/>
            <ac:spMk id="115" creationId="{A27FDE62-9799-EB5A-814E-FA23C3CC50A6}"/>
          </ac:spMkLst>
        </pc:spChg>
        <pc:spChg chg="del">
          <ac:chgData name="Amal R Babu" userId="3a292d0a-112b-4bc3-bf38-7771656893d2" providerId="ADAL" clId="{992600FB-E5A2-48A8-ADC9-6968E10B5B48}" dt="2022-11-28T11:14:16.631" v="1466" actId="478"/>
          <ac:spMkLst>
            <pc:docMk/>
            <pc:sldMk cId="766209077" sldId="261"/>
            <ac:spMk id="116" creationId="{CDAFE034-1DDF-0B78-4CF8-BF4AC861806D}"/>
          </ac:spMkLst>
        </pc:spChg>
        <pc:spChg chg="del">
          <ac:chgData name="Amal R Babu" userId="3a292d0a-112b-4bc3-bf38-7771656893d2" providerId="ADAL" clId="{992600FB-E5A2-48A8-ADC9-6968E10B5B48}" dt="2022-11-28T11:14:16.631" v="1466" actId="478"/>
          <ac:spMkLst>
            <pc:docMk/>
            <pc:sldMk cId="766209077" sldId="261"/>
            <ac:spMk id="117" creationId="{D871040F-67CE-EB91-C424-A658A003FCAF}"/>
          </ac:spMkLst>
        </pc:spChg>
        <pc:spChg chg="del">
          <ac:chgData name="Amal R Babu" userId="3a292d0a-112b-4bc3-bf38-7771656893d2" providerId="ADAL" clId="{992600FB-E5A2-48A8-ADC9-6968E10B5B48}" dt="2022-11-28T11:14:16.631" v="1466" actId="478"/>
          <ac:spMkLst>
            <pc:docMk/>
            <pc:sldMk cId="766209077" sldId="261"/>
            <ac:spMk id="119" creationId="{424534C7-782C-3874-2BB3-1B9469066184}"/>
          </ac:spMkLst>
        </pc:spChg>
        <pc:spChg chg="del">
          <ac:chgData name="Amal R Babu" userId="3a292d0a-112b-4bc3-bf38-7771656893d2" providerId="ADAL" clId="{992600FB-E5A2-48A8-ADC9-6968E10B5B48}" dt="2022-11-28T11:14:16.631" v="1466" actId="478"/>
          <ac:spMkLst>
            <pc:docMk/>
            <pc:sldMk cId="766209077" sldId="261"/>
            <ac:spMk id="121" creationId="{19F46ABE-616C-D9F7-AE04-12D9CD5300BD}"/>
          </ac:spMkLst>
        </pc:spChg>
        <pc:spChg chg="del">
          <ac:chgData name="Amal R Babu" userId="3a292d0a-112b-4bc3-bf38-7771656893d2" providerId="ADAL" clId="{992600FB-E5A2-48A8-ADC9-6968E10B5B48}" dt="2022-11-28T11:14:16.631" v="1466" actId="478"/>
          <ac:spMkLst>
            <pc:docMk/>
            <pc:sldMk cId="766209077" sldId="261"/>
            <ac:spMk id="122" creationId="{6D8DF8F6-B8E2-B147-77D0-91F2AEF0E849}"/>
          </ac:spMkLst>
        </pc:spChg>
        <pc:spChg chg="del">
          <ac:chgData name="Amal R Babu" userId="3a292d0a-112b-4bc3-bf38-7771656893d2" providerId="ADAL" clId="{992600FB-E5A2-48A8-ADC9-6968E10B5B48}" dt="2022-11-28T11:14:16.631" v="1466" actId="478"/>
          <ac:spMkLst>
            <pc:docMk/>
            <pc:sldMk cId="766209077" sldId="261"/>
            <ac:spMk id="123" creationId="{47854B95-65DE-90B4-D0E4-300A8804A8F6}"/>
          </ac:spMkLst>
        </pc:spChg>
        <pc:grpChg chg="mod">
          <ac:chgData name="Amal R Babu" userId="3a292d0a-112b-4bc3-bf38-7771656893d2" providerId="ADAL" clId="{992600FB-E5A2-48A8-ADC9-6968E10B5B48}" dt="2022-11-28T11:14:30.557" v="1469" actId="207"/>
          <ac:grpSpMkLst>
            <pc:docMk/>
            <pc:sldMk cId="766209077" sldId="261"/>
            <ac:grpSpMk id="30" creationId="{9ECCC638-745A-4CD5-37F4-34E729654B57}"/>
          </ac:grpSpMkLst>
        </pc:grpChg>
        <pc:grpChg chg="mod">
          <ac:chgData name="Amal R Babu" userId="3a292d0a-112b-4bc3-bf38-7771656893d2" providerId="ADAL" clId="{992600FB-E5A2-48A8-ADC9-6968E10B5B48}" dt="2022-11-28T11:14:39.757" v="1472" actId="207"/>
          <ac:grpSpMkLst>
            <pc:docMk/>
            <pc:sldMk cId="766209077" sldId="261"/>
            <ac:grpSpMk id="47" creationId="{5C6579D9-4E04-AE17-CF35-68ADBC5766B2}"/>
          </ac:grpSpMkLst>
        </pc:grpChg>
        <pc:picChg chg="mod">
          <ac:chgData name="Amal R Babu" userId="3a292d0a-112b-4bc3-bf38-7771656893d2" providerId="ADAL" clId="{992600FB-E5A2-48A8-ADC9-6968E10B5B48}" dt="2022-11-28T11:14:39.757" v="1472" actId="207"/>
          <ac:picMkLst>
            <pc:docMk/>
            <pc:sldMk cId="766209077" sldId="261"/>
            <ac:picMk id="44" creationId="{5B31FC8E-FC26-E411-4E49-286671264F79}"/>
          </ac:picMkLst>
        </pc:picChg>
        <pc:picChg chg="del">
          <ac:chgData name="Amal R Babu" userId="3a292d0a-112b-4bc3-bf38-7771656893d2" providerId="ADAL" clId="{992600FB-E5A2-48A8-ADC9-6968E10B5B48}" dt="2022-11-28T11:14:16.631" v="1466" actId="478"/>
          <ac:picMkLst>
            <pc:docMk/>
            <pc:sldMk cId="766209077" sldId="261"/>
            <ac:picMk id="129" creationId="{620E740B-981C-EA48-B440-8BD78B5F6DBD}"/>
          </ac:picMkLst>
        </pc:picChg>
        <pc:picChg chg="del">
          <ac:chgData name="Amal R Babu" userId="3a292d0a-112b-4bc3-bf38-7771656893d2" providerId="ADAL" clId="{992600FB-E5A2-48A8-ADC9-6968E10B5B48}" dt="2022-11-28T11:14:16.631" v="1466" actId="478"/>
          <ac:picMkLst>
            <pc:docMk/>
            <pc:sldMk cId="766209077" sldId="261"/>
            <ac:picMk id="131" creationId="{B69AF3C8-289A-E969-969C-1D44BF52141B}"/>
          </ac:picMkLst>
        </pc:picChg>
        <pc:picChg chg="del">
          <ac:chgData name="Amal R Babu" userId="3a292d0a-112b-4bc3-bf38-7771656893d2" providerId="ADAL" clId="{992600FB-E5A2-48A8-ADC9-6968E10B5B48}" dt="2022-11-28T11:14:16.631" v="1466" actId="478"/>
          <ac:picMkLst>
            <pc:docMk/>
            <pc:sldMk cId="766209077" sldId="261"/>
            <ac:picMk id="133" creationId="{C7C8D3D3-205C-5534-E5B1-B4274EF5DB3C}"/>
          </ac:picMkLst>
        </pc:picChg>
        <pc:picChg chg="del">
          <ac:chgData name="Amal R Babu" userId="3a292d0a-112b-4bc3-bf38-7771656893d2" providerId="ADAL" clId="{992600FB-E5A2-48A8-ADC9-6968E10B5B48}" dt="2022-11-28T11:14:16.631" v="1466" actId="478"/>
          <ac:picMkLst>
            <pc:docMk/>
            <pc:sldMk cId="766209077" sldId="261"/>
            <ac:picMk id="135" creationId="{49D8565B-C397-D9DC-E7EB-16966D7FA288}"/>
          </ac:picMkLst>
        </pc:picChg>
      </pc:sldChg>
      <pc:sldChg chg="addSp delSp modSp add mod ord setBg modClrScheme chgLayout">
        <pc:chgData name="Amal R Babu" userId="3a292d0a-112b-4bc3-bf38-7771656893d2" providerId="ADAL" clId="{992600FB-E5A2-48A8-ADC9-6968E10B5B48}" dt="2022-12-07T05:41:56.996" v="3715"/>
        <pc:sldMkLst>
          <pc:docMk/>
          <pc:sldMk cId="456502387" sldId="262"/>
        </pc:sldMkLst>
        <pc:spChg chg="mod">
          <ac:chgData name="Amal R Babu" userId="3a292d0a-112b-4bc3-bf38-7771656893d2" providerId="ADAL" clId="{992600FB-E5A2-48A8-ADC9-6968E10B5B48}" dt="2022-11-28T11:31:49.623" v="1595" actId="34135"/>
          <ac:spMkLst>
            <pc:docMk/>
            <pc:sldMk cId="456502387" sldId="262"/>
            <ac:spMk id="2" creationId="{B89F2868-1113-D157-CFA3-323D793A70F6}"/>
          </ac:spMkLst>
        </pc:spChg>
        <pc:spChg chg="mod">
          <ac:chgData name="Amal R Babu" userId="3a292d0a-112b-4bc3-bf38-7771656893d2" providerId="ADAL" clId="{992600FB-E5A2-48A8-ADC9-6968E10B5B48}" dt="2022-11-30T07:54:15.628" v="3607" actId="34135"/>
          <ac:spMkLst>
            <pc:docMk/>
            <pc:sldMk cId="456502387" sldId="262"/>
            <ac:spMk id="3" creationId="{1025ACCD-BEFE-4057-D0DA-23300AB28132}"/>
          </ac:spMkLst>
        </pc:spChg>
        <pc:spChg chg="add mod">
          <ac:chgData name="Amal R Babu" userId="3a292d0a-112b-4bc3-bf38-7771656893d2" providerId="ADAL" clId="{992600FB-E5A2-48A8-ADC9-6968E10B5B48}" dt="2022-12-07T05:34:19.578" v="3698"/>
          <ac:spMkLst>
            <pc:docMk/>
            <pc:sldMk cId="456502387" sldId="262"/>
            <ac:spMk id="7" creationId="{FC55C4C5-4DA5-1241-A63C-48814BDA0FFC}"/>
          </ac:spMkLst>
        </pc:spChg>
        <pc:spChg chg="del">
          <ac:chgData name="Amal R Babu" userId="3a292d0a-112b-4bc3-bf38-7771656893d2" providerId="ADAL" clId="{992600FB-E5A2-48A8-ADC9-6968E10B5B48}" dt="2022-11-30T07:54:19.126" v="3608" actId="478"/>
          <ac:spMkLst>
            <pc:docMk/>
            <pc:sldMk cId="456502387" sldId="262"/>
            <ac:spMk id="9" creationId="{67D53DBD-07C2-B89B-2A5E-6EA3F0CE967B}"/>
          </ac:spMkLst>
        </pc:spChg>
        <pc:spChg chg="add del mod">
          <ac:chgData name="Amal R Babu" userId="3a292d0a-112b-4bc3-bf38-7771656893d2" providerId="ADAL" clId="{992600FB-E5A2-48A8-ADC9-6968E10B5B48}" dt="2022-12-07T05:34:35.617" v="3700" actId="931"/>
          <ac:spMkLst>
            <pc:docMk/>
            <pc:sldMk cId="456502387" sldId="262"/>
            <ac:spMk id="9" creationId="{7BE8FEC5-FF6B-67B1-FDDF-15BAA7E07C3A}"/>
          </ac:spMkLst>
        </pc:spChg>
        <pc:spChg chg="add mod">
          <ac:chgData name="Amal R Babu" userId="3a292d0a-112b-4bc3-bf38-7771656893d2" providerId="ADAL" clId="{992600FB-E5A2-48A8-ADC9-6968E10B5B48}" dt="2022-11-30T07:54:24.799" v="3610" actId="207"/>
          <ac:spMkLst>
            <pc:docMk/>
            <pc:sldMk cId="456502387" sldId="262"/>
            <ac:spMk id="10" creationId="{AD85C27C-0BB1-FA36-75E2-5FF1278F2A96}"/>
          </ac:spMkLst>
        </pc:spChg>
        <pc:spChg chg="add del mod ord">
          <ac:chgData name="Amal R Babu" userId="3a292d0a-112b-4bc3-bf38-7771656893d2" providerId="ADAL" clId="{992600FB-E5A2-48A8-ADC9-6968E10B5B48}" dt="2022-11-28T11:30:04.390" v="1569" actId="931"/>
          <ac:spMkLst>
            <pc:docMk/>
            <pc:sldMk cId="456502387" sldId="262"/>
            <ac:spMk id="10" creationId="{EAFFC165-537B-C3A9-13B3-1E15BAD223FC}"/>
          </ac:spMkLst>
        </pc:spChg>
        <pc:spChg chg="add mod">
          <ac:chgData name="Amal R Babu" userId="3a292d0a-112b-4bc3-bf38-7771656893d2" providerId="ADAL" clId="{992600FB-E5A2-48A8-ADC9-6968E10B5B48}" dt="2022-11-30T07:54:29.181" v="3611" actId="207"/>
          <ac:spMkLst>
            <pc:docMk/>
            <pc:sldMk cId="456502387" sldId="262"/>
            <ac:spMk id="11" creationId="{577DA273-EB3D-6852-CCDB-BFFF15E34C52}"/>
          </ac:spMkLst>
        </pc:spChg>
        <pc:spChg chg="del">
          <ac:chgData name="Amal R Babu" userId="3a292d0a-112b-4bc3-bf38-7771656893d2" providerId="ADAL" clId="{992600FB-E5A2-48A8-ADC9-6968E10B5B48}" dt="2022-12-07T05:34:18.335" v="3697" actId="478"/>
          <ac:spMkLst>
            <pc:docMk/>
            <pc:sldMk cId="456502387" sldId="262"/>
            <ac:spMk id="12" creationId="{9D6330B9-BA8C-ED93-BFAB-18042E986F94}"/>
          </ac:spMkLst>
        </pc:spChg>
        <pc:spChg chg="del">
          <ac:chgData name="Amal R Babu" userId="3a292d0a-112b-4bc3-bf38-7771656893d2" providerId="ADAL" clId="{992600FB-E5A2-48A8-ADC9-6968E10B5B48}" dt="2022-11-30T07:54:19.126" v="3608" actId="478"/>
          <ac:spMkLst>
            <pc:docMk/>
            <pc:sldMk cId="456502387" sldId="262"/>
            <ac:spMk id="13" creationId="{4F3E08FA-4C08-7258-FA22-03C53F09604C}"/>
          </ac:spMkLst>
        </pc:spChg>
        <pc:spChg chg="mod">
          <ac:chgData name="Amal R Babu" userId="3a292d0a-112b-4bc3-bf38-7771656893d2" providerId="ADAL" clId="{992600FB-E5A2-48A8-ADC9-6968E10B5B48}" dt="2022-11-28T11:22:22.767" v="1533" actId="20577"/>
          <ac:spMkLst>
            <pc:docMk/>
            <pc:sldMk cId="456502387" sldId="262"/>
            <ac:spMk id="14" creationId="{C0BABBA1-52B1-52B0-7FCF-B752C026021A}"/>
          </ac:spMkLst>
        </pc:spChg>
        <pc:spChg chg="add mod">
          <ac:chgData name="Amal R Babu" userId="3a292d0a-112b-4bc3-bf38-7771656893d2" providerId="ADAL" clId="{992600FB-E5A2-48A8-ADC9-6968E10B5B48}" dt="2022-11-30T07:54:19.687" v="3609"/>
          <ac:spMkLst>
            <pc:docMk/>
            <pc:sldMk cId="456502387" sldId="262"/>
            <ac:spMk id="15" creationId="{6DAE504F-7F40-E511-78E6-EAF4217926DC}"/>
          </ac:spMkLst>
        </pc:spChg>
        <pc:spChg chg="del">
          <ac:chgData name="Amal R Babu" userId="3a292d0a-112b-4bc3-bf38-7771656893d2" providerId="ADAL" clId="{992600FB-E5A2-48A8-ADC9-6968E10B5B48}" dt="2022-11-28T11:28:51.811" v="1535" actId="478"/>
          <ac:spMkLst>
            <pc:docMk/>
            <pc:sldMk cId="456502387" sldId="262"/>
            <ac:spMk id="15" creationId="{F2C65DD7-055A-8C16-568E-2CA02A423D72}"/>
          </ac:spMkLst>
        </pc:spChg>
        <pc:spChg chg="del">
          <ac:chgData name="Amal R Babu" userId="3a292d0a-112b-4bc3-bf38-7771656893d2" providerId="ADAL" clId="{992600FB-E5A2-48A8-ADC9-6968E10B5B48}" dt="2022-11-30T07:54:19.126" v="3608" actId="478"/>
          <ac:spMkLst>
            <pc:docMk/>
            <pc:sldMk cId="456502387" sldId="262"/>
            <ac:spMk id="16" creationId="{2913EB48-94F5-98C7-C275-915A1AD4D3EA}"/>
          </ac:spMkLst>
        </pc:spChg>
        <pc:spChg chg="del mod">
          <ac:chgData name="Amal R Babu" userId="3a292d0a-112b-4bc3-bf38-7771656893d2" providerId="ADAL" clId="{992600FB-E5A2-48A8-ADC9-6968E10B5B48}" dt="2022-11-30T07:54:19.126" v="3608" actId="478"/>
          <ac:spMkLst>
            <pc:docMk/>
            <pc:sldMk cId="456502387" sldId="262"/>
            <ac:spMk id="17" creationId="{29D393BC-86FC-4CA8-8830-E874EA43EE28}"/>
          </ac:spMkLst>
        </pc:spChg>
        <pc:spChg chg="mod">
          <ac:chgData name="Amal R Babu" userId="3a292d0a-112b-4bc3-bf38-7771656893d2" providerId="ADAL" clId="{992600FB-E5A2-48A8-ADC9-6968E10B5B48}" dt="2022-12-07T05:41:56.996" v="3715"/>
          <ac:spMkLst>
            <pc:docMk/>
            <pc:sldMk cId="456502387" sldId="262"/>
            <ac:spMk id="19" creationId="{3553421D-D83C-95AC-FB60-CB2CE0567731}"/>
          </ac:spMkLst>
        </pc:spChg>
        <pc:spChg chg="del">
          <ac:chgData name="Amal R Babu" userId="3a292d0a-112b-4bc3-bf38-7771656893d2" providerId="ADAL" clId="{992600FB-E5A2-48A8-ADC9-6968E10B5B48}" dt="2022-11-30T07:54:19.126" v="3608" actId="478"/>
          <ac:spMkLst>
            <pc:docMk/>
            <pc:sldMk cId="456502387" sldId="262"/>
            <ac:spMk id="19" creationId="{B5F22004-B568-5F9F-D315-B9048F8F933E}"/>
          </ac:spMkLst>
        </pc:spChg>
        <pc:spChg chg="mod">
          <ac:chgData name="Amal R Babu" userId="3a292d0a-112b-4bc3-bf38-7771656893d2" providerId="ADAL" clId="{992600FB-E5A2-48A8-ADC9-6968E10B5B48}" dt="2022-12-07T05:41:56.996" v="3715"/>
          <ac:spMkLst>
            <pc:docMk/>
            <pc:sldMk cId="456502387" sldId="262"/>
            <ac:spMk id="20" creationId="{1E01816D-31C2-6E7B-BF71-7F845380A037}"/>
          </ac:spMkLst>
        </pc:spChg>
        <pc:spChg chg="del">
          <ac:chgData name="Amal R Babu" userId="3a292d0a-112b-4bc3-bf38-7771656893d2" providerId="ADAL" clId="{992600FB-E5A2-48A8-ADC9-6968E10B5B48}" dt="2022-11-30T07:54:19.126" v="3608" actId="478"/>
          <ac:spMkLst>
            <pc:docMk/>
            <pc:sldMk cId="456502387" sldId="262"/>
            <ac:spMk id="20" creationId="{DBD7492E-2CD4-61A0-9EEE-CEE4E61AED9D}"/>
          </ac:spMkLst>
        </pc:spChg>
        <pc:spChg chg="del mod">
          <ac:chgData name="Amal R Babu" userId="3a292d0a-112b-4bc3-bf38-7771656893d2" providerId="ADAL" clId="{992600FB-E5A2-48A8-ADC9-6968E10B5B48}" dt="2022-11-30T07:54:19.126" v="3608" actId="478"/>
          <ac:spMkLst>
            <pc:docMk/>
            <pc:sldMk cId="456502387" sldId="262"/>
            <ac:spMk id="21" creationId="{88AF1956-F7FB-2ADE-A3E7-1F7329C9752A}"/>
          </ac:spMkLst>
        </pc:spChg>
        <pc:spChg chg="mod">
          <ac:chgData name="Amal R Babu" userId="3a292d0a-112b-4bc3-bf38-7771656893d2" providerId="ADAL" clId="{992600FB-E5A2-48A8-ADC9-6968E10B5B48}" dt="2022-12-07T05:41:56.996" v="3715"/>
          <ac:spMkLst>
            <pc:docMk/>
            <pc:sldMk cId="456502387" sldId="262"/>
            <ac:spMk id="22" creationId="{4347A6F9-BFB2-18E3-E85B-8558D2D2FD7E}"/>
          </ac:spMkLst>
        </pc:spChg>
        <pc:spChg chg="del">
          <ac:chgData name="Amal R Babu" userId="3a292d0a-112b-4bc3-bf38-7771656893d2" providerId="ADAL" clId="{992600FB-E5A2-48A8-ADC9-6968E10B5B48}" dt="2022-11-30T07:54:19.126" v="3608" actId="478"/>
          <ac:spMkLst>
            <pc:docMk/>
            <pc:sldMk cId="456502387" sldId="262"/>
            <ac:spMk id="22" creationId="{B8560F59-A67B-8514-2A4E-47A28A1A48B1}"/>
          </ac:spMkLst>
        </pc:spChg>
        <pc:spChg chg="add mod">
          <ac:chgData name="Amal R Babu" userId="3a292d0a-112b-4bc3-bf38-7771656893d2" providerId="ADAL" clId="{992600FB-E5A2-48A8-ADC9-6968E10B5B48}" dt="2022-11-28T11:31:25.871" v="1592" actId="164"/>
          <ac:spMkLst>
            <pc:docMk/>
            <pc:sldMk cId="456502387" sldId="262"/>
            <ac:spMk id="23" creationId="{ED4C6F35-09E0-82B0-59B6-D0FC0E36DB98}"/>
          </ac:spMkLst>
        </pc:spChg>
        <pc:spChg chg="add mod">
          <ac:chgData name="Amal R Babu" userId="3a292d0a-112b-4bc3-bf38-7771656893d2" providerId="ADAL" clId="{992600FB-E5A2-48A8-ADC9-6968E10B5B48}" dt="2022-11-28T11:31:29.955" v="1593" actId="1076"/>
          <ac:spMkLst>
            <pc:docMk/>
            <pc:sldMk cId="456502387" sldId="262"/>
            <ac:spMk id="24" creationId="{FEC7240B-2388-F0F4-135A-0781FC6F1449}"/>
          </ac:spMkLst>
        </pc:spChg>
        <pc:spChg chg="add mod">
          <ac:chgData name="Amal R Babu" userId="3a292d0a-112b-4bc3-bf38-7771656893d2" providerId="ADAL" clId="{992600FB-E5A2-48A8-ADC9-6968E10B5B48}" dt="2022-11-30T07:54:19.687" v="3609"/>
          <ac:spMkLst>
            <pc:docMk/>
            <pc:sldMk cId="456502387" sldId="262"/>
            <ac:spMk id="26" creationId="{92D7922C-1EEA-E866-BE3C-D7CC5409CC07}"/>
          </ac:spMkLst>
        </pc:spChg>
        <pc:spChg chg="del">
          <ac:chgData name="Amal R Babu" userId="3a292d0a-112b-4bc3-bf38-7771656893d2" providerId="ADAL" clId="{992600FB-E5A2-48A8-ADC9-6968E10B5B48}" dt="2022-11-28T11:22:33.518" v="1534" actId="478"/>
          <ac:spMkLst>
            <pc:docMk/>
            <pc:sldMk cId="456502387" sldId="262"/>
            <ac:spMk id="26" creationId="{EF4EB0B0-3304-650F-3100-F337800C6835}"/>
          </ac:spMkLst>
        </pc:spChg>
        <pc:spChg chg="mod">
          <ac:chgData name="Amal R Babu" userId="3a292d0a-112b-4bc3-bf38-7771656893d2" providerId="ADAL" clId="{992600FB-E5A2-48A8-ADC9-6968E10B5B48}" dt="2022-12-07T05:41:56.996" v="3715"/>
          <ac:spMkLst>
            <pc:docMk/>
            <pc:sldMk cId="456502387" sldId="262"/>
            <ac:spMk id="27" creationId="{DBE152E4-41AC-39C3-0D38-95FE031D2374}"/>
          </ac:spMkLst>
        </pc:spChg>
        <pc:spChg chg="mod topLvl">
          <ac:chgData name="Amal R Babu" userId="3a292d0a-112b-4bc3-bf38-7771656893d2" providerId="ADAL" clId="{992600FB-E5A2-48A8-ADC9-6968E10B5B48}" dt="2022-11-28T11:45:13.565" v="1737" actId="164"/>
          <ac:spMkLst>
            <pc:docMk/>
            <pc:sldMk cId="456502387" sldId="262"/>
            <ac:spMk id="31" creationId="{61B81A57-B5F8-CBF3-F647-EA407686C375}"/>
          </ac:spMkLst>
        </pc:spChg>
        <pc:spChg chg="mod topLvl">
          <ac:chgData name="Amal R Babu" userId="3a292d0a-112b-4bc3-bf38-7771656893d2" providerId="ADAL" clId="{992600FB-E5A2-48A8-ADC9-6968E10B5B48}" dt="2022-11-28T11:45:13.565" v="1737" actId="164"/>
          <ac:spMkLst>
            <pc:docMk/>
            <pc:sldMk cId="456502387" sldId="262"/>
            <ac:spMk id="32" creationId="{B631EEF1-030B-D12A-CF6E-E6652F6E6B24}"/>
          </ac:spMkLst>
        </pc:spChg>
        <pc:spChg chg="del">
          <ac:chgData name="Amal R Babu" userId="3a292d0a-112b-4bc3-bf38-7771656893d2" providerId="ADAL" clId="{992600FB-E5A2-48A8-ADC9-6968E10B5B48}" dt="2022-11-30T07:54:19.126" v="3608" actId="478"/>
          <ac:spMkLst>
            <pc:docMk/>
            <pc:sldMk cId="456502387" sldId="262"/>
            <ac:spMk id="33" creationId="{06426368-13B9-05ED-7B4E-48B8C7532F65}"/>
          </ac:spMkLst>
        </pc:spChg>
        <pc:spChg chg="del">
          <ac:chgData name="Amal R Babu" userId="3a292d0a-112b-4bc3-bf38-7771656893d2" providerId="ADAL" clId="{992600FB-E5A2-48A8-ADC9-6968E10B5B48}" dt="2022-11-30T07:54:19.126" v="3608" actId="478"/>
          <ac:spMkLst>
            <pc:docMk/>
            <pc:sldMk cId="456502387" sldId="262"/>
            <ac:spMk id="34" creationId="{15C24E6E-5086-DAC3-E400-3CB725E13353}"/>
          </ac:spMkLst>
        </pc:spChg>
        <pc:spChg chg="del mod">
          <ac:chgData name="Amal R Babu" userId="3a292d0a-112b-4bc3-bf38-7771656893d2" providerId="ADAL" clId="{992600FB-E5A2-48A8-ADC9-6968E10B5B48}" dt="2022-11-30T07:54:19.126" v="3608" actId="478"/>
          <ac:spMkLst>
            <pc:docMk/>
            <pc:sldMk cId="456502387" sldId="262"/>
            <ac:spMk id="35" creationId="{D7FACB4C-BCA4-434A-8FA8-F4D0A8D4C109}"/>
          </ac:spMkLst>
        </pc:spChg>
        <pc:spChg chg="mod topLvl">
          <ac:chgData name="Amal R Babu" userId="3a292d0a-112b-4bc3-bf38-7771656893d2" providerId="ADAL" clId="{992600FB-E5A2-48A8-ADC9-6968E10B5B48}" dt="2022-11-28T11:45:13.565" v="1737" actId="164"/>
          <ac:spMkLst>
            <pc:docMk/>
            <pc:sldMk cId="456502387" sldId="262"/>
            <ac:spMk id="36" creationId="{90012A1E-28AA-E521-B656-ED2BA4A3E087}"/>
          </ac:spMkLst>
        </pc:spChg>
        <pc:spChg chg="mod topLvl">
          <ac:chgData name="Amal R Babu" userId="3a292d0a-112b-4bc3-bf38-7771656893d2" providerId="ADAL" clId="{992600FB-E5A2-48A8-ADC9-6968E10B5B48}" dt="2022-11-28T11:45:13.565" v="1737" actId="164"/>
          <ac:spMkLst>
            <pc:docMk/>
            <pc:sldMk cId="456502387" sldId="262"/>
            <ac:spMk id="37" creationId="{E0E7EAC4-16BE-9F14-7F8A-D62D087EB35B}"/>
          </ac:spMkLst>
        </pc:spChg>
        <pc:spChg chg="add mod">
          <ac:chgData name="Amal R Babu" userId="3a292d0a-112b-4bc3-bf38-7771656893d2" providerId="ADAL" clId="{992600FB-E5A2-48A8-ADC9-6968E10B5B48}" dt="2022-11-30T07:54:19.687" v="3609"/>
          <ac:spMkLst>
            <pc:docMk/>
            <pc:sldMk cId="456502387" sldId="262"/>
            <ac:spMk id="38" creationId="{99C78941-90A3-A6F8-D18E-53E1DA7EFF66}"/>
          </ac:spMkLst>
        </pc:spChg>
        <pc:spChg chg="mod">
          <ac:chgData name="Amal R Babu" userId="3a292d0a-112b-4bc3-bf38-7771656893d2" providerId="ADAL" clId="{992600FB-E5A2-48A8-ADC9-6968E10B5B48}" dt="2022-11-28T11:34:38.329" v="1636" actId="408"/>
          <ac:spMkLst>
            <pc:docMk/>
            <pc:sldMk cId="456502387" sldId="262"/>
            <ac:spMk id="40" creationId="{C49DC037-2E1F-5B53-BD34-03E45A272489}"/>
          </ac:spMkLst>
        </pc:spChg>
        <pc:spChg chg="mod">
          <ac:chgData name="Amal R Babu" userId="3a292d0a-112b-4bc3-bf38-7771656893d2" providerId="ADAL" clId="{992600FB-E5A2-48A8-ADC9-6968E10B5B48}" dt="2022-11-28T11:29:10.229" v="1539" actId="207"/>
          <ac:spMkLst>
            <pc:docMk/>
            <pc:sldMk cId="456502387" sldId="262"/>
            <ac:spMk id="41" creationId="{04DE6D2B-6CE6-28FD-8F23-17896ED36EF7}"/>
          </ac:spMkLst>
        </pc:spChg>
        <pc:spChg chg="del">
          <ac:chgData name="Amal R Babu" userId="3a292d0a-112b-4bc3-bf38-7771656893d2" providerId="ADAL" clId="{992600FB-E5A2-48A8-ADC9-6968E10B5B48}" dt="2022-11-30T06:30:59.633" v="3453" actId="478"/>
          <ac:spMkLst>
            <pc:docMk/>
            <pc:sldMk cId="456502387" sldId="262"/>
            <ac:spMk id="43" creationId="{4085F982-777E-59AD-4DB4-B07024AB9EAF}"/>
          </ac:spMkLst>
        </pc:spChg>
        <pc:spChg chg="add del mod">
          <ac:chgData name="Amal R Babu" userId="3a292d0a-112b-4bc3-bf38-7771656893d2" providerId="ADAL" clId="{992600FB-E5A2-48A8-ADC9-6968E10B5B48}" dt="2022-11-28T11:33:57.068" v="1623" actId="478"/>
          <ac:spMkLst>
            <pc:docMk/>
            <pc:sldMk cId="456502387" sldId="262"/>
            <ac:spMk id="45" creationId="{27D5D2C2-EEEC-6B16-7578-EAB352B65516}"/>
          </ac:spMkLst>
        </pc:spChg>
        <pc:spChg chg="mod">
          <ac:chgData name="Amal R Babu" userId="3a292d0a-112b-4bc3-bf38-7771656893d2" providerId="ADAL" clId="{992600FB-E5A2-48A8-ADC9-6968E10B5B48}" dt="2022-11-30T07:54:19.687" v="3609"/>
          <ac:spMkLst>
            <pc:docMk/>
            <pc:sldMk cId="456502387" sldId="262"/>
            <ac:spMk id="45" creationId="{F85640FF-BC03-031A-1734-D281C1987F22}"/>
          </ac:spMkLst>
        </pc:spChg>
        <pc:spChg chg="mod">
          <ac:chgData name="Amal R Babu" userId="3a292d0a-112b-4bc3-bf38-7771656893d2" providerId="ADAL" clId="{992600FB-E5A2-48A8-ADC9-6968E10B5B48}" dt="2022-11-30T07:54:19.687" v="3609"/>
          <ac:spMkLst>
            <pc:docMk/>
            <pc:sldMk cId="456502387" sldId="262"/>
            <ac:spMk id="46" creationId="{A360F351-359D-0F27-4EF0-E585872CE674}"/>
          </ac:spMkLst>
        </pc:spChg>
        <pc:spChg chg="mod">
          <ac:chgData name="Amal R Babu" userId="3a292d0a-112b-4bc3-bf38-7771656893d2" providerId="ADAL" clId="{992600FB-E5A2-48A8-ADC9-6968E10B5B48}" dt="2022-11-30T07:54:19.687" v="3609"/>
          <ac:spMkLst>
            <pc:docMk/>
            <pc:sldMk cId="456502387" sldId="262"/>
            <ac:spMk id="48" creationId="{2713503B-1220-078A-FD59-DC97F1CF4CD4}"/>
          </ac:spMkLst>
        </pc:spChg>
        <pc:spChg chg="del">
          <ac:chgData name="Amal R Babu" userId="3a292d0a-112b-4bc3-bf38-7771656893d2" providerId="ADAL" clId="{992600FB-E5A2-48A8-ADC9-6968E10B5B48}" dt="2022-11-30T07:54:19.126" v="3608" actId="478"/>
          <ac:spMkLst>
            <pc:docMk/>
            <pc:sldMk cId="456502387" sldId="262"/>
            <ac:spMk id="50" creationId="{0E2B6178-FB2D-9772-47AD-87A734026875}"/>
          </ac:spMkLst>
        </pc:spChg>
        <pc:spChg chg="add mod">
          <ac:chgData name="Amal R Babu" userId="3a292d0a-112b-4bc3-bf38-7771656893d2" providerId="ADAL" clId="{992600FB-E5A2-48A8-ADC9-6968E10B5B48}" dt="2022-11-30T07:54:33.265" v="3612" actId="207"/>
          <ac:spMkLst>
            <pc:docMk/>
            <pc:sldMk cId="456502387" sldId="262"/>
            <ac:spMk id="51" creationId="{B7E72871-78AC-1E80-8767-AEA12D4152A9}"/>
          </ac:spMkLst>
        </pc:spChg>
        <pc:spChg chg="del">
          <ac:chgData name="Amal R Babu" userId="3a292d0a-112b-4bc3-bf38-7771656893d2" providerId="ADAL" clId="{992600FB-E5A2-48A8-ADC9-6968E10B5B48}" dt="2022-11-30T07:54:19.126" v="3608" actId="478"/>
          <ac:spMkLst>
            <pc:docMk/>
            <pc:sldMk cId="456502387" sldId="262"/>
            <ac:spMk id="55" creationId="{A2C13AB5-7A64-00F4-ECBF-90F667E097CA}"/>
          </ac:spMkLst>
        </pc:spChg>
        <pc:spChg chg="del">
          <ac:chgData name="Amal R Babu" userId="3a292d0a-112b-4bc3-bf38-7771656893d2" providerId="ADAL" clId="{992600FB-E5A2-48A8-ADC9-6968E10B5B48}" dt="2022-11-30T07:54:19.126" v="3608" actId="478"/>
          <ac:spMkLst>
            <pc:docMk/>
            <pc:sldMk cId="456502387" sldId="262"/>
            <ac:spMk id="58" creationId="{84827C04-91A4-59E2-705C-138BA0A13DA9}"/>
          </ac:spMkLst>
        </pc:spChg>
        <pc:spChg chg="del">
          <ac:chgData name="Amal R Babu" userId="3a292d0a-112b-4bc3-bf38-7771656893d2" providerId="ADAL" clId="{992600FB-E5A2-48A8-ADC9-6968E10B5B48}" dt="2022-11-28T11:28:51.811" v="1535" actId="478"/>
          <ac:spMkLst>
            <pc:docMk/>
            <pc:sldMk cId="456502387" sldId="262"/>
            <ac:spMk id="60" creationId="{78B6EF03-8F3E-3607-3A1C-1F678C9186EF}"/>
          </ac:spMkLst>
        </pc:spChg>
        <pc:spChg chg="mod">
          <ac:chgData name="Amal R Babu" userId="3a292d0a-112b-4bc3-bf38-7771656893d2" providerId="ADAL" clId="{992600FB-E5A2-48A8-ADC9-6968E10B5B48}" dt="2022-11-30T07:54:37.350" v="3613" actId="207"/>
          <ac:spMkLst>
            <pc:docMk/>
            <pc:sldMk cId="456502387" sldId="262"/>
            <ac:spMk id="61" creationId="{89D59979-AF15-77C9-35C0-C5803F46BCA5}"/>
          </ac:spMkLst>
        </pc:spChg>
        <pc:spChg chg="del">
          <ac:chgData name="Amal R Babu" userId="3a292d0a-112b-4bc3-bf38-7771656893d2" providerId="ADAL" clId="{992600FB-E5A2-48A8-ADC9-6968E10B5B48}" dt="2022-11-28T11:28:51.811" v="1535" actId="478"/>
          <ac:spMkLst>
            <pc:docMk/>
            <pc:sldMk cId="456502387" sldId="262"/>
            <ac:spMk id="61" creationId="{FB56885A-E1F6-9657-B73E-63BA2B77CF7F}"/>
          </ac:spMkLst>
        </pc:spChg>
        <pc:spChg chg="del">
          <ac:chgData name="Amal R Babu" userId="3a292d0a-112b-4bc3-bf38-7771656893d2" providerId="ADAL" clId="{992600FB-E5A2-48A8-ADC9-6968E10B5B48}" dt="2022-11-28T11:28:51.811" v="1535" actId="478"/>
          <ac:spMkLst>
            <pc:docMk/>
            <pc:sldMk cId="456502387" sldId="262"/>
            <ac:spMk id="63" creationId="{67A5FAC3-E100-BF32-3FC6-25618C52AB57}"/>
          </ac:spMkLst>
        </pc:spChg>
        <pc:spChg chg="del">
          <ac:chgData name="Amal R Babu" userId="3a292d0a-112b-4bc3-bf38-7771656893d2" providerId="ADAL" clId="{992600FB-E5A2-48A8-ADC9-6968E10B5B48}" dt="2022-11-28T11:28:51.811" v="1535" actId="478"/>
          <ac:spMkLst>
            <pc:docMk/>
            <pc:sldMk cId="456502387" sldId="262"/>
            <ac:spMk id="66" creationId="{71537340-6A15-D8D3-1FFE-EA843712D4E8}"/>
          </ac:spMkLst>
        </pc:spChg>
        <pc:spChg chg="mod">
          <ac:chgData name="Amal R Babu" userId="3a292d0a-112b-4bc3-bf38-7771656893d2" providerId="ADAL" clId="{992600FB-E5A2-48A8-ADC9-6968E10B5B48}" dt="2022-11-30T07:54:19.687" v="3609"/>
          <ac:spMkLst>
            <pc:docMk/>
            <pc:sldMk cId="456502387" sldId="262"/>
            <ac:spMk id="74" creationId="{392A16D8-217F-FAC8-1B42-CB274F5933CD}"/>
          </ac:spMkLst>
        </pc:spChg>
        <pc:spChg chg="mod">
          <ac:chgData name="Amal R Babu" userId="3a292d0a-112b-4bc3-bf38-7771656893d2" providerId="ADAL" clId="{992600FB-E5A2-48A8-ADC9-6968E10B5B48}" dt="2022-11-30T07:54:19.687" v="3609"/>
          <ac:spMkLst>
            <pc:docMk/>
            <pc:sldMk cId="456502387" sldId="262"/>
            <ac:spMk id="78" creationId="{7C8D85BC-21BD-D039-892B-D6DCA64AAED0}"/>
          </ac:spMkLst>
        </pc:spChg>
        <pc:spChg chg="add mod">
          <ac:chgData name="Amal R Babu" userId="3a292d0a-112b-4bc3-bf38-7771656893d2" providerId="ADAL" clId="{992600FB-E5A2-48A8-ADC9-6968E10B5B48}" dt="2022-11-30T07:54:19.687" v="3609"/>
          <ac:spMkLst>
            <pc:docMk/>
            <pc:sldMk cId="456502387" sldId="262"/>
            <ac:spMk id="82" creationId="{9189CD79-3966-73F1-C799-CCE1BEC8ECF4}"/>
          </ac:spMkLst>
        </pc:spChg>
        <pc:spChg chg="mod">
          <ac:chgData name="Amal R Babu" userId="3a292d0a-112b-4bc3-bf38-7771656893d2" providerId="ADAL" clId="{992600FB-E5A2-48A8-ADC9-6968E10B5B48}" dt="2022-11-28T11:34:02.564" v="1626" actId="164"/>
          <ac:spMkLst>
            <pc:docMk/>
            <pc:sldMk cId="456502387" sldId="262"/>
            <ac:spMk id="83" creationId="{C3177BE9-EF9E-F631-BE5D-E4DB15D78EBA}"/>
          </ac:spMkLst>
        </pc:spChg>
        <pc:spChg chg="mod">
          <ac:chgData name="Amal R Babu" userId="3a292d0a-112b-4bc3-bf38-7771656893d2" providerId="ADAL" clId="{992600FB-E5A2-48A8-ADC9-6968E10B5B48}" dt="2022-11-28T11:34:02.564" v="1626" actId="164"/>
          <ac:spMkLst>
            <pc:docMk/>
            <pc:sldMk cId="456502387" sldId="262"/>
            <ac:spMk id="84" creationId="{D1AF6141-A8D8-8975-B3D8-1B27A6C69FF6}"/>
          </ac:spMkLst>
        </pc:spChg>
        <pc:spChg chg="add mod topLvl">
          <ac:chgData name="Amal R Babu" userId="3a292d0a-112b-4bc3-bf38-7771656893d2" providerId="ADAL" clId="{992600FB-E5A2-48A8-ADC9-6968E10B5B48}" dt="2022-11-28T11:44:04.258" v="1724" actId="165"/>
          <ac:spMkLst>
            <pc:docMk/>
            <pc:sldMk cId="456502387" sldId="262"/>
            <ac:spMk id="86" creationId="{BAE7B1C0-4778-7B58-132D-796216FF00BA}"/>
          </ac:spMkLst>
        </pc:spChg>
        <pc:spChg chg="add mod topLvl">
          <ac:chgData name="Amal R Babu" userId="3a292d0a-112b-4bc3-bf38-7771656893d2" providerId="ADAL" clId="{992600FB-E5A2-48A8-ADC9-6968E10B5B48}" dt="2022-11-28T11:44:04.258" v="1724" actId="165"/>
          <ac:spMkLst>
            <pc:docMk/>
            <pc:sldMk cId="456502387" sldId="262"/>
            <ac:spMk id="87" creationId="{F4DD9BA2-57C1-24AB-76A8-F0E6F9A8DEFB}"/>
          </ac:spMkLst>
        </pc:spChg>
        <pc:spChg chg="add mod topLvl">
          <ac:chgData name="Amal R Babu" userId="3a292d0a-112b-4bc3-bf38-7771656893d2" providerId="ADAL" clId="{992600FB-E5A2-48A8-ADC9-6968E10B5B48}" dt="2022-11-28T11:44:04.258" v="1724" actId="165"/>
          <ac:spMkLst>
            <pc:docMk/>
            <pc:sldMk cId="456502387" sldId="262"/>
            <ac:spMk id="89" creationId="{1665D15C-7AA6-E29E-594C-62EF109AFDCC}"/>
          </ac:spMkLst>
        </pc:spChg>
        <pc:spChg chg="add mod topLvl">
          <ac:chgData name="Amal R Babu" userId="3a292d0a-112b-4bc3-bf38-7771656893d2" providerId="ADAL" clId="{992600FB-E5A2-48A8-ADC9-6968E10B5B48}" dt="2022-11-28T11:44:33.945" v="1729" actId="553"/>
          <ac:spMkLst>
            <pc:docMk/>
            <pc:sldMk cId="456502387" sldId="262"/>
            <ac:spMk id="90" creationId="{89F813A0-DF06-8782-EB84-45640D42AE84}"/>
          </ac:spMkLst>
        </pc:spChg>
        <pc:spChg chg="add del mod">
          <ac:chgData name="Amal R Babu" userId="3a292d0a-112b-4bc3-bf38-7771656893d2" providerId="ADAL" clId="{992600FB-E5A2-48A8-ADC9-6968E10B5B48}" dt="2022-11-28T11:42:20.110" v="1707" actId="478"/>
          <ac:spMkLst>
            <pc:docMk/>
            <pc:sldMk cId="456502387" sldId="262"/>
            <ac:spMk id="91" creationId="{DB9A28F6-6A7E-DB7F-1C57-85EFCB8D89F9}"/>
          </ac:spMkLst>
        </pc:spChg>
        <pc:spChg chg="mod">
          <ac:chgData name="Amal R Babu" userId="3a292d0a-112b-4bc3-bf38-7771656893d2" providerId="ADAL" clId="{992600FB-E5A2-48A8-ADC9-6968E10B5B48}" dt="2022-11-28T11:22:17.206" v="1521" actId="20577"/>
          <ac:spMkLst>
            <pc:docMk/>
            <pc:sldMk cId="456502387" sldId="262"/>
            <ac:spMk id="92" creationId="{232C2ADA-8B7B-4990-FB78-B27C9A79E87E}"/>
          </ac:spMkLst>
        </pc:spChg>
        <pc:spChg chg="add mod topLvl">
          <ac:chgData name="Amal R Babu" userId="3a292d0a-112b-4bc3-bf38-7771656893d2" providerId="ADAL" clId="{992600FB-E5A2-48A8-ADC9-6968E10B5B48}" dt="2022-11-28T11:57:37.983" v="1803" actId="1036"/>
          <ac:spMkLst>
            <pc:docMk/>
            <pc:sldMk cId="456502387" sldId="262"/>
            <ac:spMk id="93" creationId="{995C6408-6112-4D71-76B1-A198EA840434}"/>
          </ac:spMkLst>
        </pc:spChg>
        <pc:spChg chg="add mod topLvl">
          <ac:chgData name="Amal R Babu" userId="3a292d0a-112b-4bc3-bf38-7771656893d2" providerId="ADAL" clId="{992600FB-E5A2-48A8-ADC9-6968E10B5B48}" dt="2022-11-28T11:45:55.543" v="1744" actId="165"/>
          <ac:spMkLst>
            <pc:docMk/>
            <pc:sldMk cId="456502387" sldId="262"/>
            <ac:spMk id="95" creationId="{DD047D8A-54C5-23DF-9CCF-23AE61A551FB}"/>
          </ac:spMkLst>
        </pc:spChg>
        <pc:spChg chg="add mod topLvl">
          <ac:chgData name="Amal R Babu" userId="3a292d0a-112b-4bc3-bf38-7771656893d2" providerId="ADAL" clId="{992600FB-E5A2-48A8-ADC9-6968E10B5B48}" dt="2022-11-28T11:45:55.543" v="1744" actId="165"/>
          <ac:spMkLst>
            <pc:docMk/>
            <pc:sldMk cId="456502387" sldId="262"/>
            <ac:spMk id="97" creationId="{00DB9F6E-E519-2F71-367B-8A32AC0D267B}"/>
          </ac:spMkLst>
        </pc:spChg>
        <pc:spChg chg="add mod topLvl">
          <ac:chgData name="Amal R Babu" userId="3a292d0a-112b-4bc3-bf38-7771656893d2" providerId="ADAL" clId="{992600FB-E5A2-48A8-ADC9-6968E10B5B48}" dt="2022-11-28T11:45:55.543" v="1744" actId="165"/>
          <ac:spMkLst>
            <pc:docMk/>
            <pc:sldMk cId="456502387" sldId="262"/>
            <ac:spMk id="99" creationId="{17DAFD19-E94C-9B4E-9421-BB117306E732}"/>
          </ac:spMkLst>
        </pc:spChg>
        <pc:spChg chg="add mod">
          <ac:chgData name="Amal R Babu" userId="3a292d0a-112b-4bc3-bf38-7771656893d2" providerId="ADAL" clId="{992600FB-E5A2-48A8-ADC9-6968E10B5B48}" dt="2022-11-30T07:54:19.687" v="3609"/>
          <ac:spMkLst>
            <pc:docMk/>
            <pc:sldMk cId="456502387" sldId="262"/>
            <ac:spMk id="100" creationId="{66A41442-FD30-9A0B-8C2A-45F95A60805D}"/>
          </ac:spMkLst>
        </pc:spChg>
        <pc:spChg chg="del">
          <ac:chgData name="Amal R Babu" userId="3a292d0a-112b-4bc3-bf38-7771656893d2" providerId="ADAL" clId="{992600FB-E5A2-48A8-ADC9-6968E10B5B48}" dt="2022-11-30T07:54:19.126" v="3608" actId="478"/>
          <ac:spMkLst>
            <pc:docMk/>
            <pc:sldMk cId="456502387" sldId="262"/>
            <ac:spMk id="102" creationId="{BC336F4F-319C-E66A-14BA-28906300DE58}"/>
          </ac:spMkLst>
        </pc:spChg>
        <pc:spChg chg="add mod topLvl">
          <ac:chgData name="Amal R Babu" userId="3a292d0a-112b-4bc3-bf38-7771656893d2" providerId="ADAL" clId="{992600FB-E5A2-48A8-ADC9-6968E10B5B48}" dt="2022-11-28T11:45:55.543" v="1744" actId="165"/>
          <ac:spMkLst>
            <pc:docMk/>
            <pc:sldMk cId="456502387" sldId="262"/>
            <ac:spMk id="103" creationId="{BAFE44E9-AEC4-CEA3-41AD-A45C6C502C4C}"/>
          </ac:spMkLst>
        </pc:spChg>
        <pc:spChg chg="add mod">
          <ac:chgData name="Amal R Babu" userId="3a292d0a-112b-4bc3-bf38-7771656893d2" providerId="ADAL" clId="{992600FB-E5A2-48A8-ADC9-6968E10B5B48}" dt="2022-11-30T07:54:19.687" v="3609"/>
          <ac:spMkLst>
            <pc:docMk/>
            <pc:sldMk cId="456502387" sldId="262"/>
            <ac:spMk id="104" creationId="{80867A1B-819A-F6C6-150E-7AC389AE2FB9}"/>
          </ac:spMkLst>
        </pc:spChg>
        <pc:spChg chg="add mod">
          <ac:chgData name="Amal R Babu" userId="3a292d0a-112b-4bc3-bf38-7771656893d2" providerId="ADAL" clId="{992600FB-E5A2-48A8-ADC9-6968E10B5B48}" dt="2022-11-30T07:54:19.687" v="3609"/>
          <ac:spMkLst>
            <pc:docMk/>
            <pc:sldMk cId="456502387" sldId="262"/>
            <ac:spMk id="105" creationId="{7CE5B138-9368-C8AF-1CBF-7DADB77A2B00}"/>
          </ac:spMkLst>
        </pc:spChg>
        <pc:spChg chg="add mod">
          <ac:chgData name="Amal R Babu" userId="3a292d0a-112b-4bc3-bf38-7771656893d2" providerId="ADAL" clId="{992600FB-E5A2-48A8-ADC9-6968E10B5B48}" dt="2022-11-30T07:54:19.687" v="3609"/>
          <ac:spMkLst>
            <pc:docMk/>
            <pc:sldMk cId="456502387" sldId="262"/>
            <ac:spMk id="106" creationId="{9EBBFDD3-B621-C1CB-8F4D-34E598E970C0}"/>
          </ac:spMkLst>
        </pc:spChg>
        <pc:spChg chg="add mod">
          <ac:chgData name="Amal R Babu" userId="3a292d0a-112b-4bc3-bf38-7771656893d2" providerId="ADAL" clId="{992600FB-E5A2-48A8-ADC9-6968E10B5B48}" dt="2022-11-30T07:54:19.687" v="3609"/>
          <ac:spMkLst>
            <pc:docMk/>
            <pc:sldMk cId="456502387" sldId="262"/>
            <ac:spMk id="107" creationId="{AC2EEA1D-2682-B441-7ED1-EF376F429ED5}"/>
          </ac:spMkLst>
        </pc:spChg>
        <pc:spChg chg="mod">
          <ac:chgData name="Amal R Babu" userId="3a292d0a-112b-4bc3-bf38-7771656893d2" providerId="ADAL" clId="{992600FB-E5A2-48A8-ADC9-6968E10B5B48}" dt="2022-11-28T11:45:12.885" v="1736" actId="571"/>
          <ac:spMkLst>
            <pc:docMk/>
            <pc:sldMk cId="456502387" sldId="262"/>
            <ac:spMk id="108" creationId="{2CC4A042-574B-BA84-DBFE-57AA317E1B2F}"/>
          </ac:spMkLst>
        </pc:spChg>
        <pc:spChg chg="del">
          <ac:chgData name="Amal R Babu" userId="3a292d0a-112b-4bc3-bf38-7771656893d2" providerId="ADAL" clId="{992600FB-E5A2-48A8-ADC9-6968E10B5B48}" dt="2022-11-30T06:30:59.633" v="3453" actId="478"/>
          <ac:spMkLst>
            <pc:docMk/>
            <pc:sldMk cId="456502387" sldId="262"/>
            <ac:spMk id="109" creationId="{B205D4A8-03D0-E92D-2A10-7A44B4A53BD1}"/>
          </ac:spMkLst>
        </pc:spChg>
        <pc:spChg chg="mod">
          <ac:chgData name="Amal R Babu" userId="3a292d0a-112b-4bc3-bf38-7771656893d2" providerId="ADAL" clId="{992600FB-E5A2-48A8-ADC9-6968E10B5B48}" dt="2022-11-28T11:45:12.885" v="1736" actId="571"/>
          <ac:spMkLst>
            <pc:docMk/>
            <pc:sldMk cId="456502387" sldId="262"/>
            <ac:spMk id="110" creationId="{2680E5CF-17A9-E911-426B-C37B77F3BB05}"/>
          </ac:spMkLst>
        </pc:spChg>
        <pc:spChg chg="mod">
          <ac:chgData name="Amal R Babu" userId="3a292d0a-112b-4bc3-bf38-7771656893d2" providerId="ADAL" clId="{992600FB-E5A2-48A8-ADC9-6968E10B5B48}" dt="2022-11-30T07:54:19.687" v="3609"/>
          <ac:spMkLst>
            <pc:docMk/>
            <pc:sldMk cId="456502387" sldId="262"/>
            <ac:spMk id="110" creationId="{980BECE9-59D9-51D2-2671-A8440341C321}"/>
          </ac:spMkLst>
        </pc:spChg>
        <pc:spChg chg="mod">
          <ac:chgData name="Amal R Babu" userId="3a292d0a-112b-4bc3-bf38-7771656893d2" providerId="ADAL" clId="{992600FB-E5A2-48A8-ADC9-6968E10B5B48}" dt="2022-11-30T07:54:19.687" v="3609"/>
          <ac:spMkLst>
            <pc:docMk/>
            <pc:sldMk cId="456502387" sldId="262"/>
            <ac:spMk id="111" creationId="{1566CDF0-2A7E-EF6B-3F63-0C5DCDBEAF0F}"/>
          </ac:spMkLst>
        </pc:spChg>
        <pc:spChg chg="mod">
          <ac:chgData name="Amal R Babu" userId="3a292d0a-112b-4bc3-bf38-7771656893d2" providerId="ADAL" clId="{992600FB-E5A2-48A8-ADC9-6968E10B5B48}" dt="2022-11-28T11:45:12.885" v="1736" actId="571"/>
          <ac:spMkLst>
            <pc:docMk/>
            <pc:sldMk cId="456502387" sldId="262"/>
            <ac:spMk id="111" creationId="{272886A3-6DBC-2308-FA48-E8D97ADA88A1}"/>
          </ac:spMkLst>
        </pc:spChg>
        <pc:spChg chg="mod">
          <ac:chgData name="Amal R Babu" userId="3a292d0a-112b-4bc3-bf38-7771656893d2" providerId="ADAL" clId="{992600FB-E5A2-48A8-ADC9-6968E10B5B48}" dt="2022-11-28T11:45:12.885" v="1736" actId="571"/>
          <ac:spMkLst>
            <pc:docMk/>
            <pc:sldMk cId="456502387" sldId="262"/>
            <ac:spMk id="112" creationId="{0A85348A-9B45-EC66-6C76-F8644B23D0E0}"/>
          </ac:spMkLst>
        </pc:spChg>
        <pc:spChg chg="add mod">
          <ac:chgData name="Amal R Babu" userId="3a292d0a-112b-4bc3-bf38-7771656893d2" providerId="ADAL" clId="{992600FB-E5A2-48A8-ADC9-6968E10B5B48}" dt="2022-11-30T07:54:19.687" v="3609"/>
          <ac:spMkLst>
            <pc:docMk/>
            <pc:sldMk cId="456502387" sldId="262"/>
            <ac:spMk id="112" creationId="{72710BAB-395F-5E28-B85C-1609AD70D3CA}"/>
          </ac:spMkLst>
        </pc:spChg>
        <pc:spChg chg="mod">
          <ac:chgData name="Amal R Babu" userId="3a292d0a-112b-4bc3-bf38-7771656893d2" providerId="ADAL" clId="{992600FB-E5A2-48A8-ADC9-6968E10B5B48}" dt="2022-11-28T11:45:12.885" v="1736" actId="571"/>
          <ac:spMkLst>
            <pc:docMk/>
            <pc:sldMk cId="456502387" sldId="262"/>
            <ac:spMk id="113" creationId="{2FE28F12-D99F-4951-2F95-49496E6959A4}"/>
          </ac:spMkLst>
        </pc:spChg>
        <pc:spChg chg="mod">
          <ac:chgData name="Amal R Babu" userId="3a292d0a-112b-4bc3-bf38-7771656893d2" providerId="ADAL" clId="{992600FB-E5A2-48A8-ADC9-6968E10B5B48}" dt="2022-11-28T11:45:12.885" v="1736" actId="571"/>
          <ac:spMkLst>
            <pc:docMk/>
            <pc:sldMk cId="456502387" sldId="262"/>
            <ac:spMk id="114" creationId="{2E787E6F-1DC6-1407-2801-98F1F49180C2}"/>
          </ac:spMkLst>
        </pc:spChg>
        <pc:spChg chg="mod">
          <ac:chgData name="Amal R Babu" userId="3a292d0a-112b-4bc3-bf38-7771656893d2" providerId="ADAL" clId="{992600FB-E5A2-48A8-ADC9-6968E10B5B48}" dt="2022-11-30T07:54:19.687" v="3609"/>
          <ac:spMkLst>
            <pc:docMk/>
            <pc:sldMk cId="456502387" sldId="262"/>
            <ac:spMk id="114" creationId="{E29ECA94-5E0E-E47A-F753-23F2FF84ACAC}"/>
          </ac:spMkLst>
        </pc:spChg>
        <pc:spChg chg="mod">
          <ac:chgData name="Amal R Babu" userId="3a292d0a-112b-4bc3-bf38-7771656893d2" providerId="ADAL" clId="{992600FB-E5A2-48A8-ADC9-6968E10B5B48}" dt="2022-11-28T11:45:12.885" v="1736" actId="571"/>
          <ac:spMkLst>
            <pc:docMk/>
            <pc:sldMk cId="456502387" sldId="262"/>
            <ac:spMk id="115" creationId="{55C2243F-F21A-4CF3-8BB4-EAB1F8295A1B}"/>
          </ac:spMkLst>
        </pc:spChg>
        <pc:spChg chg="mod">
          <ac:chgData name="Amal R Babu" userId="3a292d0a-112b-4bc3-bf38-7771656893d2" providerId="ADAL" clId="{992600FB-E5A2-48A8-ADC9-6968E10B5B48}" dt="2022-11-30T07:54:19.687" v="3609"/>
          <ac:spMkLst>
            <pc:docMk/>
            <pc:sldMk cId="456502387" sldId="262"/>
            <ac:spMk id="115" creationId="{786D6866-7897-5ECC-58C0-B79ADD553EA4}"/>
          </ac:spMkLst>
        </pc:spChg>
        <pc:spChg chg="add mod">
          <ac:chgData name="Amal R Babu" userId="3a292d0a-112b-4bc3-bf38-7771656893d2" providerId="ADAL" clId="{992600FB-E5A2-48A8-ADC9-6968E10B5B48}" dt="2022-11-30T07:54:19.687" v="3609"/>
          <ac:spMkLst>
            <pc:docMk/>
            <pc:sldMk cId="456502387" sldId="262"/>
            <ac:spMk id="116" creationId="{3395D9B7-7713-FD9E-B052-46A9D509AFEF}"/>
          </ac:spMkLst>
        </pc:spChg>
        <pc:spChg chg="mod">
          <ac:chgData name="Amal R Babu" userId="3a292d0a-112b-4bc3-bf38-7771656893d2" providerId="ADAL" clId="{992600FB-E5A2-48A8-ADC9-6968E10B5B48}" dt="2022-11-28T11:45:12.885" v="1736" actId="571"/>
          <ac:spMkLst>
            <pc:docMk/>
            <pc:sldMk cId="456502387" sldId="262"/>
            <ac:spMk id="116" creationId="{D84F845B-F235-8E05-3090-F0426119D2F4}"/>
          </ac:spMkLst>
        </pc:spChg>
        <pc:spChg chg="add mod">
          <ac:chgData name="Amal R Babu" userId="3a292d0a-112b-4bc3-bf38-7771656893d2" providerId="ADAL" clId="{992600FB-E5A2-48A8-ADC9-6968E10B5B48}" dt="2022-11-30T07:54:19.687" v="3609"/>
          <ac:spMkLst>
            <pc:docMk/>
            <pc:sldMk cId="456502387" sldId="262"/>
            <ac:spMk id="117" creationId="{1D436FBF-7291-6A63-F9D0-C0019F724490}"/>
          </ac:spMkLst>
        </pc:spChg>
        <pc:spChg chg="mod">
          <ac:chgData name="Amal R Babu" userId="3a292d0a-112b-4bc3-bf38-7771656893d2" providerId="ADAL" clId="{992600FB-E5A2-48A8-ADC9-6968E10B5B48}" dt="2022-11-28T11:45:12.885" v="1736" actId="571"/>
          <ac:spMkLst>
            <pc:docMk/>
            <pc:sldMk cId="456502387" sldId="262"/>
            <ac:spMk id="117" creationId="{60635EDA-DE37-DEEF-CC25-7805E9764003}"/>
          </ac:spMkLst>
        </pc:spChg>
        <pc:spChg chg="mod topLvl">
          <ac:chgData name="Amal R Babu" userId="3a292d0a-112b-4bc3-bf38-7771656893d2" providerId="ADAL" clId="{992600FB-E5A2-48A8-ADC9-6968E10B5B48}" dt="2022-11-28T11:57:37.983" v="1803" actId="1036"/>
          <ac:spMkLst>
            <pc:docMk/>
            <pc:sldMk cId="456502387" sldId="262"/>
            <ac:spMk id="120" creationId="{AF029ECB-C890-6E34-F438-2D04BF447A6A}"/>
          </ac:spMkLst>
        </pc:spChg>
        <pc:spChg chg="mod topLvl">
          <ac:chgData name="Amal R Babu" userId="3a292d0a-112b-4bc3-bf38-7771656893d2" providerId="ADAL" clId="{992600FB-E5A2-48A8-ADC9-6968E10B5B48}" dt="2022-11-28T11:54:17.956" v="1749" actId="20577"/>
          <ac:spMkLst>
            <pc:docMk/>
            <pc:sldMk cId="456502387" sldId="262"/>
            <ac:spMk id="121" creationId="{607381F1-55AB-229F-4364-F9F6E00EA7AF}"/>
          </ac:spMkLst>
        </pc:spChg>
        <pc:spChg chg="mod topLvl">
          <ac:chgData name="Amal R Babu" userId="3a292d0a-112b-4bc3-bf38-7771656893d2" providerId="ADAL" clId="{992600FB-E5A2-48A8-ADC9-6968E10B5B48}" dt="2022-11-28T11:54:40.109" v="1754" actId="20577"/>
          <ac:spMkLst>
            <pc:docMk/>
            <pc:sldMk cId="456502387" sldId="262"/>
            <ac:spMk id="122" creationId="{E943BC32-9301-3AC4-54A0-DC9A77C54439}"/>
          </ac:spMkLst>
        </pc:spChg>
        <pc:spChg chg="mod topLvl">
          <ac:chgData name="Amal R Babu" userId="3a292d0a-112b-4bc3-bf38-7771656893d2" providerId="ADAL" clId="{992600FB-E5A2-48A8-ADC9-6968E10B5B48}" dt="2022-11-28T11:55:13.497" v="1762" actId="20577"/>
          <ac:spMkLst>
            <pc:docMk/>
            <pc:sldMk cId="456502387" sldId="262"/>
            <ac:spMk id="123" creationId="{4A8517AE-848C-92E4-4893-544343D0A10B}"/>
          </ac:spMkLst>
        </pc:spChg>
        <pc:spChg chg="mod topLvl">
          <ac:chgData name="Amal R Babu" userId="3a292d0a-112b-4bc3-bf38-7771656893d2" providerId="ADAL" clId="{992600FB-E5A2-48A8-ADC9-6968E10B5B48}" dt="2022-11-28T12:00:16.284" v="1862" actId="20577"/>
          <ac:spMkLst>
            <pc:docMk/>
            <pc:sldMk cId="456502387" sldId="262"/>
            <ac:spMk id="124" creationId="{C8D888ED-A0E6-6CFD-C46C-B2A2C6F93CD9}"/>
          </ac:spMkLst>
        </pc:spChg>
        <pc:spChg chg="mod topLvl">
          <ac:chgData name="Amal R Babu" userId="3a292d0a-112b-4bc3-bf38-7771656893d2" providerId="ADAL" clId="{992600FB-E5A2-48A8-ADC9-6968E10B5B48}" dt="2022-11-28T11:57:37.983" v="1803" actId="1036"/>
          <ac:spMkLst>
            <pc:docMk/>
            <pc:sldMk cId="456502387" sldId="262"/>
            <ac:spMk id="126" creationId="{2474B38E-5BC8-B870-BD13-61C0AA78E938}"/>
          </ac:spMkLst>
        </pc:spChg>
        <pc:spChg chg="mod topLvl">
          <ac:chgData name="Amal R Babu" userId="3a292d0a-112b-4bc3-bf38-7771656893d2" providerId="ADAL" clId="{992600FB-E5A2-48A8-ADC9-6968E10B5B48}" dt="2022-11-28T11:56:08.056" v="1778" actId="20577"/>
          <ac:spMkLst>
            <pc:docMk/>
            <pc:sldMk cId="456502387" sldId="262"/>
            <ac:spMk id="127" creationId="{A33202C9-ACC2-B266-5BD4-AA7C3726A868}"/>
          </ac:spMkLst>
        </pc:spChg>
        <pc:spChg chg="mod topLvl">
          <ac:chgData name="Amal R Babu" userId="3a292d0a-112b-4bc3-bf38-7771656893d2" providerId="ADAL" clId="{992600FB-E5A2-48A8-ADC9-6968E10B5B48}" dt="2022-11-28T12:31:13.120" v="2258" actId="1076"/>
          <ac:spMkLst>
            <pc:docMk/>
            <pc:sldMk cId="456502387" sldId="262"/>
            <ac:spMk id="128" creationId="{1B53CA33-16E2-CFE5-4BC3-6380C5619605}"/>
          </ac:spMkLst>
        </pc:spChg>
        <pc:spChg chg="mod topLvl">
          <ac:chgData name="Amal R Babu" userId="3a292d0a-112b-4bc3-bf38-7771656893d2" providerId="ADAL" clId="{992600FB-E5A2-48A8-ADC9-6968E10B5B48}" dt="2022-11-28T11:56:37.494" v="1790" actId="20577"/>
          <ac:spMkLst>
            <pc:docMk/>
            <pc:sldMk cId="456502387" sldId="262"/>
            <ac:spMk id="129" creationId="{ABD1E0A6-78C5-24C8-B70D-34623A7F0998}"/>
          </ac:spMkLst>
        </pc:spChg>
        <pc:spChg chg="mod topLvl">
          <ac:chgData name="Amal R Babu" userId="3a292d0a-112b-4bc3-bf38-7771656893d2" providerId="ADAL" clId="{992600FB-E5A2-48A8-ADC9-6968E10B5B48}" dt="2022-11-28T12:00:12.562" v="1858" actId="20577"/>
          <ac:spMkLst>
            <pc:docMk/>
            <pc:sldMk cId="456502387" sldId="262"/>
            <ac:spMk id="130" creationId="{AD4906E6-9F3F-596E-F5FE-BEE7F8AC8BF0}"/>
          </ac:spMkLst>
        </pc:spChg>
        <pc:spChg chg="mod topLvl">
          <ac:chgData name="Amal R Babu" userId="3a292d0a-112b-4bc3-bf38-7771656893d2" providerId="ADAL" clId="{992600FB-E5A2-48A8-ADC9-6968E10B5B48}" dt="2022-11-28T11:57:37.983" v="1803" actId="1036"/>
          <ac:spMkLst>
            <pc:docMk/>
            <pc:sldMk cId="456502387" sldId="262"/>
            <ac:spMk id="132" creationId="{F3018D3F-F03F-C354-E74A-45E92E7F864C}"/>
          </ac:spMkLst>
        </pc:spChg>
        <pc:spChg chg="mod topLvl">
          <ac:chgData name="Amal R Babu" userId="3a292d0a-112b-4bc3-bf38-7771656893d2" providerId="ADAL" clId="{992600FB-E5A2-48A8-ADC9-6968E10B5B48}" dt="2022-11-28T11:58:26.249" v="1821" actId="20577"/>
          <ac:spMkLst>
            <pc:docMk/>
            <pc:sldMk cId="456502387" sldId="262"/>
            <ac:spMk id="133" creationId="{E7B9F5B0-9C05-02A2-75A5-A19F5567AD19}"/>
          </ac:spMkLst>
        </pc:spChg>
        <pc:spChg chg="mod topLvl">
          <ac:chgData name="Amal R Babu" userId="3a292d0a-112b-4bc3-bf38-7771656893d2" providerId="ADAL" clId="{992600FB-E5A2-48A8-ADC9-6968E10B5B48}" dt="2022-11-28T11:58:03.677" v="1810" actId="20577"/>
          <ac:spMkLst>
            <pc:docMk/>
            <pc:sldMk cId="456502387" sldId="262"/>
            <ac:spMk id="134" creationId="{1A7422DC-D36F-50B4-024E-A06656D534FA}"/>
          </ac:spMkLst>
        </pc:spChg>
        <pc:spChg chg="mod topLvl">
          <ac:chgData name="Amal R Babu" userId="3a292d0a-112b-4bc3-bf38-7771656893d2" providerId="ADAL" clId="{992600FB-E5A2-48A8-ADC9-6968E10B5B48}" dt="2022-11-28T11:58:47.401" v="1826" actId="20577"/>
          <ac:spMkLst>
            <pc:docMk/>
            <pc:sldMk cId="456502387" sldId="262"/>
            <ac:spMk id="135" creationId="{716D7660-941B-EF29-30EC-682D3A12717D}"/>
          </ac:spMkLst>
        </pc:spChg>
        <pc:spChg chg="mod topLvl">
          <ac:chgData name="Amal R Babu" userId="3a292d0a-112b-4bc3-bf38-7771656893d2" providerId="ADAL" clId="{992600FB-E5A2-48A8-ADC9-6968E10B5B48}" dt="2022-11-28T12:00:29.949" v="1866" actId="20577"/>
          <ac:spMkLst>
            <pc:docMk/>
            <pc:sldMk cId="456502387" sldId="262"/>
            <ac:spMk id="136" creationId="{B65DD440-2185-AB4B-3A88-84F255068C91}"/>
          </ac:spMkLst>
        </pc:spChg>
        <pc:spChg chg="mod topLvl">
          <ac:chgData name="Amal R Babu" userId="3a292d0a-112b-4bc3-bf38-7771656893d2" providerId="ADAL" clId="{992600FB-E5A2-48A8-ADC9-6968E10B5B48}" dt="2022-11-28T11:57:37.983" v="1803" actId="1036"/>
          <ac:spMkLst>
            <pc:docMk/>
            <pc:sldMk cId="456502387" sldId="262"/>
            <ac:spMk id="138" creationId="{45B3098A-961B-7554-46AE-24BCAD4978C9}"/>
          </ac:spMkLst>
        </pc:spChg>
        <pc:spChg chg="mod topLvl">
          <ac:chgData name="Amal R Babu" userId="3a292d0a-112b-4bc3-bf38-7771656893d2" providerId="ADAL" clId="{992600FB-E5A2-48A8-ADC9-6968E10B5B48}" dt="2022-11-28T11:59:16.565" v="1839" actId="20577"/>
          <ac:spMkLst>
            <pc:docMk/>
            <pc:sldMk cId="456502387" sldId="262"/>
            <ac:spMk id="139" creationId="{7C00C4F8-EF20-62C2-67D2-35ED09382F19}"/>
          </ac:spMkLst>
        </pc:spChg>
        <pc:spChg chg="mod topLvl">
          <ac:chgData name="Amal R Babu" userId="3a292d0a-112b-4bc3-bf38-7771656893d2" providerId="ADAL" clId="{992600FB-E5A2-48A8-ADC9-6968E10B5B48}" dt="2022-11-28T11:59:31.603" v="1844" actId="20577"/>
          <ac:spMkLst>
            <pc:docMk/>
            <pc:sldMk cId="456502387" sldId="262"/>
            <ac:spMk id="140" creationId="{BF3AD320-E6BA-B54A-22A5-433DB4E2A12E}"/>
          </ac:spMkLst>
        </pc:spChg>
        <pc:spChg chg="mod topLvl">
          <ac:chgData name="Amal R Babu" userId="3a292d0a-112b-4bc3-bf38-7771656893d2" providerId="ADAL" clId="{992600FB-E5A2-48A8-ADC9-6968E10B5B48}" dt="2022-11-28T11:59:49.095" v="1848" actId="20577"/>
          <ac:spMkLst>
            <pc:docMk/>
            <pc:sldMk cId="456502387" sldId="262"/>
            <ac:spMk id="141" creationId="{CF4C6CFA-A292-03DC-BB16-9238F7930418}"/>
          </ac:spMkLst>
        </pc:spChg>
        <pc:spChg chg="mod topLvl">
          <ac:chgData name="Amal R Babu" userId="3a292d0a-112b-4bc3-bf38-7771656893d2" providerId="ADAL" clId="{992600FB-E5A2-48A8-ADC9-6968E10B5B48}" dt="2022-11-28T12:00:35.740" v="1870" actId="20577"/>
          <ac:spMkLst>
            <pc:docMk/>
            <pc:sldMk cId="456502387" sldId="262"/>
            <ac:spMk id="142" creationId="{9E0AFE28-13BC-0BD2-B1BE-657A2D29CA1A}"/>
          </ac:spMkLst>
        </pc:spChg>
        <pc:grpChg chg="add mod">
          <ac:chgData name="Amal R Babu" userId="3a292d0a-112b-4bc3-bf38-7771656893d2" providerId="ADAL" clId="{992600FB-E5A2-48A8-ADC9-6968E10B5B48}" dt="2022-12-07T05:41:56.996" v="3715"/>
          <ac:grpSpMkLst>
            <pc:docMk/>
            <pc:sldMk cId="456502387" sldId="262"/>
            <ac:grpSpMk id="17" creationId="{34AA51F9-A5BB-0AD2-42C9-FEAAC4F46D4F}"/>
          </ac:grpSpMkLst>
        </pc:grpChg>
        <pc:grpChg chg="add mod">
          <ac:chgData name="Amal R Babu" userId="3a292d0a-112b-4bc3-bf38-7771656893d2" providerId="ADAL" clId="{992600FB-E5A2-48A8-ADC9-6968E10B5B48}" dt="2022-12-07T05:41:56.996" v="3715"/>
          <ac:grpSpMkLst>
            <pc:docMk/>
            <pc:sldMk cId="456502387" sldId="262"/>
            <ac:grpSpMk id="21" creationId="{0A01D3BB-F577-1DB9-C079-43A0DB132200}"/>
          </ac:grpSpMkLst>
        </pc:grpChg>
        <pc:grpChg chg="add mod">
          <ac:chgData name="Amal R Babu" userId="3a292d0a-112b-4bc3-bf38-7771656893d2" providerId="ADAL" clId="{992600FB-E5A2-48A8-ADC9-6968E10B5B48}" dt="2022-11-28T11:32:44.092" v="1606" actId="1076"/>
          <ac:grpSpMkLst>
            <pc:docMk/>
            <pc:sldMk cId="456502387" sldId="262"/>
            <ac:grpSpMk id="25" creationId="{B7D384B6-FE5C-EC81-0C13-3070FEAF0FC6}"/>
          </ac:grpSpMkLst>
        </pc:grpChg>
        <pc:grpChg chg="del">
          <ac:chgData name="Amal R Babu" userId="3a292d0a-112b-4bc3-bf38-7771656893d2" providerId="ADAL" clId="{992600FB-E5A2-48A8-ADC9-6968E10B5B48}" dt="2022-11-30T07:54:19.126" v="3608" actId="478"/>
          <ac:grpSpMkLst>
            <pc:docMk/>
            <pc:sldMk cId="456502387" sldId="262"/>
            <ac:grpSpMk id="30" creationId="{9ECCC638-745A-4CD5-37F4-34E729654B57}"/>
          </ac:grpSpMkLst>
        </pc:grpChg>
        <pc:grpChg chg="add mod">
          <ac:chgData name="Amal R Babu" userId="3a292d0a-112b-4bc3-bf38-7771656893d2" providerId="ADAL" clId="{992600FB-E5A2-48A8-ADC9-6968E10B5B48}" dt="2022-11-30T07:54:19.687" v="3609"/>
          <ac:grpSpMkLst>
            <pc:docMk/>
            <pc:sldMk cId="456502387" sldId="262"/>
            <ac:grpSpMk id="39" creationId="{A6D0270B-B522-A741-16CB-391499EFD635}"/>
          </ac:grpSpMkLst>
        </pc:grpChg>
        <pc:grpChg chg="del">
          <ac:chgData name="Amal R Babu" userId="3a292d0a-112b-4bc3-bf38-7771656893d2" providerId="ADAL" clId="{992600FB-E5A2-48A8-ADC9-6968E10B5B48}" dt="2022-11-30T07:54:19.126" v="3608" actId="478"/>
          <ac:grpSpMkLst>
            <pc:docMk/>
            <pc:sldMk cId="456502387" sldId="262"/>
            <ac:grpSpMk id="47" creationId="{5C6579D9-4E04-AE17-CF35-68ADBC5766B2}"/>
          </ac:grpSpMkLst>
        </pc:grpChg>
        <pc:grpChg chg="del">
          <ac:chgData name="Amal R Babu" userId="3a292d0a-112b-4bc3-bf38-7771656893d2" providerId="ADAL" clId="{992600FB-E5A2-48A8-ADC9-6968E10B5B48}" dt="2022-11-28T11:32:40.465" v="1605" actId="478"/>
          <ac:grpSpMkLst>
            <pc:docMk/>
            <pc:sldMk cId="456502387" sldId="262"/>
            <ac:grpSpMk id="51" creationId="{6A199681-2294-F9B7-4824-2BE6E7A88CDA}"/>
          </ac:grpSpMkLst>
        </pc:grpChg>
        <pc:grpChg chg="mod">
          <ac:chgData name="Amal R Babu" userId="3a292d0a-112b-4bc3-bf38-7771656893d2" providerId="ADAL" clId="{992600FB-E5A2-48A8-ADC9-6968E10B5B48}" dt="2022-11-28T11:34:32.092" v="1635" actId="1076"/>
          <ac:grpSpMkLst>
            <pc:docMk/>
            <pc:sldMk cId="456502387" sldId="262"/>
            <ac:grpSpMk id="52" creationId="{86F99704-9C27-2873-9C3D-6F59808004D7}"/>
          </ac:grpSpMkLst>
        </pc:grpChg>
        <pc:grpChg chg="del">
          <ac:chgData name="Amal R Babu" userId="3a292d0a-112b-4bc3-bf38-7771656893d2" providerId="ADAL" clId="{992600FB-E5A2-48A8-ADC9-6968E10B5B48}" dt="2022-11-30T07:54:19.126" v="3608" actId="478"/>
          <ac:grpSpMkLst>
            <pc:docMk/>
            <pc:sldMk cId="456502387" sldId="262"/>
            <ac:grpSpMk id="54" creationId="{73F997E9-B116-D8A6-6EF5-C091C7C77B6D}"/>
          </ac:grpSpMkLst>
        </pc:grpChg>
        <pc:grpChg chg="add mod">
          <ac:chgData name="Amal R Babu" userId="3a292d0a-112b-4bc3-bf38-7771656893d2" providerId="ADAL" clId="{992600FB-E5A2-48A8-ADC9-6968E10B5B48}" dt="2022-11-30T07:54:19.687" v="3609"/>
          <ac:grpSpMkLst>
            <pc:docMk/>
            <pc:sldMk cId="456502387" sldId="262"/>
            <ac:grpSpMk id="60" creationId="{47622292-5C38-01B6-863A-E7112EF6A52C}"/>
          </ac:grpSpMkLst>
        </pc:grpChg>
        <pc:grpChg chg="add mod">
          <ac:chgData name="Amal R Babu" userId="3a292d0a-112b-4bc3-bf38-7771656893d2" providerId="ADAL" clId="{992600FB-E5A2-48A8-ADC9-6968E10B5B48}" dt="2022-11-30T07:54:19.687" v="3609"/>
          <ac:grpSpMkLst>
            <pc:docMk/>
            <pc:sldMk cId="456502387" sldId="262"/>
            <ac:grpSpMk id="66" creationId="{8DDEA7EB-0C85-EF61-159E-0EA9A0DA2025}"/>
          </ac:grpSpMkLst>
        </pc:grpChg>
        <pc:grpChg chg="del">
          <ac:chgData name="Amal R Babu" userId="3a292d0a-112b-4bc3-bf38-7771656893d2" providerId="ADAL" clId="{992600FB-E5A2-48A8-ADC9-6968E10B5B48}" dt="2022-12-07T05:41:56.486" v="3714" actId="478"/>
          <ac:grpSpMkLst>
            <pc:docMk/>
            <pc:sldMk cId="456502387" sldId="262"/>
            <ac:grpSpMk id="67" creationId="{6D8E5ACC-26DE-243B-180E-E19057A9EB34}"/>
          </ac:grpSpMkLst>
        </pc:grpChg>
        <pc:grpChg chg="del">
          <ac:chgData name="Amal R Babu" userId="3a292d0a-112b-4bc3-bf38-7771656893d2" providerId="ADAL" clId="{992600FB-E5A2-48A8-ADC9-6968E10B5B48}" dt="2022-12-07T05:41:56.486" v="3714" actId="478"/>
          <ac:grpSpMkLst>
            <pc:docMk/>
            <pc:sldMk cId="456502387" sldId="262"/>
            <ac:grpSpMk id="68" creationId="{CE1D2690-EA4E-562F-8571-7A8695694CC3}"/>
          </ac:grpSpMkLst>
        </pc:grpChg>
        <pc:grpChg chg="del mod">
          <ac:chgData name="Amal R Babu" userId="3a292d0a-112b-4bc3-bf38-7771656893d2" providerId="ADAL" clId="{992600FB-E5A2-48A8-ADC9-6968E10B5B48}" dt="2022-11-28T11:33:59.504" v="1624" actId="27803"/>
          <ac:grpSpMkLst>
            <pc:docMk/>
            <pc:sldMk cId="456502387" sldId="262"/>
            <ac:grpSpMk id="82" creationId="{7AE2EE1B-25E6-D949-DA5C-A25D092BB9FB}"/>
          </ac:grpSpMkLst>
        </pc:grpChg>
        <pc:grpChg chg="add mod">
          <ac:chgData name="Amal R Babu" userId="3a292d0a-112b-4bc3-bf38-7771656893d2" providerId="ADAL" clId="{992600FB-E5A2-48A8-ADC9-6968E10B5B48}" dt="2022-11-28T11:34:38.329" v="1636" actId="408"/>
          <ac:grpSpMkLst>
            <pc:docMk/>
            <pc:sldMk cId="456502387" sldId="262"/>
            <ac:grpSpMk id="85" creationId="{60B5FCB6-0D11-8A0D-996E-9902629C0211}"/>
          </ac:grpSpMkLst>
        </pc:grpChg>
        <pc:grpChg chg="del">
          <ac:chgData name="Amal R Babu" userId="3a292d0a-112b-4bc3-bf38-7771656893d2" providerId="ADAL" clId="{992600FB-E5A2-48A8-ADC9-6968E10B5B48}" dt="2022-11-30T07:54:19.126" v="3608" actId="478"/>
          <ac:grpSpMkLst>
            <pc:docMk/>
            <pc:sldMk cId="456502387" sldId="262"/>
            <ac:grpSpMk id="88" creationId="{5202437B-09C4-B9C2-DFB9-8FE4C3A1D94B}"/>
          </ac:grpSpMkLst>
        </pc:grpChg>
        <pc:grpChg chg="del">
          <ac:chgData name="Amal R Babu" userId="3a292d0a-112b-4bc3-bf38-7771656893d2" providerId="ADAL" clId="{992600FB-E5A2-48A8-ADC9-6968E10B5B48}" dt="2022-11-30T07:54:19.126" v="3608" actId="478"/>
          <ac:grpSpMkLst>
            <pc:docMk/>
            <pc:sldMk cId="456502387" sldId="262"/>
            <ac:grpSpMk id="98" creationId="{5E12AE22-4B66-8998-2063-3E4A6A50C8CF}"/>
          </ac:grpSpMkLst>
        </pc:grpChg>
        <pc:grpChg chg="add del mod">
          <ac:chgData name="Amal R Babu" userId="3a292d0a-112b-4bc3-bf38-7771656893d2" providerId="ADAL" clId="{992600FB-E5A2-48A8-ADC9-6968E10B5B48}" dt="2022-11-28T11:44:04.258" v="1724" actId="165"/>
          <ac:grpSpMkLst>
            <pc:docMk/>
            <pc:sldMk cId="456502387" sldId="262"/>
            <ac:grpSpMk id="104" creationId="{B035A79A-F76B-FAC8-9CE8-40908FA7F49F}"/>
          </ac:grpSpMkLst>
        </pc:grpChg>
        <pc:grpChg chg="add mod">
          <ac:chgData name="Amal R Babu" userId="3a292d0a-112b-4bc3-bf38-7771656893d2" providerId="ADAL" clId="{992600FB-E5A2-48A8-ADC9-6968E10B5B48}" dt="2022-11-28T11:45:13.565" v="1737" actId="164"/>
          <ac:grpSpMkLst>
            <pc:docMk/>
            <pc:sldMk cId="456502387" sldId="262"/>
            <ac:grpSpMk id="105" creationId="{A797F7F3-4FFC-A433-A8EC-FD6CFB6A4A98}"/>
          </ac:grpSpMkLst>
        </pc:grpChg>
        <pc:grpChg chg="add mod">
          <ac:chgData name="Amal R Babu" userId="3a292d0a-112b-4bc3-bf38-7771656893d2" providerId="ADAL" clId="{992600FB-E5A2-48A8-ADC9-6968E10B5B48}" dt="2022-11-28T11:45:12.885" v="1736" actId="571"/>
          <ac:grpSpMkLst>
            <pc:docMk/>
            <pc:sldMk cId="456502387" sldId="262"/>
            <ac:grpSpMk id="106" creationId="{63AD96E3-F917-E8B6-177A-6D3DBEE84FE6}"/>
          </ac:grpSpMkLst>
        </pc:grpChg>
        <pc:grpChg chg="add mod">
          <ac:chgData name="Amal R Babu" userId="3a292d0a-112b-4bc3-bf38-7771656893d2" providerId="ADAL" clId="{992600FB-E5A2-48A8-ADC9-6968E10B5B48}" dt="2022-11-30T07:54:19.687" v="3609"/>
          <ac:grpSpMkLst>
            <pc:docMk/>
            <pc:sldMk cId="456502387" sldId="262"/>
            <ac:grpSpMk id="108" creationId="{41E7BE38-DDC9-EF93-E6B9-107524F7EBDB}"/>
          </ac:grpSpMkLst>
        </pc:grpChg>
        <pc:grpChg chg="add mod">
          <ac:chgData name="Amal R Babu" userId="3a292d0a-112b-4bc3-bf38-7771656893d2" providerId="ADAL" clId="{992600FB-E5A2-48A8-ADC9-6968E10B5B48}" dt="2022-11-30T07:54:19.687" v="3609"/>
          <ac:grpSpMkLst>
            <pc:docMk/>
            <pc:sldMk cId="456502387" sldId="262"/>
            <ac:grpSpMk id="113" creationId="{2055F4B6-1288-D5BF-5A88-A250134D8D9A}"/>
          </ac:grpSpMkLst>
        </pc:grpChg>
        <pc:grpChg chg="add del mod">
          <ac:chgData name="Amal R Babu" userId="3a292d0a-112b-4bc3-bf38-7771656893d2" providerId="ADAL" clId="{992600FB-E5A2-48A8-ADC9-6968E10B5B48}" dt="2022-11-28T11:45:55.543" v="1744" actId="165"/>
          <ac:grpSpMkLst>
            <pc:docMk/>
            <pc:sldMk cId="456502387" sldId="262"/>
            <ac:grpSpMk id="118" creationId="{043633F5-D95C-EC44-6A2C-9669320F44C5}"/>
          </ac:grpSpMkLst>
        </pc:grpChg>
        <pc:grpChg chg="add del mod">
          <ac:chgData name="Amal R Babu" userId="3a292d0a-112b-4bc3-bf38-7771656893d2" providerId="ADAL" clId="{992600FB-E5A2-48A8-ADC9-6968E10B5B48}" dt="2022-11-28T11:45:55.543" v="1744" actId="165"/>
          <ac:grpSpMkLst>
            <pc:docMk/>
            <pc:sldMk cId="456502387" sldId="262"/>
            <ac:grpSpMk id="119" creationId="{0DF1CE87-FF9F-4ABD-99E2-64093BAC45F2}"/>
          </ac:grpSpMkLst>
        </pc:grpChg>
        <pc:grpChg chg="add del mod">
          <ac:chgData name="Amal R Babu" userId="3a292d0a-112b-4bc3-bf38-7771656893d2" providerId="ADAL" clId="{992600FB-E5A2-48A8-ADC9-6968E10B5B48}" dt="2022-11-28T11:45:55.543" v="1744" actId="165"/>
          <ac:grpSpMkLst>
            <pc:docMk/>
            <pc:sldMk cId="456502387" sldId="262"/>
            <ac:grpSpMk id="125" creationId="{6E4031DC-731A-7149-00FF-2FEEDAFF38D5}"/>
          </ac:grpSpMkLst>
        </pc:grpChg>
        <pc:grpChg chg="add del mod">
          <ac:chgData name="Amal R Babu" userId="3a292d0a-112b-4bc3-bf38-7771656893d2" providerId="ADAL" clId="{992600FB-E5A2-48A8-ADC9-6968E10B5B48}" dt="2022-11-28T11:45:55.543" v="1744" actId="165"/>
          <ac:grpSpMkLst>
            <pc:docMk/>
            <pc:sldMk cId="456502387" sldId="262"/>
            <ac:grpSpMk id="131" creationId="{A3FC7376-6A9C-022F-0BBE-FD482A2F010A}"/>
          </ac:grpSpMkLst>
        </pc:grpChg>
        <pc:grpChg chg="add del mod">
          <ac:chgData name="Amal R Babu" userId="3a292d0a-112b-4bc3-bf38-7771656893d2" providerId="ADAL" clId="{992600FB-E5A2-48A8-ADC9-6968E10B5B48}" dt="2022-11-28T11:45:55.543" v="1744" actId="165"/>
          <ac:grpSpMkLst>
            <pc:docMk/>
            <pc:sldMk cId="456502387" sldId="262"/>
            <ac:grpSpMk id="137" creationId="{6D73F774-5F43-C017-D7A1-E8832562B9FF}"/>
          </ac:grpSpMkLst>
        </pc:grpChg>
        <pc:picChg chg="add mod">
          <ac:chgData name="Amal R Babu" userId="3a292d0a-112b-4bc3-bf38-7771656893d2" providerId="ADAL" clId="{992600FB-E5A2-48A8-ADC9-6968E10B5B48}" dt="2022-12-07T05:34:37.213" v="3701" actId="27614"/>
          <ac:picMkLst>
            <pc:docMk/>
            <pc:sldMk cId="456502387" sldId="262"/>
            <ac:picMk id="16" creationId="{1AA25A56-E0D3-7B53-02A1-4B40A5E1E107}"/>
          </ac:picMkLst>
        </pc:picChg>
        <pc:picChg chg="add del mod">
          <ac:chgData name="Amal R Babu" userId="3a292d0a-112b-4bc3-bf38-7771656893d2" providerId="ADAL" clId="{992600FB-E5A2-48A8-ADC9-6968E10B5B48}" dt="2022-12-07T05:34:17.085" v="3696" actId="478"/>
          <ac:picMkLst>
            <pc:docMk/>
            <pc:sldMk cId="456502387" sldId="262"/>
            <ac:picMk id="18" creationId="{FD893C51-FC2A-8102-8654-BE56641F31C7}"/>
          </ac:picMkLst>
        </pc:picChg>
        <pc:picChg chg="add del mod">
          <ac:chgData name="Amal R Babu" userId="3a292d0a-112b-4bc3-bf38-7771656893d2" providerId="ADAL" clId="{992600FB-E5A2-48A8-ADC9-6968E10B5B48}" dt="2022-11-28T11:32:04.674" v="1597" actId="27803"/>
          <ac:picMkLst>
            <pc:docMk/>
            <pc:sldMk cId="456502387" sldId="262"/>
            <ac:picMk id="39" creationId="{C49DC037-2E1F-5B53-BD34-03E45A272489}"/>
          </ac:picMkLst>
        </pc:picChg>
        <pc:picChg chg="mod">
          <ac:chgData name="Amal R Babu" userId="3a292d0a-112b-4bc3-bf38-7771656893d2" providerId="ADAL" clId="{992600FB-E5A2-48A8-ADC9-6968E10B5B48}" dt="2022-11-30T07:54:19.687" v="3609"/>
          <ac:picMkLst>
            <pc:docMk/>
            <pc:sldMk cId="456502387" sldId="262"/>
            <ac:picMk id="63" creationId="{4A7CEB4A-3D62-145B-75E6-20D1BA3EB288}"/>
          </ac:picMkLst>
        </pc:picChg>
        <pc:picChg chg="add del mod">
          <ac:chgData name="Amal R Babu" userId="3a292d0a-112b-4bc3-bf38-7771656893d2" providerId="ADAL" clId="{992600FB-E5A2-48A8-ADC9-6968E10B5B48}" dt="2022-11-28T11:33:59.504" v="1624" actId="27803"/>
          <ac:picMkLst>
            <pc:docMk/>
            <pc:sldMk cId="456502387" sldId="262"/>
            <ac:picMk id="78" creationId="{46351F29-5C30-8863-2E31-A56E7B420E79}"/>
          </ac:picMkLst>
        </pc:picChg>
        <pc:picChg chg="add mod topLvl">
          <ac:chgData name="Amal R Babu" userId="3a292d0a-112b-4bc3-bf38-7771656893d2" providerId="ADAL" clId="{992600FB-E5A2-48A8-ADC9-6968E10B5B48}" dt="2022-11-28T11:44:04.258" v="1724" actId="165"/>
          <ac:picMkLst>
            <pc:docMk/>
            <pc:sldMk cId="456502387" sldId="262"/>
            <ac:picMk id="101" creationId="{9D01849E-579C-F074-697C-09610E68C1E2}"/>
          </ac:picMkLst>
        </pc:picChg>
        <pc:picChg chg="add del">
          <ac:chgData name="Amal R Babu" userId="3a292d0a-112b-4bc3-bf38-7771656893d2" providerId="ADAL" clId="{992600FB-E5A2-48A8-ADC9-6968E10B5B48}" dt="2022-11-28T11:59:10.024" v="1834" actId="22"/>
          <ac:picMkLst>
            <pc:docMk/>
            <pc:sldMk cId="456502387" sldId="262"/>
            <ac:picMk id="144" creationId="{DCC7A64F-2DA0-1850-CB86-4F18FAF010A9}"/>
          </ac:picMkLst>
        </pc:picChg>
        <pc:cxnChg chg="del">
          <ac:chgData name="Amal R Babu" userId="3a292d0a-112b-4bc3-bf38-7771656893d2" providerId="ADAL" clId="{992600FB-E5A2-48A8-ADC9-6968E10B5B48}" dt="2022-11-30T07:54:19.126" v="3608" actId="478"/>
          <ac:cxnSpMkLst>
            <pc:docMk/>
            <pc:sldMk cId="456502387" sldId="262"/>
            <ac:cxnSpMk id="7" creationId="{1C225904-9D2F-F0C8-8BBE-32DEDB3F8B8F}"/>
          </ac:cxnSpMkLst>
        </pc:cxnChg>
        <pc:cxnChg chg="mod">
          <ac:chgData name="Amal R Babu" userId="3a292d0a-112b-4bc3-bf38-7771656893d2" providerId="ADAL" clId="{992600FB-E5A2-48A8-ADC9-6968E10B5B48}" dt="2022-11-28T11:45:13.565" v="1737" actId="164"/>
          <ac:cxnSpMkLst>
            <pc:docMk/>
            <pc:sldMk cId="456502387" sldId="262"/>
            <ac:cxnSpMk id="42" creationId="{832D93DA-7362-88DB-1178-043B0197C6E0}"/>
          </ac:cxnSpMkLst>
        </pc:cxnChg>
        <pc:cxnChg chg="add mod">
          <ac:chgData name="Amal R Babu" userId="3a292d0a-112b-4bc3-bf38-7771656893d2" providerId="ADAL" clId="{992600FB-E5A2-48A8-ADC9-6968E10B5B48}" dt="2022-11-30T07:54:19.687" v="3609"/>
          <ac:cxnSpMkLst>
            <pc:docMk/>
            <pc:sldMk cId="456502387" sldId="262"/>
            <ac:cxnSpMk id="91" creationId="{D8D7C6A5-AEEB-C163-3CF0-8A2E57387A77}"/>
          </ac:cxnSpMkLst>
        </pc:cxnChg>
        <pc:cxnChg chg="mod">
          <ac:chgData name="Amal R Babu" userId="3a292d0a-112b-4bc3-bf38-7771656893d2" providerId="ADAL" clId="{992600FB-E5A2-48A8-ADC9-6968E10B5B48}" dt="2022-11-28T11:45:12.885" v="1736" actId="571"/>
          <ac:cxnSpMkLst>
            <pc:docMk/>
            <pc:sldMk cId="456502387" sldId="262"/>
            <ac:cxnSpMk id="107" creationId="{F0F3D56D-6E41-F7FE-B528-5BCFA89D1182}"/>
          </ac:cxnSpMkLst>
        </pc:cxnChg>
      </pc:sldChg>
      <pc:sldChg chg="addSp delSp modSp add mod ord modClrScheme chgLayout">
        <pc:chgData name="Amal R Babu" userId="3a292d0a-112b-4bc3-bf38-7771656893d2" providerId="ADAL" clId="{992600FB-E5A2-48A8-ADC9-6968E10B5B48}" dt="2022-12-07T05:42:01.818" v="3717"/>
        <pc:sldMkLst>
          <pc:docMk/>
          <pc:sldMk cId="2364773439" sldId="263"/>
        </pc:sldMkLst>
        <pc:spChg chg="add mod">
          <ac:chgData name="Amal R Babu" userId="3a292d0a-112b-4bc3-bf38-7771656893d2" providerId="ADAL" clId="{992600FB-E5A2-48A8-ADC9-6968E10B5B48}" dt="2022-11-30T07:54:52.591" v="3617" actId="207"/>
          <ac:spMkLst>
            <pc:docMk/>
            <pc:sldMk cId="2364773439" sldId="263"/>
            <ac:spMk id="2" creationId="{9442A860-D4CC-48E4-0F0E-B4479E74D3CB}"/>
          </ac:spMkLst>
        </pc:spChg>
        <pc:spChg chg="mod">
          <ac:chgData name="Amal R Babu" userId="3a292d0a-112b-4bc3-bf38-7771656893d2" providerId="ADAL" clId="{992600FB-E5A2-48A8-ADC9-6968E10B5B48}" dt="2022-11-30T07:54:43.570" v="3614" actId="34135"/>
          <ac:spMkLst>
            <pc:docMk/>
            <pc:sldMk cId="2364773439" sldId="263"/>
            <ac:spMk id="3" creationId="{1025ACCD-BEFE-4057-D0DA-23300AB28132}"/>
          </ac:spMkLst>
        </pc:spChg>
        <pc:spChg chg="del">
          <ac:chgData name="Amal R Babu" userId="3a292d0a-112b-4bc3-bf38-7771656893d2" providerId="ADAL" clId="{992600FB-E5A2-48A8-ADC9-6968E10B5B48}" dt="2022-11-30T07:54:46.590" v="3615" actId="478"/>
          <ac:spMkLst>
            <pc:docMk/>
            <pc:sldMk cId="2364773439" sldId="263"/>
            <ac:spMk id="9" creationId="{67D53DBD-07C2-B89B-2A5E-6EA3F0CE967B}"/>
          </ac:spMkLst>
        </pc:spChg>
        <pc:spChg chg="mod">
          <ac:chgData name="Amal R Babu" userId="3a292d0a-112b-4bc3-bf38-7771656893d2" providerId="ADAL" clId="{992600FB-E5A2-48A8-ADC9-6968E10B5B48}" dt="2022-12-07T05:42:01.818" v="3717"/>
          <ac:spMkLst>
            <pc:docMk/>
            <pc:sldMk cId="2364773439" sldId="263"/>
            <ac:spMk id="9" creationId="{86E04132-DD40-D888-227A-2FF55C8155AC}"/>
          </ac:spMkLst>
        </pc:spChg>
        <pc:spChg chg="add del mod">
          <ac:chgData name="Amal R Babu" userId="3a292d0a-112b-4bc3-bf38-7771656893d2" providerId="ADAL" clId="{992600FB-E5A2-48A8-ADC9-6968E10B5B48}" dt="2022-11-28T12:02:18.454" v="1887" actId="700"/>
          <ac:spMkLst>
            <pc:docMk/>
            <pc:sldMk cId="2364773439" sldId="263"/>
            <ac:spMk id="10" creationId="{46699290-2E8C-1A15-E058-649666D1EC61}"/>
          </ac:spMkLst>
        </pc:spChg>
        <pc:spChg chg="add mod">
          <ac:chgData name="Amal R Babu" userId="3a292d0a-112b-4bc3-bf38-7771656893d2" providerId="ADAL" clId="{992600FB-E5A2-48A8-ADC9-6968E10B5B48}" dt="2022-11-30T07:54:55.752" v="3618" actId="207"/>
          <ac:spMkLst>
            <pc:docMk/>
            <pc:sldMk cId="2364773439" sldId="263"/>
            <ac:spMk id="10" creationId="{BF327C5E-38B8-FD40-1008-B590C0F45809}"/>
          </ac:spMkLst>
        </pc:spChg>
        <pc:spChg chg="add mod">
          <ac:chgData name="Amal R Babu" userId="3a292d0a-112b-4bc3-bf38-7771656893d2" providerId="ADAL" clId="{992600FB-E5A2-48A8-ADC9-6968E10B5B48}" dt="2022-11-30T07:54:47.171" v="3616"/>
          <ac:spMkLst>
            <pc:docMk/>
            <pc:sldMk cId="2364773439" sldId="263"/>
            <ac:spMk id="11" creationId="{FA5F6DEF-A67E-12EF-EBE3-29B48FCD1581}"/>
          </ac:spMkLst>
        </pc:spChg>
        <pc:spChg chg="add mod">
          <ac:chgData name="Amal R Babu" userId="3a292d0a-112b-4bc3-bf38-7771656893d2" providerId="ADAL" clId="{992600FB-E5A2-48A8-ADC9-6968E10B5B48}" dt="2022-11-30T07:54:47.171" v="3616"/>
          <ac:spMkLst>
            <pc:docMk/>
            <pc:sldMk cId="2364773439" sldId="263"/>
            <ac:spMk id="12" creationId="{2FA9CCA2-3810-299D-1E7F-F8776D90F925}"/>
          </ac:spMkLst>
        </pc:spChg>
        <pc:spChg chg="add del mod">
          <ac:chgData name="Amal R Babu" userId="3a292d0a-112b-4bc3-bf38-7771656893d2" providerId="ADAL" clId="{992600FB-E5A2-48A8-ADC9-6968E10B5B48}" dt="2022-11-28T12:02:18.454" v="1887" actId="700"/>
          <ac:spMkLst>
            <pc:docMk/>
            <pc:sldMk cId="2364773439" sldId="263"/>
            <ac:spMk id="12" creationId="{91C85C31-8D24-778D-BA8E-0639A5B2D0E3}"/>
          </ac:spMkLst>
        </pc:spChg>
        <pc:spChg chg="del">
          <ac:chgData name="Amal R Babu" userId="3a292d0a-112b-4bc3-bf38-7771656893d2" providerId="ADAL" clId="{992600FB-E5A2-48A8-ADC9-6968E10B5B48}" dt="2022-11-30T07:54:46.590" v="3615" actId="478"/>
          <ac:spMkLst>
            <pc:docMk/>
            <pc:sldMk cId="2364773439" sldId="263"/>
            <ac:spMk id="13" creationId="{4F3E08FA-4C08-7258-FA22-03C53F09604C}"/>
          </ac:spMkLst>
        </pc:spChg>
        <pc:spChg chg="mod">
          <ac:chgData name="Amal R Babu" userId="3a292d0a-112b-4bc3-bf38-7771656893d2" providerId="ADAL" clId="{992600FB-E5A2-48A8-ADC9-6968E10B5B48}" dt="2022-12-07T05:42:01.818" v="3717"/>
          <ac:spMkLst>
            <pc:docMk/>
            <pc:sldMk cId="2364773439" sldId="263"/>
            <ac:spMk id="13" creationId="{9D1CF412-EA23-FA8F-EF03-64FEC15FC5C2}"/>
          </ac:spMkLst>
        </pc:spChg>
        <pc:spChg chg="add mod">
          <ac:chgData name="Amal R Babu" userId="3a292d0a-112b-4bc3-bf38-7771656893d2" providerId="ADAL" clId="{992600FB-E5A2-48A8-ADC9-6968E10B5B48}" dt="2022-11-30T07:54:47.171" v="3616"/>
          <ac:spMkLst>
            <pc:docMk/>
            <pc:sldMk cId="2364773439" sldId="263"/>
            <ac:spMk id="14" creationId="{0536EAAD-B702-7A4A-E8E3-E4CB0AE8781F}"/>
          </ac:spMkLst>
        </pc:spChg>
        <pc:spChg chg="add del mod">
          <ac:chgData name="Amal R Babu" userId="3a292d0a-112b-4bc3-bf38-7771656893d2" providerId="ADAL" clId="{992600FB-E5A2-48A8-ADC9-6968E10B5B48}" dt="2022-11-28T12:02:18.454" v="1887" actId="700"/>
          <ac:spMkLst>
            <pc:docMk/>
            <pc:sldMk cId="2364773439" sldId="263"/>
            <ac:spMk id="15" creationId="{26677975-BF37-C245-C43E-14044ED393B6}"/>
          </ac:spMkLst>
        </pc:spChg>
        <pc:spChg chg="del">
          <ac:chgData name="Amal R Babu" userId="3a292d0a-112b-4bc3-bf38-7771656893d2" providerId="ADAL" clId="{992600FB-E5A2-48A8-ADC9-6968E10B5B48}" dt="2022-11-30T07:54:46.590" v="3615" actId="478"/>
          <ac:spMkLst>
            <pc:docMk/>
            <pc:sldMk cId="2364773439" sldId="263"/>
            <ac:spMk id="16" creationId="{2913EB48-94F5-98C7-C275-915A1AD4D3EA}"/>
          </ac:spMkLst>
        </pc:spChg>
        <pc:spChg chg="del">
          <ac:chgData name="Amal R Babu" userId="3a292d0a-112b-4bc3-bf38-7771656893d2" providerId="ADAL" clId="{992600FB-E5A2-48A8-ADC9-6968E10B5B48}" dt="2022-11-30T07:54:46.590" v="3615" actId="478"/>
          <ac:spMkLst>
            <pc:docMk/>
            <pc:sldMk cId="2364773439" sldId="263"/>
            <ac:spMk id="17" creationId="{29D393BC-86FC-4CA8-8830-E874EA43EE28}"/>
          </ac:spMkLst>
        </pc:spChg>
        <pc:spChg chg="mod">
          <ac:chgData name="Amal R Babu" userId="3a292d0a-112b-4bc3-bf38-7771656893d2" providerId="ADAL" clId="{992600FB-E5A2-48A8-ADC9-6968E10B5B48}" dt="2022-12-07T05:42:01.818" v="3717"/>
          <ac:spMkLst>
            <pc:docMk/>
            <pc:sldMk cId="2364773439" sldId="263"/>
            <ac:spMk id="17" creationId="{40A466A9-4C65-A3A5-0762-2B090A939A8A}"/>
          </ac:spMkLst>
        </pc:spChg>
        <pc:spChg chg="mod">
          <ac:chgData name="Amal R Babu" userId="3a292d0a-112b-4bc3-bf38-7771656893d2" providerId="ADAL" clId="{992600FB-E5A2-48A8-ADC9-6968E10B5B48}" dt="2022-11-30T07:54:47.171" v="3616"/>
          <ac:spMkLst>
            <pc:docMk/>
            <pc:sldMk cId="2364773439" sldId="263"/>
            <ac:spMk id="18" creationId="{AEEADE66-51CC-E142-2DB8-DCA75220F358}"/>
          </ac:spMkLst>
        </pc:spChg>
        <pc:spChg chg="mod">
          <ac:chgData name="Amal R Babu" userId="3a292d0a-112b-4bc3-bf38-7771656893d2" providerId="ADAL" clId="{992600FB-E5A2-48A8-ADC9-6968E10B5B48}" dt="2022-12-07T05:42:01.818" v="3717"/>
          <ac:spMkLst>
            <pc:docMk/>
            <pc:sldMk cId="2364773439" sldId="263"/>
            <ac:spMk id="19" creationId="{8794D78F-E67C-04BF-C09E-C4A809C4CAD9}"/>
          </ac:spMkLst>
        </pc:spChg>
        <pc:spChg chg="del">
          <ac:chgData name="Amal R Babu" userId="3a292d0a-112b-4bc3-bf38-7771656893d2" providerId="ADAL" clId="{992600FB-E5A2-48A8-ADC9-6968E10B5B48}" dt="2022-11-30T07:54:46.590" v="3615" actId="478"/>
          <ac:spMkLst>
            <pc:docMk/>
            <pc:sldMk cId="2364773439" sldId="263"/>
            <ac:spMk id="19" creationId="{B5F22004-B568-5F9F-D315-B9048F8F933E}"/>
          </ac:spMkLst>
        </pc:spChg>
        <pc:spChg chg="del">
          <ac:chgData name="Amal R Babu" userId="3a292d0a-112b-4bc3-bf38-7771656893d2" providerId="ADAL" clId="{992600FB-E5A2-48A8-ADC9-6968E10B5B48}" dt="2022-11-30T07:54:46.590" v="3615" actId="478"/>
          <ac:spMkLst>
            <pc:docMk/>
            <pc:sldMk cId="2364773439" sldId="263"/>
            <ac:spMk id="20" creationId="{DBD7492E-2CD4-61A0-9EEE-CEE4E61AED9D}"/>
          </ac:spMkLst>
        </pc:spChg>
        <pc:spChg chg="del">
          <ac:chgData name="Amal R Babu" userId="3a292d0a-112b-4bc3-bf38-7771656893d2" providerId="ADAL" clId="{992600FB-E5A2-48A8-ADC9-6968E10B5B48}" dt="2022-11-30T07:54:46.590" v="3615" actId="478"/>
          <ac:spMkLst>
            <pc:docMk/>
            <pc:sldMk cId="2364773439" sldId="263"/>
            <ac:spMk id="21" creationId="{88AF1956-F7FB-2ADE-A3E7-1F7329C9752A}"/>
          </ac:spMkLst>
        </pc:spChg>
        <pc:spChg chg="del mod">
          <ac:chgData name="Amal R Babu" userId="3a292d0a-112b-4bc3-bf38-7771656893d2" providerId="ADAL" clId="{992600FB-E5A2-48A8-ADC9-6968E10B5B48}" dt="2022-11-30T07:54:46.590" v="3615" actId="478"/>
          <ac:spMkLst>
            <pc:docMk/>
            <pc:sldMk cId="2364773439" sldId="263"/>
            <ac:spMk id="22" creationId="{B8560F59-A67B-8514-2A4E-47A28A1A48B1}"/>
          </ac:spMkLst>
        </pc:spChg>
        <pc:spChg chg="mod topLvl">
          <ac:chgData name="Amal R Babu" userId="3a292d0a-112b-4bc3-bf38-7771656893d2" providerId="ADAL" clId="{992600FB-E5A2-48A8-ADC9-6968E10B5B48}" dt="2022-11-28T12:06:31.405" v="1934" actId="165"/>
          <ac:spMkLst>
            <pc:docMk/>
            <pc:sldMk cId="2364773439" sldId="263"/>
            <ac:spMk id="23" creationId="{44AF4737-265B-A328-3F66-0E2783658E82}"/>
          </ac:spMkLst>
        </pc:spChg>
        <pc:spChg chg="mod">
          <ac:chgData name="Amal R Babu" userId="3a292d0a-112b-4bc3-bf38-7771656893d2" providerId="ADAL" clId="{992600FB-E5A2-48A8-ADC9-6968E10B5B48}" dt="2022-11-30T07:54:47.171" v="3616"/>
          <ac:spMkLst>
            <pc:docMk/>
            <pc:sldMk cId="2364773439" sldId="263"/>
            <ac:spMk id="24" creationId="{CAD433C1-E419-7FEA-703B-20713AD1521F}"/>
          </ac:spMkLst>
        </pc:spChg>
        <pc:spChg chg="del">
          <ac:chgData name="Amal R Babu" userId="3a292d0a-112b-4bc3-bf38-7771656893d2" providerId="ADAL" clId="{992600FB-E5A2-48A8-ADC9-6968E10B5B48}" dt="2022-11-28T12:02:10.864" v="1885" actId="478"/>
          <ac:spMkLst>
            <pc:docMk/>
            <pc:sldMk cId="2364773439" sldId="263"/>
            <ac:spMk id="24" creationId="{F12158AF-6318-3219-D94C-78935A2C0820}"/>
          </ac:spMkLst>
        </pc:spChg>
        <pc:spChg chg="del">
          <ac:chgData name="Amal R Babu" userId="3a292d0a-112b-4bc3-bf38-7771656893d2" providerId="ADAL" clId="{992600FB-E5A2-48A8-ADC9-6968E10B5B48}" dt="2022-11-28T12:02:10.864" v="1885" actId="478"/>
          <ac:spMkLst>
            <pc:docMk/>
            <pc:sldMk cId="2364773439" sldId="263"/>
            <ac:spMk id="25" creationId="{463FB830-207A-F9DF-711A-DFFC3BEF6B19}"/>
          </ac:spMkLst>
        </pc:spChg>
        <pc:spChg chg="mod">
          <ac:chgData name="Amal R Babu" userId="3a292d0a-112b-4bc3-bf38-7771656893d2" providerId="ADAL" clId="{992600FB-E5A2-48A8-ADC9-6968E10B5B48}" dt="2022-11-30T07:54:47.171" v="3616"/>
          <ac:spMkLst>
            <pc:docMk/>
            <pc:sldMk cId="2364773439" sldId="263"/>
            <ac:spMk id="25" creationId="{DC1A2FF7-3037-51BA-B691-84C347E10CD8}"/>
          </ac:spMkLst>
        </pc:spChg>
        <pc:spChg chg="add mod">
          <ac:chgData name="Amal R Babu" userId="3a292d0a-112b-4bc3-bf38-7771656893d2" providerId="ADAL" clId="{992600FB-E5A2-48A8-ADC9-6968E10B5B48}" dt="2022-11-30T07:54:47.171" v="3616"/>
          <ac:spMkLst>
            <pc:docMk/>
            <pc:sldMk cId="2364773439" sldId="263"/>
            <ac:spMk id="26" creationId="{4D37D70B-BB0E-7618-2D4C-B89B231F572F}"/>
          </ac:spMkLst>
        </pc:spChg>
        <pc:spChg chg="add del mod">
          <ac:chgData name="Amal R Babu" userId="3a292d0a-112b-4bc3-bf38-7771656893d2" providerId="ADAL" clId="{992600FB-E5A2-48A8-ADC9-6968E10B5B48}" dt="2022-11-28T12:02:18.454" v="1887" actId="700"/>
          <ac:spMkLst>
            <pc:docMk/>
            <pc:sldMk cId="2364773439" sldId="263"/>
            <ac:spMk id="26" creationId="{678F0BBD-9B16-4BBA-F5CD-6D4D753803D5}"/>
          </ac:spMkLst>
        </pc:spChg>
        <pc:spChg chg="mod">
          <ac:chgData name="Amal R Babu" userId="3a292d0a-112b-4bc3-bf38-7771656893d2" providerId="ADAL" clId="{992600FB-E5A2-48A8-ADC9-6968E10B5B48}" dt="2022-11-28T12:01:16.384" v="1873" actId="207"/>
          <ac:spMkLst>
            <pc:docMk/>
            <pc:sldMk cId="2364773439" sldId="263"/>
            <ac:spMk id="27" creationId="{0B437083-C79F-3320-0862-0AE0534D9648}"/>
          </ac:spMkLst>
        </pc:spChg>
        <pc:spChg chg="mod">
          <ac:chgData name="Amal R Babu" userId="3a292d0a-112b-4bc3-bf38-7771656893d2" providerId="ADAL" clId="{992600FB-E5A2-48A8-ADC9-6968E10B5B48}" dt="2022-11-28T12:01:16.384" v="1873" actId="207"/>
          <ac:spMkLst>
            <pc:docMk/>
            <pc:sldMk cId="2364773439" sldId="263"/>
            <ac:spMk id="28" creationId="{3A74A947-106C-8861-FA4A-4F68E2601555}"/>
          </ac:spMkLst>
        </pc:spChg>
        <pc:spChg chg="mod">
          <ac:chgData name="Amal R Babu" userId="3a292d0a-112b-4bc3-bf38-7771656893d2" providerId="ADAL" clId="{992600FB-E5A2-48A8-ADC9-6968E10B5B48}" dt="2022-11-28T12:01:16.384" v="1873" actId="207"/>
          <ac:spMkLst>
            <pc:docMk/>
            <pc:sldMk cId="2364773439" sldId="263"/>
            <ac:spMk id="29" creationId="{D2697409-DA9B-84CF-C5C5-4FA11D3D158F}"/>
          </ac:spMkLst>
        </pc:spChg>
        <pc:spChg chg="add mod">
          <ac:chgData name="Amal R Babu" userId="3a292d0a-112b-4bc3-bf38-7771656893d2" providerId="ADAL" clId="{992600FB-E5A2-48A8-ADC9-6968E10B5B48}" dt="2022-11-28T12:02:59.233" v="1897" actId="20577"/>
          <ac:spMkLst>
            <pc:docMk/>
            <pc:sldMk cId="2364773439" sldId="263"/>
            <ac:spMk id="31" creationId="{7613A1A9-A5EF-4DF8-3E0E-30ECF36C51EE}"/>
          </ac:spMkLst>
        </pc:spChg>
        <pc:spChg chg="add del mod">
          <ac:chgData name="Amal R Babu" userId="3a292d0a-112b-4bc3-bf38-7771656893d2" providerId="ADAL" clId="{992600FB-E5A2-48A8-ADC9-6968E10B5B48}" dt="2022-11-28T12:03:23.575" v="1903" actId="478"/>
          <ac:spMkLst>
            <pc:docMk/>
            <pc:sldMk cId="2364773439" sldId="263"/>
            <ac:spMk id="32" creationId="{BDABE8D1-AD9E-1D90-CEB5-622C425052B1}"/>
          </ac:spMkLst>
        </pc:spChg>
        <pc:spChg chg="del">
          <ac:chgData name="Amal R Babu" userId="3a292d0a-112b-4bc3-bf38-7771656893d2" providerId="ADAL" clId="{992600FB-E5A2-48A8-ADC9-6968E10B5B48}" dt="2022-11-30T07:54:46.590" v="3615" actId="478"/>
          <ac:spMkLst>
            <pc:docMk/>
            <pc:sldMk cId="2364773439" sldId="263"/>
            <ac:spMk id="33" creationId="{06426368-13B9-05ED-7B4E-48B8C7532F65}"/>
          </ac:spMkLst>
        </pc:spChg>
        <pc:spChg chg="del">
          <ac:chgData name="Amal R Babu" userId="3a292d0a-112b-4bc3-bf38-7771656893d2" providerId="ADAL" clId="{992600FB-E5A2-48A8-ADC9-6968E10B5B48}" dt="2022-11-30T07:54:46.590" v="3615" actId="478"/>
          <ac:spMkLst>
            <pc:docMk/>
            <pc:sldMk cId="2364773439" sldId="263"/>
            <ac:spMk id="34" creationId="{15C24E6E-5086-DAC3-E400-3CB725E13353}"/>
          </ac:spMkLst>
        </pc:spChg>
        <pc:spChg chg="del">
          <ac:chgData name="Amal R Babu" userId="3a292d0a-112b-4bc3-bf38-7771656893d2" providerId="ADAL" clId="{992600FB-E5A2-48A8-ADC9-6968E10B5B48}" dt="2022-11-30T07:54:46.590" v="3615" actId="478"/>
          <ac:spMkLst>
            <pc:docMk/>
            <pc:sldMk cId="2364773439" sldId="263"/>
            <ac:spMk id="35" creationId="{D7FACB4C-BCA4-434A-8FA8-F4D0A8D4C109}"/>
          </ac:spMkLst>
        </pc:spChg>
        <pc:spChg chg="add mod topLvl">
          <ac:chgData name="Amal R Babu" userId="3a292d0a-112b-4bc3-bf38-7771656893d2" providerId="ADAL" clId="{992600FB-E5A2-48A8-ADC9-6968E10B5B48}" dt="2022-11-28T12:06:31.405" v="1934" actId="165"/>
          <ac:spMkLst>
            <pc:docMk/>
            <pc:sldMk cId="2364773439" sldId="263"/>
            <ac:spMk id="36" creationId="{4DC967C5-83A7-AD1A-BBC7-D3A104DE021D}"/>
          </ac:spMkLst>
        </pc:spChg>
        <pc:spChg chg="add mod topLvl">
          <ac:chgData name="Amal R Babu" userId="3a292d0a-112b-4bc3-bf38-7771656893d2" providerId="ADAL" clId="{992600FB-E5A2-48A8-ADC9-6968E10B5B48}" dt="2022-11-28T12:06:31.405" v="1934" actId="165"/>
          <ac:spMkLst>
            <pc:docMk/>
            <pc:sldMk cId="2364773439" sldId="263"/>
            <ac:spMk id="37" creationId="{34F596A3-D6A5-20F5-27B0-AFB77A63F95B}"/>
          </ac:spMkLst>
        </pc:spChg>
        <pc:spChg chg="del">
          <ac:chgData name="Amal R Babu" userId="3a292d0a-112b-4bc3-bf38-7771656893d2" providerId="ADAL" clId="{992600FB-E5A2-48A8-ADC9-6968E10B5B48}" dt="2022-11-28T12:02:10.864" v="1885" actId="478"/>
          <ac:spMkLst>
            <pc:docMk/>
            <pc:sldMk cId="2364773439" sldId="263"/>
            <ac:spMk id="38" creationId="{2C698C38-9263-C833-2790-1B56D04A60D9}"/>
          </ac:spMkLst>
        </pc:spChg>
        <pc:spChg chg="mod">
          <ac:chgData name="Amal R Babu" userId="3a292d0a-112b-4bc3-bf38-7771656893d2" providerId="ADAL" clId="{992600FB-E5A2-48A8-ADC9-6968E10B5B48}" dt="2022-11-30T07:54:47.171" v="3616"/>
          <ac:spMkLst>
            <pc:docMk/>
            <pc:sldMk cId="2364773439" sldId="263"/>
            <ac:spMk id="38" creationId="{62D786AF-FE16-2232-EAD1-2647CD5A70BB}"/>
          </ac:spMkLst>
        </pc:spChg>
        <pc:spChg chg="add mod topLvl">
          <ac:chgData name="Amal R Babu" userId="3a292d0a-112b-4bc3-bf38-7771656893d2" providerId="ADAL" clId="{992600FB-E5A2-48A8-ADC9-6968E10B5B48}" dt="2022-11-28T12:06:31.405" v="1934" actId="165"/>
          <ac:spMkLst>
            <pc:docMk/>
            <pc:sldMk cId="2364773439" sldId="263"/>
            <ac:spMk id="39" creationId="{FF6C9467-5B08-8BAB-F1CB-37ED726D228E}"/>
          </ac:spMkLst>
        </pc:spChg>
        <pc:spChg chg="del">
          <ac:chgData name="Amal R Babu" userId="3a292d0a-112b-4bc3-bf38-7771656893d2" providerId="ADAL" clId="{992600FB-E5A2-48A8-ADC9-6968E10B5B48}" dt="2022-11-30T06:30:55.438" v="3452" actId="478"/>
          <ac:spMkLst>
            <pc:docMk/>
            <pc:sldMk cId="2364773439" sldId="263"/>
            <ac:spMk id="43" creationId="{4085F982-777E-59AD-4DB4-B07024AB9EAF}"/>
          </ac:spMkLst>
        </pc:spChg>
        <pc:spChg chg="mod topLvl">
          <ac:chgData name="Amal R Babu" userId="3a292d0a-112b-4bc3-bf38-7771656893d2" providerId="ADAL" clId="{992600FB-E5A2-48A8-ADC9-6968E10B5B48}" dt="2022-11-28T12:06:31.405" v="1934" actId="165"/>
          <ac:spMkLst>
            <pc:docMk/>
            <pc:sldMk cId="2364773439" sldId="263"/>
            <ac:spMk id="45" creationId="{B256E905-DA71-294B-7F7C-C652F54C3A6E}"/>
          </ac:spMkLst>
        </pc:spChg>
        <pc:spChg chg="mod topLvl">
          <ac:chgData name="Amal R Babu" userId="3a292d0a-112b-4bc3-bf38-7771656893d2" providerId="ADAL" clId="{992600FB-E5A2-48A8-ADC9-6968E10B5B48}" dt="2022-11-28T12:06:31.405" v="1934" actId="165"/>
          <ac:spMkLst>
            <pc:docMk/>
            <pc:sldMk cId="2364773439" sldId="263"/>
            <ac:spMk id="46" creationId="{188EFA61-DB70-DAFC-31DC-BDC96A80EEA8}"/>
          </ac:spMkLst>
        </pc:spChg>
        <pc:spChg chg="mod topLvl">
          <ac:chgData name="Amal R Babu" userId="3a292d0a-112b-4bc3-bf38-7771656893d2" providerId="ADAL" clId="{992600FB-E5A2-48A8-ADC9-6968E10B5B48}" dt="2022-11-28T12:06:36.154" v="1936" actId="20577"/>
          <ac:spMkLst>
            <pc:docMk/>
            <pc:sldMk cId="2364773439" sldId="263"/>
            <ac:spMk id="48" creationId="{87923580-32B6-08A6-F477-AC680FDF33FA}"/>
          </ac:spMkLst>
        </pc:spChg>
        <pc:spChg chg="del">
          <ac:chgData name="Amal R Babu" userId="3a292d0a-112b-4bc3-bf38-7771656893d2" providerId="ADAL" clId="{992600FB-E5A2-48A8-ADC9-6968E10B5B48}" dt="2022-11-30T07:54:46.590" v="3615" actId="478"/>
          <ac:spMkLst>
            <pc:docMk/>
            <pc:sldMk cId="2364773439" sldId="263"/>
            <ac:spMk id="50" creationId="{0E2B6178-FB2D-9772-47AD-87A734026875}"/>
          </ac:spMkLst>
        </pc:spChg>
        <pc:spChg chg="mod topLvl">
          <ac:chgData name="Amal R Babu" userId="3a292d0a-112b-4bc3-bf38-7771656893d2" providerId="ADAL" clId="{992600FB-E5A2-48A8-ADC9-6968E10B5B48}" dt="2022-11-28T12:07:04.011" v="1948" actId="20577"/>
          <ac:spMkLst>
            <pc:docMk/>
            <pc:sldMk cId="2364773439" sldId="263"/>
            <ac:spMk id="51" creationId="{0AE6C7DB-54A3-306D-51D7-F9A62821BC12}"/>
          </ac:spMkLst>
        </pc:spChg>
        <pc:spChg chg="mod">
          <ac:chgData name="Amal R Babu" userId="3a292d0a-112b-4bc3-bf38-7771656893d2" providerId="ADAL" clId="{992600FB-E5A2-48A8-ADC9-6968E10B5B48}" dt="2022-11-30T07:54:47.171" v="3616"/>
          <ac:spMkLst>
            <pc:docMk/>
            <pc:sldMk cId="2364773439" sldId="263"/>
            <ac:spMk id="52" creationId="{A51E1879-0983-793E-8C67-35ADC92A94D4}"/>
          </ac:spMkLst>
        </pc:spChg>
        <pc:spChg chg="del mod">
          <ac:chgData name="Amal R Babu" userId="3a292d0a-112b-4bc3-bf38-7771656893d2" providerId="ADAL" clId="{992600FB-E5A2-48A8-ADC9-6968E10B5B48}" dt="2022-11-30T07:54:46.590" v="3615" actId="478"/>
          <ac:spMkLst>
            <pc:docMk/>
            <pc:sldMk cId="2364773439" sldId="263"/>
            <ac:spMk id="55" creationId="{A2C13AB5-7A64-00F4-ECBF-90F667E097CA}"/>
          </ac:spMkLst>
        </pc:spChg>
        <pc:spChg chg="mod topLvl">
          <ac:chgData name="Amal R Babu" userId="3a292d0a-112b-4bc3-bf38-7771656893d2" providerId="ADAL" clId="{992600FB-E5A2-48A8-ADC9-6968E10B5B48}" dt="2022-11-28T12:06:31.405" v="1934" actId="165"/>
          <ac:spMkLst>
            <pc:docMk/>
            <pc:sldMk cId="2364773439" sldId="263"/>
            <ac:spMk id="56" creationId="{9BA740F2-8C9A-B970-BF59-F06421B1D7DA}"/>
          </ac:spMkLst>
        </pc:spChg>
        <pc:spChg chg="mod topLvl">
          <ac:chgData name="Amal R Babu" userId="3a292d0a-112b-4bc3-bf38-7771656893d2" providerId="ADAL" clId="{992600FB-E5A2-48A8-ADC9-6968E10B5B48}" dt="2022-11-28T12:06:31.405" v="1934" actId="165"/>
          <ac:spMkLst>
            <pc:docMk/>
            <pc:sldMk cId="2364773439" sldId="263"/>
            <ac:spMk id="57" creationId="{D7028E34-DEE1-21AF-1D83-2D82580FAEB2}"/>
          </ac:spMkLst>
        </pc:spChg>
        <pc:spChg chg="del">
          <ac:chgData name="Amal R Babu" userId="3a292d0a-112b-4bc3-bf38-7771656893d2" providerId="ADAL" clId="{992600FB-E5A2-48A8-ADC9-6968E10B5B48}" dt="2022-11-30T07:54:46.590" v="3615" actId="478"/>
          <ac:spMkLst>
            <pc:docMk/>
            <pc:sldMk cId="2364773439" sldId="263"/>
            <ac:spMk id="58" creationId="{84827C04-91A4-59E2-705C-138BA0A13DA9}"/>
          </ac:spMkLst>
        </pc:spChg>
        <pc:spChg chg="mod topLvl">
          <ac:chgData name="Amal R Babu" userId="3a292d0a-112b-4bc3-bf38-7771656893d2" providerId="ADAL" clId="{992600FB-E5A2-48A8-ADC9-6968E10B5B48}" dt="2022-11-28T12:06:40.609" v="1938" actId="20577"/>
          <ac:spMkLst>
            <pc:docMk/>
            <pc:sldMk cId="2364773439" sldId="263"/>
            <ac:spMk id="59" creationId="{6D780EB8-AF77-C957-0C50-B6CC014553E1}"/>
          </ac:spMkLst>
        </pc:spChg>
        <pc:spChg chg="mod topLvl">
          <ac:chgData name="Amal R Babu" userId="3a292d0a-112b-4bc3-bf38-7771656893d2" providerId="ADAL" clId="{992600FB-E5A2-48A8-ADC9-6968E10B5B48}" dt="2022-11-28T12:07:12.777" v="1951"/>
          <ac:spMkLst>
            <pc:docMk/>
            <pc:sldMk cId="2364773439" sldId="263"/>
            <ac:spMk id="60" creationId="{A182E973-9E5E-248B-72F7-B3EB6FB871AC}"/>
          </ac:spMkLst>
        </pc:spChg>
        <pc:spChg chg="mod">
          <ac:chgData name="Amal R Babu" userId="3a292d0a-112b-4bc3-bf38-7771656893d2" providerId="ADAL" clId="{992600FB-E5A2-48A8-ADC9-6968E10B5B48}" dt="2022-11-30T07:54:47.171" v="3616"/>
          <ac:spMkLst>
            <pc:docMk/>
            <pc:sldMk cId="2364773439" sldId="263"/>
            <ac:spMk id="61" creationId="{CF707A24-BB37-2310-5D3D-D5FF23E3A4BC}"/>
          </ac:spMkLst>
        </pc:spChg>
        <pc:spChg chg="mod topLvl">
          <ac:chgData name="Amal R Babu" userId="3a292d0a-112b-4bc3-bf38-7771656893d2" providerId="ADAL" clId="{992600FB-E5A2-48A8-ADC9-6968E10B5B48}" dt="2022-11-28T12:06:31.405" v="1934" actId="165"/>
          <ac:spMkLst>
            <pc:docMk/>
            <pc:sldMk cId="2364773439" sldId="263"/>
            <ac:spMk id="63" creationId="{47AFAA0F-4912-A9E2-F38E-0D53833DD103}"/>
          </ac:spMkLst>
        </pc:spChg>
        <pc:spChg chg="mod topLvl">
          <ac:chgData name="Amal R Babu" userId="3a292d0a-112b-4bc3-bf38-7771656893d2" providerId="ADAL" clId="{992600FB-E5A2-48A8-ADC9-6968E10B5B48}" dt="2022-11-28T12:06:31.405" v="1934" actId="165"/>
          <ac:spMkLst>
            <pc:docMk/>
            <pc:sldMk cId="2364773439" sldId="263"/>
            <ac:spMk id="66" creationId="{C800A48B-76D3-4A43-7A51-44D9C1E42F7E}"/>
          </ac:spMkLst>
        </pc:spChg>
        <pc:spChg chg="mod topLvl">
          <ac:chgData name="Amal R Babu" userId="3a292d0a-112b-4bc3-bf38-7771656893d2" providerId="ADAL" clId="{992600FB-E5A2-48A8-ADC9-6968E10B5B48}" dt="2022-11-28T12:06:43.267" v="1940" actId="20577"/>
          <ac:spMkLst>
            <pc:docMk/>
            <pc:sldMk cId="2364773439" sldId="263"/>
            <ac:spMk id="74" creationId="{D1EB0B5B-9B73-3AD3-B6AF-B8FD207D5402}"/>
          </ac:spMkLst>
        </pc:spChg>
        <pc:spChg chg="mod topLvl">
          <ac:chgData name="Amal R Babu" userId="3a292d0a-112b-4bc3-bf38-7771656893d2" providerId="ADAL" clId="{992600FB-E5A2-48A8-ADC9-6968E10B5B48}" dt="2022-11-28T12:07:34.681" v="1960"/>
          <ac:spMkLst>
            <pc:docMk/>
            <pc:sldMk cId="2364773439" sldId="263"/>
            <ac:spMk id="78" creationId="{245E1DAD-9FDE-65CC-54CB-E9BA20B4E466}"/>
          </ac:spMkLst>
        </pc:spChg>
        <pc:spChg chg="add mod">
          <ac:chgData name="Amal R Babu" userId="3a292d0a-112b-4bc3-bf38-7771656893d2" providerId="ADAL" clId="{992600FB-E5A2-48A8-ADC9-6968E10B5B48}" dt="2022-11-30T07:55:00.156" v="3619" actId="207"/>
          <ac:spMkLst>
            <pc:docMk/>
            <pc:sldMk cId="2364773439" sldId="263"/>
            <ac:spMk id="82" creationId="{AD4FDD65-F811-D90E-1CF7-966F2B4333FD}"/>
          </ac:spMkLst>
        </pc:spChg>
        <pc:spChg chg="mod topLvl">
          <ac:chgData name="Amal R Babu" userId="3a292d0a-112b-4bc3-bf38-7771656893d2" providerId="ADAL" clId="{992600FB-E5A2-48A8-ADC9-6968E10B5B48}" dt="2022-11-28T12:06:31.405" v="1934" actId="165"/>
          <ac:spMkLst>
            <pc:docMk/>
            <pc:sldMk cId="2364773439" sldId="263"/>
            <ac:spMk id="83" creationId="{7F4E7200-F011-20D7-7E51-EEBE8E188403}"/>
          </ac:spMkLst>
        </pc:spChg>
        <pc:spChg chg="mod topLvl">
          <ac:chgData name="Amal R Babu" userId="3a292d0a-112b-4bc3-bf38-7771656893d2" providerId="ADAL" clId="{992600FB-E5A2-48A8-ADC9-6968E10B5B48}" dt="2022-11-28T12:06:31.405" v="1934" actId="165"/>
          <ac:spMkLst>
            <pc:docMk/>
            <pc:sldMk cId="2364773439" sldId="263"/>
            <ac:spMk id="84" creationId="{4139E23D-6FED-647B-2EF0-D0E10A03FC5A}"/>
          </ac:spMkLst>
        </pc:spChg>
        <pc:spChg chg="mod topLvl">
          <ac:chgData name="Amal R Babu" userId="3a292d0a-112b-4bc3-bf38-7771656893d2" providerId="ADAL" clId="{992600FB-E5A2-48A8-ADC9-6968E10B5B48}" dt="2022-11-28T12:06:45.401" v="1942" actId="20577"/>
          <ac:spMkLst>
            <pc:docMk/>
            <pc:sldMk cId="2364773439" sldId="263"/>
            <ac:spMk id="85" creationId="{C92C8AEB-9893-870F-F370-F160552CB596}"/>
          </ac:spMkLst>
        </pc:spChg>
        <pc:spChg chg="mod topLvl">
          <ac:chgData name="Amal R Babu" userId="3a292d0a-112b-4bc3-bf38-7771656893d2" providerId="ADAL" clId="{992600FB-E5A2-48A8-ADC9-6968E10B5B48}" dt="2022-11-28T12:07:51.199" v="1964" actId="20577"/>
          <ac:spMkLst>
            <pc:docMk/>
            <pc:sldMk cId="2364773439" sldId="263"/>
            <ac:spMk id="86" creationId="{34EA9DF6-9A3A-9530-C30F-21570BAE9CD3}"/>
          </ac:spMkLst>
        </pc:spChg>
        <pc:spChg chg="mod topLvl">
          <ac:chgData name="Amal R Babu" userId="3a292d0a-112b-4bc3-bf38-7771656893d2" providerId="ADAL" clId="{992600FB-E5A2-48A8-ADC9-6968E10B5B48}" dt="2022-11-28T12:06:31.405" v="1934" actId="165"/>
          <ac:spMkLst>
            <pc:docMk/>
            <pc:sldMk cId="2364773439" sldId="263"/>
            <ac:spMk id="89" creationId="{5BAB56DE-FAC9-6A3E-70C7-04B2135E8766}"/>
          </ac:spMkLst>
        </pc:spChg>
        <pc:spChg chg="mod topLvl">
          <ac:chgData name="Amal R Babu" userId="3a292d0a-112b-4bc3-bf38-7771656893d2" providerId="ADAL" clId="{992600FB-E5A2-48A8-ADC9-6968E10B5B48}" dt="2022-11-28T12:06:31.405" v="1934" actId="165"/>
          <ac:spMkLst>
            <pc:docMk/>
            <pc:sldMk cId="2364773439" sldId="263"/>
            <ac:spMk id="90" creationId="{071ECFCC-5BFD-B535-758F-699047D40F04}"/>
          </ac:spMkLst>
        </pc:spChg>
        <pc:spChg chg="mod topLvl">
          <ac:chgData name="Amal R Babu" userId="3a292d0a-112b-4bc3-bf38-7771656893d2" providerId="ADAL" clId="{992600FB-E5A2-48A8-ADC9-6968E10B5B48}" dt="2022-11-28T12:06:47.742" v="1944" actId="20577"/>
          <ac:spMkLst>
            <pc:docMk/>
            <pc:sldMk cId="2364773439" sldId="263"/>
            <ac:spMk id="91" creationId="{691D0EC1-C3E0-F617-AFB4-7CDFEF32BEFE}"/>
          </ac:spMkLst>
        </pc:spChg>
        <pc:spChg chg="mod">
          <ac:chgData name="Amal R Babu" userId="3a292d0a-112b-4bc3-bf38-7771656893d2" providerId="ADAL" clId="{992600FB-E5A2-48A8-ADC9-6968E10B5B48}" dt="2022-11-28T12:01:34.673" v="1884" actId="20577"/>
          <ac:spMkLst>
            <pc:docMk/>
            <pc:sldMk cId="2364773439" sldId="263"/>
            <ac:spMk id="92" creationId="{232C2ADA-8B7B-4990-FB78-B27C9A79E87E}"/>
          </ac:spMkLst>
        </pc:spChg>
        <pc:spChg chg="mod topLvl">
          <ac:chgData name="Amal R Babu" userId="3a292d0a-112b-4bc3-bf38-7771656893d2" providerId="ADAL" clId="{992600FB-E5A2-48A8-ADC9-6968E10B5B48}" dt="2022-11-28T12:08:01.214" v="1968" actId="20577"/>
          <ac:spMkLst>
            <pc:docMk/>
            <pc:sldMk cId="2364773439" sldId="263"/>
            <ac:spMk id="93" creationId="{77069DE1-F4F9-E1DF-E2CB-86CB44A03F01}"/>
          </ac:spMkLst>
        </pc:spChg>
        <pc:spChg chg="add mod">
          <ac:chgData name="Amal R Babu" userId="3a292d0a-112b-4bc3-bf38-7771656893d2" providerId="ADAL" clId="{992600FB-E5A2-48A8-ADC9-6968E10B5B48}" dt="2022-11-30T07:54:47.171" v="3616"/>
          <ac:spMkLst>
            <pc:docMk/>
            <pc:sldMk cId="2364773439" sldId="263"/>
            <ac:spMk id="95" creationId="{F76B91E0-4962-FD0D-71A0-0A470A37BC9B}"/>
          </ac:spMkLst>
        </pc:spChg>
        <pc:spChg chg="add mod">
          <ac:chgData name="Amal R Babu" userId="3a292d0a-112b-4bc3-bf38-7771656893d2" providerId="ADAL" clId="{992600FB-E5A2-48A8-ADC9-6968E10B5B48}" dt="2022-11-30T07:54:47.171" v="3616"/>
          <ac:spMkLst>
            <pc:docMk/>
            <pc:sldMk cId="2364773439" sldId="263"/>
            <ac:spMk id="97" creationId="{5775A813-1D82-5573-72A4-F301DA825F64}"/>
          </ac:spMkLst>
        </pc:spChg>
        <pc:spChg chg="add mod">
          <ac:chgData name="Amal R Babu" userId="3a292d0a-112b-4bc3-bf38-7771656893d2" providerId="ADAL" clId="{992600FB-E5A2-48A8-ADC9-6968E10B5B48}" dt="2022-11-30T07:54:47.171" v="3616"/>
          <ac:spMkLst>
            <pc:docMk/>
            <pc:sldMk cId="2364773439" sldId="263"/>
            <ac:spMk id="99" creationId="{FF5AC9A6-39BA-E8E0-326F-8B561FE0EBAD}"/>
          </ac:spMkLst>
        </pc:spChg>
        <pc:spChg chg="add mod">
          <ac:chgData name="Amal R Babu" userId="3a292d0a-112b-4bc3-bf38-7771656893d2" providerId="ADAL" clId="{992600FB-E5A2-48A8-ADC9-6968E10B5B48}" dt="2022-11-30T07:54:47.171" v="3616"/>
          <ac:spMkLst>
            <pc:docMk/>
            <pc:sldMk cId="2364773439" sldId="263"/>
            <ac:spMk id="100" creationId="{0628FDCA-151E-65EE-1FD2-9AEEF43BB229}"/>
          </ac:spMkLst>
        </pc:spChg>
        <pc:spChg chg="add mod">
          <ac:chgData name="Amal R Babu" userId="3a292d0a-112b-4bc3-bf38-7771656893d2" providerId="ADAL" clId="{992600FB-E5A2-48A8-ADC9-6968E10B5B48}" dt="2022-11-30T07:54:47.171" v="3616"/>
          <ac:spMkLst>
            <pc:docMk/>
            <pc:sldMk cId="2364773439" sldId="263"/>
            <ac:spMk id="101" creationId="{64EFBBFE-6803-BB9F-0765-2A282599C5CC}"/>
          </ac:spMkLst>
        </pc:spChg>
        <pc:spChg chg="del">
          <ac:chgData name="Amal R Babu" userId="3a292d0a-112b-4bc3-bf38-7771656893d2" providerId="ADAL" clId="{992600FB-E5A2-48A8-ADC9-6968E10B5B48}" dt="2022-11-30T07:54:46.590" v="3615" actId="478"/>
          <ac:spMkLst>
            <pc:docMk/>
            <pc:sldMk cId="2364773439" sldId="263"/>
            <ac:spMk id="102" creationId="{BC336F4F-319C-E66A-14BA-28906300DE58}"/>
          </ac:spMkLst>
        </pc:spChg>
        <pc:spChg chg="mod">
          <ac:chgData name="Amal R Babu" userId="3a292d0a-112b-4bc3-bf38-7771656893d2" providerId="ADAL" clId="{992600FB-E5A2-48A8-ADC9-6968E10B5B48}" dt="2022-11-30T07:54:47.171" v="3616"/>
          <ac:spMkLst>
            <pc:docMk/>
            <pc:sldMk cId="2364773439" sldId="263"/>
            <ac:spMk id="104" creationId="{D77ECE3D-11A1-49E0-E2C7-15A8A515A6F6}"/>
          </ac:spMkLst>
        </pc:spChg>
        <pc:spChg chg="mod">
          <ac:chgData name="Amal R Babu" userId="3a292d0a-112b-4bc3-bf38-7771656893d2" providerId="ADAL" clId="{992600FB-E5A2-48A8-ADC9-6968E10B5B48}" dt="2022-11-30T07:54:47.171" v="3616"/>
          <ac:spMkLst>
            <pc:docMk/>
            <pc:sldMk cId="2364773439" sldId="263"/>
            <ac:spMk id="105" creationId="{4F076540-D42A-C913-15E6-9EE89E6551EE}"/>
          </ac:spMkLst>
        </pc:spChg>
        <pc:spChg chg="del">
          <ac:chgData name="Amal R Babu" userId="3a292d0a-112b-4bc3-bf38-7771656893d2" providerId="ADAL" clId="{992600FB-E5A2-48A8-ADC9-6968E10B5B48}" dt="2022-11-28T12:02:14.708" v="1886" actId="478"/>
          <ac:spMkLst>
            <pc:docMk/>
            <pc:sldMk cId="2364773439" sldId="263"/>
            <ac:spMk id="106" creationId="{037904D4-79E1-6049-546D-A8BBF89913C3}"/>
          </ac:spMkLst>
        </pc:spChg>
        <pc:spChg chg="add mod">
          <ac:chgData name="Amal R Babu" userId="3a292d0a-112b-4bc3-bf38-7771656893d2" providerId="ADAL" clId="{992600FB-E5A2-48A8-ADC9-6968E10B5B48}" dt="2022-11-30T07:54:47.171" v="3616"/>
          <ac:spMkLst>
            <pc:docMk/>
            <pc:sldMk cId="2364773439" sldId="263"/>
            <ac:spMk id="106" creationId="{3412226B-CE5E-83D8-4982-87F89179B6F3}"/>
          </ac:spMkLst>
        </pc:spChg>
        <pc:spChg chg="mod">
          <ac:chgData name="Amal R Babu" userId="3a292d0a-112b-4bc3-bf38-7771656893d2" providerId="ADAL" clId="{992600FB-E5A2-48A8-ADC9-6968E10B5B48}" dt="2022-11-30T07:54:47.171" v="3616"/>
          <ac:spMkLst>
            <pc:docMk/>
            <pc:sldMk cId="2364773439" sldId="263"/>
            <ac:spMk id="108" creationId="{09AB6ABC-9DB7-7C9D-50B2-ADF1290B3479}"/>
          </ac:spMkLst>
        </pc:spChg>
        <pc:spChg chg="del">
          <ac:chgData name="Amal R Babu" userId="3a292d0a-112b-4bc3-bf38-7771656893d2" providerId="ADAL" clId="{992600FB-E5A2-48A8-ADC9-6968E10B5B48}" dt="2022-11-28T12:02:10.864" v="1885" actId="478"/>
          <ac:spMkLst>
            <pc:docMk/>
            <pc:sldMk cId="2364773439" sldId="263"/>
            <ac:spMk id="108" creationId="{B6217125-7520-BCA5-9D64-5E4DE1EB5BEC}"/>
          </ac:spMkLst>
        </pc:spChg>
        <pc:spChg chg="del">
          <ac:chgData name="Amal R Babu" userId="3a292d0a-112b-4bc3-bf38-7771656893d2" providerId="ADAL" clId="{992600FB-E5A2-48A8-ADC9-6968E10B5B48}" dt="2022-11-30T06:30:55.438" v="3452" actId="478"/>
          <ac:spMkLst>
            <pc:docMk/>
            <pc:sldMk cId="2364773439" sldId="263"/>
            <ac:spMk id="109" creationId="{B205D4A8-03D0-E92D-2A10-7A44B4A53BD1}"/>
          </ac:spMkLst>
        </pc:spChg>
        <pc:spChg chg="mod">
          <ac:chgData name="Amal R Babu" userId="3a292d0a-112b-4bc3-bf38-7771656893d2" providerId="ADAL" clId="{992600FB-E5A2-48A8-ADC9-6968E10B5B48}" dt="2022-11-30T07:54:47.171" v="3616"/>
          <ac:spMkLst>
            <pc:docMk/>
            <pc:sldMk cId="2364773439" sldId="263"/>
            <ac:spMk id="110" creationId="{D1A149B4-30FE-7CAB-4FEC-3FB0DA4D9B12}"/>
          </ac:spMkLst>
        </pc:spChg>
        <pc:spChg chg="del">
          <ac:chgData name="Amal R Babu" userId="3a292d0a-112b-4bc3-bf38-7771656893d2" providerId="ADAL" clId="{992600FB-E5A2-48A8-ADC9-6968E10B5B48}" dt="2022-11-28T12:02:10.864" v="1885" actId="478"/>
          <ac:spMkLst>
            <pc:docMk/>
            <pc:sldMk cId="2364773439" sldId="263"/>
            <ac:spMk id="110" creationId="{E8D14ACA-4A8B-CC2F-8B69-E77BE4C4C77C}"/>
          </ac:spMkLst>
        </pc:spChg>
        <pc:spChg chg="del">
          <ac:chgData name="Amal R Babu" userId="3a292d0a-112b-4bc3-bf38-7771656893d2" providerId="ADAL" clId="{992600FB-E5A2-48A8-ADC9-6968E10B5B48}" dt="2022-11-28T12:02:10.864" v="1885" actId="478"/>
          <ac:spMkLst>
            <pc:docMk/>
            <pc:sldMk cId="2364773439" sldId="263"/>
            <ac:spMk id="111" creationId="{70847954-1D86-8E34-0C5F-F52295DFC94A}"/>
          </ac:spMkLst>
        </pc:spChg>
        <pc:spChg chg="add mod">
          <ac:chgData name="Amal R Babu" userId="3a292d0a-112b-4bc3-bf38-7771656893d2" providerId="ADAL" clId="{992600FB-E5A2-48A8-ADC9-6968E10B5B48}" dt="2022-11-30T07:54:47.171" v="3616"/>
          <ac:spMkLst>
            <pc:docMk/>
            <pc:sldMk cId="2364773439" sldId="263"/>
            <ac:spMk id="111" creationId="{D3A63189-9D51-6243-8BCA-6CC6EDD78266}"/>
          </ac:spMkLst>
        </pc:spChg>
        <pc:spChg chg="add mod">
          <ac:chgData name="Amal R Babu" userId="3a292d0a-112b-4bc3-bf38-7771656893d2" providerId="ADAL" clId="{992600FB-E5A2-48A8-ADC9-6968E10B5B48}" dt="2022-11-30T07:54:47.171" v="3616"/>
          <ac:spMkLst>
            <pc:docMk/>
            <pc:sldMk cId="2364773439" sldId="263"/>
            <ac:spMk id="112" creationId="{587B43F3-F29E-E5BC-1F14-4CB71CD49EF7}"/>
          </ac:spMkLst>
        </pc:spChg>
        <pc:spChg chg="del">
          <ac:chgData name="Amal R Babu" userId="3a292d0a-112b-4bc3-bf38-7771656893d2" providerId="ADAL" clId="{992600FB-E5A2-48A8-ADC9-6968E10B5B48}" dt="2022-11-28T12:02:14.708" v="1886" actId="478"/>
          <ac:spMkLst>
            <pc:docMk/>
            <pc:sldMk cId="2364773439" sldId="263"/>
            <ac:spMk id="113" creationId="{A7F600A5-7D5A-A214-0742-9DAA77F157D4}"/>
          </ac:spMkLst>
        </pc:spChg>
        <pc:spChg chg="del">
          <ac:chgData name="Amal R Babu" userId="3a292d0a-112b-4bc3-bf38-7771656893d2" providerId="ADAL" clId="{992600FB-E5A2-48A8-ADC9-6968E10B5B48}" dt="2022-11-28T12:02:10.864" v="1885" actId="478"/>
          <ac:spMkLst>
            <pc:docMk/>
            <pc:sldMk cId="2364773439" sldId="263"/>
            <ac:spMk id="115" creationId="{A27FDE62-9799-EB5A-814E-FA23C3CC50A6}"/>
          </ac:spMkLst>
        </pc:spChg>
        <pc:spChg chg="del">
          <ac:chgData name="Amal R Babu" userId="3a292d0a-112b-4bc3-bf38-7771656893d2" providerId="ADAL" clId="{992600FB-E5A2-48A8-ADC9-6968E10B5B48}" dt="2022-11-28T12:02:10.864" v="1885" actId="478"/>
          <ac:spMkLst>
            <pc:docMk/>
            <pc:sldMk cId="2364773439" sldId="263"/>
            <ac:spMk id="116" creationId="{CDAFE034-1DDF-0B78-4CF8-BF4AC861806D}"/>
          </ac:spMkLst>
        </pc:spChg>
        <pc:spChg chg="del">
          <ac:chgData name="Amal R Babu" userId="3a292d0a-112b-4bc3-bf38-7771656893d2" providerId="ADAL" clId="{992600FB-E5A2-48A8-ADC9-6968E10B5B48}" dt="2022-11-28T12:02:10.864" v="1885" actId="478"/>
          <ac:spMkLst>
            <pc:docMk/>
            <pc:sldMk cId="2364773439" sldId="263"/>
            <ac:spMk id="117" creationId="{D871040F-67CE-EB91-C424-A658A003FCAF}"/>
          </ac:spMkLst>
        </pc:spChg>
        <pc:spChg chg="del">
          <ac:chgData name="Amal R Babu" userId="3a292d0a-112b-4bc3-bf38-7771656893d2" providerId="ADAL" clId="{992600FB-E5A2-48A8-ADC9-6968E10B5B48}" dt="2022-11-28T12:02:14.708" v="1886" actId="478"/>
          <ac:spMkLst>
            <pc:docMk/>
            <pc:sldMk cId="2364773439" sldId="263"/>
            <ac:spMk id="119" creationId="{424534C7-782C-3874-2BB3-1B9469066184}"/>
          </ac:spMkLst>
        </pc:spChg>
        <pc:spChg chg="del">
          <ac:chgData name="Amal R Babu" userId="3a292d0a-112b-4bc3-bf38-7771656893d2" providerId="ADAL" clId="{992600FB-E5A2-48A8-ADC9-6968E10B5B48}" dt="2022-11-28T12:02:10.864" v="1885" actId="478"/>
          <ac:spMkLst>
            <pc:docMk/>
            <pc:sldMk cId="2364773439" sldId="263"/>
            <ac:spMk id="121" creationId="{19F46ABE-616C-D9F7-AE04-12D9CD5300BD}"/>
          </ac:spMkLst>
        </pc:spChg>
        <pc:spChg chg="del">
          <ac:chgData name="Amal R Babu" userId="3a292d0a-112b-4bc3-bf38-7771656893d2" providerId="ADAL" clId="{992600FB-E5A2-48A8-ADC9-6968E10B5B48}" dt="2022-11-28T12:02:10.864" v="1885" actId="478"/>
          <ac:spMkLst>
            <pc:docMk/>
            <pc:sldMk cId="2364773439" sldId="263"/>
            <ac:spMk id="122" creationId="{6D8DF8F6-B8E2-B147-77D0-91F2AEF0E849}"/>
          </ac:spMkLst>
        </pc:spChg>
        <pc:spChg chg="del">
          <ac:chgData name="Amal R Babu" userId="3a292d0a-112b-4bc3-bf38-7771656893d2" providerId="ADAL" clId="{992600FB-E5A2-48A8-ADC9-6968E10B5B48}" dt="2022-11-28T12:02:10.864" v="1885" actId="478"/>
          <ac:spMkLst>
            <pc:docMk/>
            <pc:sldMk cId="2364773439" sldId="263"/>
            <ac:spMk id="123" creationId="{47854B95-65DE-90B4-D0E4-300A8804A8F6}"/>
          </ac:spMkLst>
        </pc:spChg>
        <pc:grpChg chg="add mod">
          <ac:chgData name="Amal R Babu" userId="3a292d0a-112b-4bc3-bf38-7771656893d2" providerId="ADAL" clId="{992600FB-E5A2-48A8-ADC9-6968E10B5B48}" dt="2022-12-07T05:42:01.818" v="3717"/>
          <ac:grpSpMkLst>
            <pc:docMk/>
            <pc:sldMk cId="2364773439" sldId="263"/>
            <ac:grpSpMk id="7" creationId="{7AE04041-2489-1C8B-2FC9-949BCD046337}"/>
          </ac:grpSpMkLst>
        </pc:grpChg>
        <pc:grpChg chg="add mod">
          <ac:chgData name="Amal R Babu" userId="3a292d0a-112b-4bc3-bf38-7771656893d2" providerId="ADAL" clId="{992600FB-E5A2-48A8-ADC9-6968E10B5B48}" dt="2022-11-30T07:54:47.171" v="3616"/>
          <ac:grpSpMkLst>
            <pc:docMk/>
            <pc:sldMk cId="2364773439" sldId="263"/>
            <ac:grpSpMk id="15" creationId="{DCA17B6E-88D8-773E-BFC3-93D754FEFFD1}"/>
          </ac:grpSpMkLst>
        </pc:grpChg>
        <pc:grpChg chg="add mod">
          <ac:chgData name="Amal R Babu" userId="3a292d0a-112b-4bc3-bf38-7771656893d2" providerId="ADAL" clId="{992600FB-E5A2-48A8-ADC9-6968E10B5B48}" dt="2022-12-07T05:42:01.818" v="3717"/>
          <ac:grpSpMkLst>
            <pc:docMk/>
            <pc:sldMk cId="2364773439" sldId="263"/>
            <ac:grpSpMk id="16" creationId="{589B536A-21A8-C49C-C264-E5F388E1EA52}"/>
          </ac:grpSpMkLst>
        </pc:grpChg>
        <pc:grpChg chg="del mod">
          <ac:chgData name="Amal R Babu" userId="3a292d0a-112b-4bc3-bf38-7771656893d2" providerId="ADAL" clId="{992600FB-E5A2-48A8-ADC9-6968E10B5B48}" dt="2022-11-30T07:54:46.590" v="3615" actId="478"/>
          <ac:grpSpMkLst>
            <pc:docMk/>
            <pc:sldMk cId="2364773439" sldId="263"/>
            <ac:grpSpMk id="30" creationId="{9ECCC638-745A-4CD5-37F4-34E729654B57}"/>
          </ac:grpSpMkLst>
        </pc:grpChg>
        <pc:grpChg chg="add mod">
          <ac:chgData name="Amal R Babu" userId="3a292d0a-112b-4bc3-bf38-7771656893d2" providerId="ADAL" clId="{992600FB-E5A2-48A8-ADC9-6968E10B5B48}" dt="2022-11-30T07:54:47.171" v="3616"/>
          <ac:grpSpMkLst>
            <pc:docMk/>
            <pc:sldMk cId="2364773439" sldId="263"/>
            <ac:grpSpMk id="32" creationId="{99EBF417-F5BF-8487-96E6-6DB0379E7A53}"/>
          </ac:grpSpMkLst>
        </pc:grpChg>
        <pc:grpChg chg="add del mod">
          <ac:chgData name="Amal R Babu" userId="3a292d0a-112b-4bc3-bf38-7771656893d2" providerId="ADAL" clId="{992600FB-E5A2-48A8-ADC9-6968E10B5B48}" dt="2022-11-28T12:06:31.405" v="1934" actId="165"/>
          <ac:grpSpMkLst>
            <pc:docMk/>
            <pc:sldMk cId="2364773439" sldId="263"/>
            <ac:grpSpMk id="40" creationId="{C6F3DF96-7917-E042-A086-D5EE3485504D}"/>
          </ac:grpSpMkLst>
        </pc:grpChg>
        <pc:grpChg chg="add mod">
          <ac:chgData name="Amal R Babu" userId="3a292d0a-112b-4bc3-bf38-7771656893d2" providerId="ADAL" clId="{992600FB-E5A2-48A8-ADC9-6968E10B5B48}" dt="2022-11-30T07:54:47.171" v="3616"/>
          <ac:grpSpMkLst>
            <pc:docMk/>
            <pc:sldMk cId="2364773439" sldId="263"/>
            <ac:grpSpMk id="42" creationId="{BD4A6E65-57F7-591E-2153-C006B4235BD4}"/>
          </ac:grpSpMkLst>
        </pc:grpChg>
        <pc:grpChg chg="add del mod">
          <ac:chgData name="Amal R Babu" userId="3a292d0a-112b-4bc3-bf38-7771656893d2" providerId="ADAL" clId="{992600FB-E5A2-48A8-ADC9-6968E10B5B48}" dt="2022-11-28T12:06:31.405" v="1934" actId="165"/>
          <ac:grpSpMkLst>
            <pc:docMk/>
            <pc:sldMk cId="2364773439" sldId="263"/>
            <ac:grpSpMk id="42" creationId="{E7BC2830-A1DD-5716-F047-B4AEC6BA4D11}"/>
          </ac:grpSpMkLst>
        </pc:grpChg>
        <pc:grpChg chg="del">
          <ac:chgData name="Amal R Babu" userId="3a292d0a-112b-4bc3-bf38-7771656893d2" providerId="ADAL" clId="{992600FB-E5A2-48A8-ADC9-6968E10B5B48}" dt="2022-11-30T07:54:46.590" v="3615" actId="478"/>
          <ac:grpSpMkLst>
            <pc:docMk/>
            <pc:sldMk cId="2364773439" sldId="263"/>
            <ac:grpSpMk id="47" creationId="{5C6579D9-4E04-AE17-CF35-68ADBC5766B2}"/>
          </ac:grpSpMkLst>
        </pc:grpChg>
        <pc:grpChg chg="add del mod">
          <ac:chgData name="Amal R Babu" userId="3a292d0a-112b-4bc3-bf38-7771656893d2" providerId="ADAL" clId="{992600FB-E5A2-48A8-ADC9-6968E10B5B48}" dt="2022-11-28T12:06:31.405" v="1934" actId="165"/>
          <ac:grpSpMkLst>
            <pc:docMk/>
            <pc:sldMk cId="2364773439" sldId="263"/>
            <ac:grpSpMk id="52" creationId="{10E5D75B-5F95-CE1B-5E51-E93A24AEB5F9}"/>
          </ac:grpSpMkLst>
        </pc:grpChg>
        <pc:grpChg chg="del">
          <ac:chgData name="Amal R Babu" userId="3a292d0a-112b-4bc3-bf38-7771656893d2" providerId="ADAL" clId="{992600FB-E5A2-48A8-ADC9-6968E10B5B48}" dt="2022-11-30T07:54:46.590" v="3615" actId="478"/>
          <ac:grpSpMkLst>
            <pc:docMk/>
            <pc:sldMk cId="2364773439" sldId="263"/>
            <ac:grpSpMk id="54" creationId="{73F997E9-B116-D8A6-6EF5-C091C7C77B6D}"/>
          </ac:grpSpMkLst>
        </pc:grpChg>
        <pc:grpChg chg="add del mod">
          <ac:chgData name="Amal R Babu" userId="3a292d0a-112b-4bc3-bf38-7771656893d2" providerId="ADAL" clId="{992600FB-E5A2-48A8-ADC9-6968E10B5B48}" dt="2022-11-28T12:06:31.405" v="1934" actId="165"/>
          <ac:grpSpMkLst>
            <pc:docMk/>
            <pc:sldMk cId="2364773439" sldId="263"/>
            <ac:grpSpMk id="61" creationId="{B031F842-06EB-E812-8C5C-1FE6DED4E3B3}"/>
          </ac:grpSpMkLst>
        </pc:grpChg>
        <pc:grpChg chg="del">
          <ac:chgData name="Amal R Babu" userId="3a292d0a-112b-4bc3-bf38-7771656893d2" providerId="ADAL" clId="{992600FB-E5A2-48A8-ADC9-6968E10B5B48}" dt="2022-12-07T05:42:01.362" v="3716" actId="478"/>
          <ac:grpSpMkLst>
            <pc:docMk/>
            <pc:sldMk cId="2364773439" sldId="263"/>
            <ac:grpSpMk id="67" creationId="{6D8E5ACC-26DE-243B-180E-E19057A9EB34}"/>
          </ac:grpSpMkLst>
        </pc:grpChg>
        <pc:grpChg chg="del">
          <ac:chgData name="Amal R Babu" userId="3a292d0a-112b-4bc3-bf38-7771656893d2" providerId="ADAL" clId="{992600FB-E5A2-48A8-ADC9-6968E10B5B48}" dt="2022-12-07T05:42:01.362" v="3716" actId="478"/>
          <ac:grpSpMkLst>
            <pc:docMk/>
            <pc:sldMk cId="2364773439" sldId="263"/>
            <ac:grpSpMk id="68" creationId="{CE1D2690-EA4E-562F-8571-7A8695694CC3}"/>
          </ac:grpSpMkLst>
        </pc:grpChg>
        <pc:grpChg chg="add del mod">
          <ac:chgData name="Amal R Babu" userId="3a292d0a-112b-4bc3-bf38-7771656893d2" providerId="ADAL" clId="{992600FB-E5A2-48A8-ADC9-6968E10B5B48}" dt="2022-11-28T12:06:31.405" v="1934" actId="165"/>
          <ac:grpSpMkLst>
            <pc:docMk/>
            <pc:sldMk cId="2364773439" sldId="263"/>
            <ac:grpSpMk id="82" creationId="{F17D651A-F164-6108-D507-28C92CFA99F4}"/>
          </ac:grpSpMkLst>
        </pc:grpChg>
        <pc:grpChg chg="add del mod">
          <ac:chgData name="Amal R Babu" userId="3a292d0a-112b-4bc3-bf38-7771656893d2" providerId="ADAL" clId="{992600FB-E5A2-48A8-ADC9-6968E10B5B48}" dt="2022-11-28T12:06:31.405" v="1934" actId="165"/>
          <ac:grpSpMkLst>
            <pc:docMk/>
            <pc:sldMk cId="2364773439" sldId="263"/>
            <ac:grpSpMk id="87" creationId="{F37982FF-49AE-81FE-9CAD-D27164FF9BED}"/>
          </ac:grpSpMkLst>
        </pc:grpChg>
        <pc:grpChg chg="del">
          <ac:chgData name="Amal R Babu" userId="3a292d0a-112b-4bc3-bf38-7771656893d2" providerId="ADAL" clId="{992600FB-E5A2-48A8-ADC9-6968E10B5B48}" dt="2022-11-30T07:54:46.590" v="3615" actId="478"/>
          <ac:grpSpMkLst>
            <pc:docMk/>
            <pc:sldMk cId="2364773439" sldId="263"/>
            <ac:grpSpMk id="88" creationId="{5202437B-09C4-B9C2-DFB9-8FE4C3A1D94B}"/>
          </ac:grpSpMkLst>
        </pc:grpChg>
        <pc:grpChg chg="del">
          <ac:chgData name="Amal R Babu" userId="3a292d0a-112b-4bc3-bf38-7771656893d2" providerId="ADAL" clId="{992600FB-E5A2-48A8-ADC9-6968E10B5B48}" dt="2022-11-30T07:54:46.590" v="3615" actId="478"/>
          <ac:grpSpMkLst>
            <pc:docMk/>
            <pc:sldMk cId="2364773439" sldId="263"/>
            <ac:grpSpMk id="98" creationId="{5E12AE22-4B66-8998-2063-3E4A6A50C8CF}"/>
          </ac:grpSpMkLst>
        </pc:grpChg>
        <pc:grpChg chg="add mod">
          <ac:chgData name="Amal R Babu" userId="3a292d0a-112b-4bc3-bf38-7771656893d2" providerId="ADAL" clId="{992600FB-E5A2-48A8-ADC9-6968E10B5B48}" dt="2022-11-30T07:54:47.171" v="3616"/>
          <ac:grpSpMkLst>
            <pc:docMk/>
            <pc:sldMk cId="2364773439" sldId="263"/>
            <ac:grpSpMk id="103" creationId="{691DBCFF-C218-F693-C971-E78D0B408895}"/>
          </ac:grpSpMkLst>
        </pc:grpChg>
        <pc:grpChg chg="add mod">
          <ac:chgData name="Amal R Babu" userId="3a292d0a-112b-4bc3-bf38-7771656893d2" providerId="ADAL" clId="{992600FB-E5A2-48A8-ADC9-6968E10B5B48}" dt="2022-11-30T07:54:47.171" v="3616"/>
          <ac:grpSpMkLst>
            <pc:docMk/>
            <pc:sldMk cId="2364773439" sldId="263"/>
            <ac:grpSpMk id="107" creationId="{B9821F4E-4854-89D8-5E30-59A941EFD48D}"/>
          </ac:grpSpMkLst>
        </pc:grpChg>
        <pc:picChg chg="mod">
          <ac:chgData name="Amal R Babu" userId="3a292d0a-112b-4bc3-bf38-7771656893d2" providerId="ADAL" clId="{992600FB-E5A2-48A8-ADC9-6968E10B5B48}" dt="2022-11-30T07:54:47.171" v="3616"/>
          <ac:picMkLst>
            <pc:docMk/>
            <pc:sldMk cId="2364773439" sldId="263"/>
            <ac:picMk id="40" creationId="{E1371427-7656-886C-4F94-FBD75CE9E099}"/>
          </ac:picMkLst>
        </pc:picChg>
        <pc:picChg chg="del">
          <ac:chgData name="Amal R Babu" userId="3a292d0a-112b-4bc3-bf38-7771656893d2" providerId="ADAL" clId="{992600FB-E5A2-48A8-ADC9-6968E10B5B48}" dt="2022-11-28T12:02:10.864" v="1885" actId="478"/>
          <ac:picMkLst>
            <pc:docMk/>
            <pc:sldMk cId="2364773439" sldId="263"/>
            <ac:picMk id="129" creationId="{620E740B-981C-EA48-B440-8BD78B5F6DBD}"/>
          </ac:picMkLst>
        </pc:picChg>
        <pc:picChg chg="del">
          <ac:chgData name="Amal R Babu" userId="3a292d0a-112b-4bc3-bf38-7771656893d2" providerId="ADAL" clId="{992600FB-E5A2-48A8-ADC9-6968E10B5B48}" dt="2022-11-28T12:02:10.864" v="1885" actId="478"/>
          <ac:picMkLst>
            <pc:docMk/>
            <pc:sldMk cId="2364773439" sldId="263"/>
            <ac:picMk id="131" creationId="{B69AF3C8-289A-E969-969C-1D44BF52141B}"/>
          </ac:picMkLst>
        </pc:picChg>
        <pc:picChg chg="del">
          <ac:chgData name="Amal R Babu" userId="3a292d0a-112b-4bc3-bf38-7771656893d2" providerId="ADAL" clId="{992600FB-E5A2-48A8-ADC9-6968E10B5B48}" dt="2022-11-28T12:02:10.864" v="1885" actId="478"/>
          <ac:picMkLst>
            <pc:docMk/>
            <pc:sldMk cId="2364773439" sldId="263"/>
            <ac:picMk id="133" creationId="{C7C8D3D3-205C-5534-E5B1-B4274EF5DB3C}"/>
          </ac:picMkLst>
        </pc:picChg>
        <pc:picChg chg="del">
          <ac:chgData name="Amal R Babu" userId="3a292d0a-112b-4bc3-bf38-7771656893d2" providerId="ADAL" clId="{992600FB-E5A2-48A8-ADC9-6968E10B5B48}" dt="2022-11-28T12:02:10.864" v="1885" actId="478"/>
          <ac:picMkLst>
            <pc:docMk/>
            <pc:sldMk cId="2364773439" sldId="263"/>
            <ac:picMk id="135" creationId="{49D8565B-C397-D9DC-E7EB-16966D7FA288}"/>
          </ac:picMkLst>
        </pc:picChg>
        <pc:cxnChg chg="del">
          <ac:chgData name="Amal R Babu" userId="3a292d0a-112b-4bc3-bf38-7771656893d2" providerId="ADAL" clId="{992600FB-E5A2-48A8-ADC9-6968E10B5B48}" dt="2022-11-30T07:54:46.590" v="3615" actId="478"/>
          <ac:cxnSpMkLst>
            <pc:docMk/>
            <pc:sldMk cId="2364773439" sldId="263"/>
            <ac:cxnSpMk id="7" creationId="{1C225904-9D2F-F0C8-8BBE-32DEDB3F8B8F}"/>
          </ac:cxnSpMkLst>
        </pc:cxnChg>
        <pc:cxnChg chg="add mod">
          <ac:chgData name="Amal R Babu" userId="3a292d0a-112b-4bc3-bf38-7771656893d2" providerId="ADAL" clId="{992600FB-E5A2-48A8-ADC9-6968E10B5B48}" dt="2022-11-30T07:54:47.171" v="3616"/>
          <ac:cxnSpMkLst>
            <pc:docMk/>
            <pc:sldMk cId="2364773439" sldId="263"/>
            <ac:cxnSpMk id="87" creationId="{456A5BA5-2440-DF86-D8E7-A321F282A4B5}"/>
          </ac:cxnSpMkLst>
        </pc:cxnChg>
      </pc:sldChg>
      <pc:sldChg chg="addSp delSp modSp add mod">
        <pc:chgData name="Amal R Babu" userId="3a292d0a-112b-4bc3-bf38-7771656893d2" providerId="ADAL" clId="{992600FB-E5A2-48A8-ADC9-6968E10B5B48}" dt="2022-12-07T05:42:06.208" v="3719"/>
        <pc:sldMkLst>
          <pc:docMk/>
          <pc:sldMk cId="3925121589" sldId="264"/>
        </pc:sldMkLst>
        <pc:spChg chg="add mod">
          <ac:chgData name="Amal R Babu" userId="3a292d0a-112b-4bc3-bf38-7771656893d2" providerId="ADAL" clId="{992600FB-E5A2-48A8-ADC9-6968E10B5B48}" dt="2022-11-28T12:32:56.686" v="2285" actId="1076"/>
          <ac:spMkLst>
            <pc:docMk/>
            <pc:sldMk cId="3925121589" sldId="264"/>
            <ac:spMk id="2" creationId="{8003C6B7-2504-C74B-2DFE-98789B2D5D42}"/>
          </ac:spMkLst>
        </pc:spChg>
        <pc:spChg chg="mod">
          <ac:chgData name="Amal R Babu" userId="3a292d0a-112b-4bc3-bf38-7771656893d2" providerId="ADAL" clId="{992600FB-E5A2-48A8-ADC9-6968E10B5B48}" dt="2022-11-30T07:55:06.570" v="3620" actId="34135"/>
          <ac:spMkLst>
            <pc:docMk/>
            <pc:sldMk cId="3925121589" sldId="264"/>
            <ac:spMk id="3" creationId="{1025ACCD-BEFE-4057-D0DA-23300AB28132}"/>
          </ac:spMkLst>
        </pc:spChg>
        <pc:spChg chg="mod">
          <ac:chgData name="Amal R Babu" userId="3a292d0a-112b-4bc3-bf38-7771656893d2" providerId="ADAL" clId="{992600FB-E5A2-48A8-ADC9-6968E10B5B48}" dt="2022-12-07T05:42:06.208" v="3719"/>
          <ac:spMkLst>
            <pc:docMk/>
            <pc:sldMk cId="3925121589" sldId="264"/>
            <ac:spMk id="9" creationId="{216EA037-44E9-8803-2C22-FB4BE4803835}"/>
          </ac:spMkLst>
        </pc:spChg>
        <pc:spChg chg="del mod">
          <ac:chgData name="Amal R Babu" userId="3a292d0a-112b-4bc3-bf38-7771656893d2" providerId="ADAL" clId="{992600FB-E5A2-48A8-ADC9-6968E10B5B48}" dt="2022-11-30T07:55:09.728" v="3621" actId="478"/>
          <ac:spMkLst>
            <pc:docMk/>
            <pc:sldMk cId="3925121589" sldId="264"/>
            <ac:spMk id="9" creationId="{67D53DBD-07C2-B89B-2A5E-6EA3F0CE967B}"/>
          </ac:spMkLst>
        </pc:spChg>
        <pc:spChg chg="add mod topLvl">
          <ac:chgData name="Amal R Babu" userId="3a292d0a-112b-4bc3-bf38-7771656893d2" providerId="ADAL" clId="{992600FB-E5A2-48A8-ADC9-6968E10B5B48}" dt="2022-11-28T12:32:51.455" v="2284" actId="14100"/>
          <ac:spMkLst>
            <pc:docMk/>
            <pc:sldMk cId="3925121589" sldId="264"/>
            <ac:spMk id="10" creationId="{6D4E7F52-A4B9-A476-76E7-4CDFB824A10D}"/>
          </ac:spMkLst>
        </pc:spChg>
        <pc:spChg chg="add del mod">
          <ac:chgData name="Amal R Babu" userId="3a292d0a-112b-4bc3-bf38-7771656893d2" providerId="ADAL" clId="{992600FB-E5A2-48A8-ADC9-6968E10B5B48}" dt="2022-11-30T03:14:40.365" v="2330" actId="21"/>
          <ac:spMkLst>
            <pc:docMk/>
            <pc:sldMk cId="3925121589" sldId="264"/>
            <ac:spMk id="11" creationId="{5C94CC49-237D-E0A1-92A0-E06EAB7602C5}"/>
          </ac:spMkLst>
        </pc:spChg>
        <pc:spChg chg="mod">
          <ac:chgData name="Amal R Babu" userId="3a292d0a-112b-4bc3-bf38-7771656893d2" providerId="ADAL" clId="{992600FB-E5A2-48A8-ADC9-6968E10B5B48}" dt="2022-12-07T05:42:06.208" v="3719"/>
          <ac:spMkLst>
            <pc:docMk/>
            <pc:sldMk cId="3925121589" sldId="264"/>
            <ac:spMk id="11" creationId="{9535D36F-63A6-78B9-EE09-98917FF6DABB}"/>
          </ac:spMkLst>
        </pc:spChg>
        <pc:spChg chg="add del mod">
          <ac:chgData name="Amal R Babu" userId="3a292d0a-112b-4bc3-bf38-7771656893d2" providerId="ADAL" clId="{992600FB-E5A2-48A8-ADC9-6968E10B5B48}" dt="2022-11-28T12:27:24.200" v="2209" actId="478"/>
          <ac:spMkLst>
            <pc:docMk/>
            <pc:sldMk cId="3925121589" sldId="264"/>
            <ac:spMk id="11" creationId="{C72EE89A-25CA-896F-C4DE-9B1D99B3C8BC}"/>
          </ac:spMkLst>
        </pc:spChg>
        <pc:spChg chg="add del mod">
          <ac:chgData name="Amal R Babu" userId="3a292d0a-112b-4bc3-bf38-7771656893d2" providerId="ADAL" clId="{992600FB-E5A2-48A8-ADC9-6968E10B5B48}" dt="2022-11-28T12:27:24.200" v="2209" actId="478"/>
          <ac:spMkLst>
            <pc:docMk/>
            <pc:sldMk cId="3925121589" sldId="264"/>
            <ac:spMk id="12" creationId="{2DC8FC04-F641-23C6-B8B9-2706F5E3F43C}"/>
          </ac:spMkLst>
        </pc:spChg>
        <pc:spChg chg="add mod">
          <ac:chgData name="Amal R Babu" userId="3a292d0a-112b-4bc3-bf38-7771656893d2" providerId="ADAL" clId="{992600FB-E5A2-48A8-ADC9-6968E10B5B48}" dt="2022-11-30T07:55:17.021" v="3623" actId="207"/>
          <ac:spMkLst>
            <pc:docMk/>
            <pc:sldMk cId="3925121589" sldId="264"/>
            <ac:spMk id="12" creationId="{46A12190-0CC8-B6CF-BF17-6377A6862C83}"/>
          </ac:spMkLst>
        </pc:spChg>
        <pc:spChg chg="del">
          <ac:chgData name="Amal R Babu" userId="3a292d0a-112b-4bc3-bf38-7771656893d2" providerId="ADAL" clId="{992600FB-E5A2-48A8-ADC9-6968E10B5B48}" dt="2022-11-30T07:55:09.728" v="3621" actId="478"/>
          <ac:spMkLst>
            <pc:docMk/>
            <pc:sldMk cId="3925121589" sldId="264"/>
            <ac:spMk id="13" creationId="{4F3E08FA-4C08-7258-FA22-03C53F09604C}"/>
          </ac:spMkLst>
        </pc:spChg>
        <pc:spChg chg="add mod">
          <ac:chgData name="Amal R Babu" userId="3a292d0a-112b-4bc3-bf38-7771656893d2" providerId="ADAL" clId="{992600FB-E5A2-48A8-ADC9-6968E10B5B48}" dt="2022-11-30T07:55:20.982" v="3624" actId="207"/>
          <ac:spMkLst>
            <pc:docMk/>
            <pc:sldMk cId="3925121589" sldId="264"/>
            <ac:spMk id="14" creationId="{225C33A8-D464-15F3-A3B3-3F6D982257AD}"/>
          </ac:spMkLst>
        </pc:spChg>
        <pc:spChg chg="add del mod">
          <ac:chgData name="Amal R Babu" userId="3a292d0a-112b-4bc3-bf38-7771656893d2" providerId="ADAL" clId="{992600FB-E5A2-48A8-ADC9-6968E10B5B48}" dt="2022-11-28T12:27:24.200" v="2209" actId="478"/>
          <ac:spMkLst>
            <pc:docMk/>
            <pc:sldMk cId="3925121589" sldId="264"/>
            <ac:spMk id="14" creationId="{316B43B8-8751-D328-1F96-75136973D818}"/>
          </ac:spMkLst>
        </pc:spChg>
        <pc:spChg chg="add del mod">
          <ac:chgData name="Amal R Babu" userId="3a292d0a-112b-4bc3-bf38-7771656893d2" providerId="ADAL" clId="{992600FB-E5A2-48A8-ADC9-6968E10B5B48}" dt="2022-11-28T12:27:18.606" v="2208" actId="478"/>
          <ac:spMkLst>
            <pc:docMk/>
            <pc:sldMk cId="3925121589" sldId="264"/>
            <ac:spMk id="15" creationId="{11B01491-D9BE-7B4E-938E-735B7129EF39}"/>
          </ac:spMkLst>
        </pc:spChg>
        <pc:spChg chg="add mod">
          <ac:chgData name="Amal R Babu" userId="3a292d0a-112b-4bc3-bf38-7771656893d2" providerId="ADAL" clId="{992600FB-E5A2-48A8-ADC9-6968E10B5B48}" dt="2022-11-30T07:55:10.325" v="3622"/>
          <ac:spMkLst>
            <pc:docMk/>
            <pc:sldMk cId="3925121589" sldId="264"/>
            <ac:spMk id="15" creationId="{CB1ABD79-CD12-4AE0-01FE-53FCF7C19698}"/>
          </ac:spMkLst>
        </pc:spChg>
        <pc:spChg chg="del">
          <ac:chgData name="Amal R Babu" userId="3a292d0a-112b-4bc3-bf38-7771656893d2" providerId="ADAL" clId="{992600FB-E5A2-48A8-ADC9-6968E10B5B48}" dt="2022-11-30T07:55:09.728" v="3621" actId="478"/>
          <ac:spMkLst>
            <pc:docMk/>
            <pc:sldMk cId="3925121589" sldId="264"/>
            <ac:spMk id="16" creationId="{2913EB48-94F5-98C7-C275-915A1AD4D3EA}"/>
          </ac:spMkLst>
        </pc:spChg>
        <pc:spChg chg="mod">
          <ac:chgData name="Amal R Babu" userId="3a292d0a-112b-4bc3-bf38-7771656893d2" providerId="ADAL" clId="{992600FB-E5A2-48A8-ADC9-6968E10B5B48}" dt="2022-12-07T05:42:06.208" v="3719"/>
          <ac:spMkLst>
            <pc:docMk/>
            <pc:sldMk cId="3925121589" sldId="264"/>
            <ac:spMk id="16" creationId="{46DD6830-AD3A-7B82-FF35-7ECF72F81C5A}"/>
          </ac:spMkLst>
        </pc:spChg>
        <pc:spChg chg="del">
          <ac:chgData name="Amal R Babu" userId="3a292d0a-112b-4bc3-bf38-7771656893d2" providerId="ADAL" clId="{992600FB-E5A2-48A8-ADC9-6968E10B5B48}" dt="2022-11-30T07:55:09.728" v="3621" actId="478"/>
          <ac:spMkLst>
            <pc:docMk/>
            <pc:sldMk cId="3925121589" sldId="264"/>
            <ac:spMk id="17" creationId="{29D393BC-86FC-4CA8-8830-E874EA43EE28}"/>
          </ac:spMkLst>
        </pc:spChg>
        <pc:spChg chg="mod">
          <ac:chgData name="Amal R Babu" userId="3a292d0a-112b-4bc3-bf38-7771656893d2" providerId="ADAL" clId="{992600FB-E5A2-48A8-ADC9-6968E10B5B48}" dt="2022-12-07T05:42:06.208" v="3719"/>
          <ac:spMkLst>
            <pc:docMk/>
            <pc:sldMk cId="3925121589" sldId="264"/>
            <ac:spMk id="17" creationId="{E660E774-EC98-9A05-AF92-109C9A2EE2DC}"/>
          </ac:spMkLst>
        </pc:spChg>
        <pc:spChg chg="add mod topLvl">
          <ac:chgData name="Amal R Babu" userId="3a292d0a-112b-4bc3-bf38-7771656893d2" providerId="ADAL" clId="{992600FB-E5A2-48A8-ADC9-6968E10B5B48}" dt="2022-11-28T12:32:25.334" v="2279" actId="1076"/>
          <ac:spMkLst>
            <pc:docMk/>
            <pc:sldMk cId="3925121589" sldId="264"/>
            <ac:spMk id="18" creationId="{A4A61CB0-88E3-24DD-6AF8-E3665F11CA3D}"/>
          </ac:spMkLst>
        </pc:spChg>
        <pc:spChg chg="del">
          <ac:chgData name="Amal R Babu" userId="3a292d0a-112b-4bc3-bf38-7771656893d2" providerId="ADAL" clId="{992600FB-E5A2-48A8-ADC9-6968E10B5B48}" dt="2022-11-30T07:55:09.728" v="3621" actId="478"/>
          <ac:spMkLst>
            <pc:docMk/>
            <pc:sldMk cId="3925121589" sldId="264"/>
            <ac:spMk id="19" creationId="{B5F22004-B568-5F9F-D315-B9048F8F933E}"/>
          </ac:spMkLst>
        </pc:spChg>
        <pc:spChg chg="del">
          <ac:chgData name="Amal R Babu" userId="3a292d0a-112b-4bc3-bf38-7771656893d2" providerId="ADAL" clId="{992600FB-E5A2-48A8-ADC9-6968E10B5B48}" dt="2022-11-30T07:55:09.728" v="3621" actId="478"/>
          <ac:spMkLst>
            <pc:docMk/>
            <pc:sldMk cId="3925121589" sldId="264"/>
            <ac:spMk id="20" creationId="{DBD7492E-2CD4-61A0-9EEE-CEE4E61AED9D}"/>
          </ac:spMkLst>
        </pc:spChg>
        <pc:spChg chg="del">
          <ac:chgData name="Amal R Babu" userId="3a292d0a-112b-4bc3-bf38-7771656893d2" providerId="ADAL" clId="{992600FB-E5A2-48A8-ADC9-6968E10B5B48}" dt="2022-11-30T07:55:09.728" v="3621" actId="478"/>
          <ac:spMkLst>
            <pc:docMk/>
            <pc:sldMk cId="3925121589" sldId="264"/>
            <ac:spMk id="21" creationId="{88AF1956-F7FB-2ADE-A3E7-1F7329C9752A}"/>
          </ac:spMkLst>
        </pc:spChg>
        <pc:spChg chg="del">
          <ac:chgData name="Amal R Babu" userId="3a292d0a-112b-4bc3-bf38-7771656893d2" providerId="ADAL" clId="{992600FB-E5A2-48A8-ADC9-6968E10B5B48}" dt="2022-11-30T07:55:09.728" v="3621" actId="478"/>
          <ac:spMkLst>
            <pc:docMk/>
            <pc:sldMk cId="3925121589" sldId="264"/>
            <ac:spMk id="22" creationId="{B8560F59-A67B-8514-2A4E-47A28A1A48B1}"/>
          </ac:spMkLst>
        </pc:spChg>
        <pc:spChg chg="del">
          <ac:chgData name="Amal R Babu" userId="3a292d0a-112b-4bc3-bf38-7771656893d2" providerId="ADAL" clId="{992600FB-E5A2-48A8-ADC9-6968E10B5B48}" dt="2022-11-28T12:08:46.420" v="1975" actId="478"/>
          <ac:spMkLst>
            <pc:docMk/>
            <pc:sldMk cId="3925121589" sldId="264"/>
            <ac:spMk id="23" creationId="{44AF4737-265B-A328-3F66-0E2783658E82}"/>
          </ac:spMkLst>
        </pc:spChg>
        <pc:spChg chg="add mod">
          <ac:chgData name="Amal R Babu" userId="3a292d0a-112b-4bc3-bf38-7771656893d2" providerId="ADAL" clId="{992600FB-E5A2-48A8-ADC9-6968E10B5B48}" dt="2022-11-30T07:55:10.325" v="3622"/>
          <ac:spMkLst>
            <pc:docMk/>
            <pc:sldMk cId="3925121589" sldId="264"/>
            <ac:spMk id="23" creationId="{99F1C548-7DF1-D9B0-AF70-B71DF78AFFE7}"/>
          </ac:spMkLst>
        </pc:spChg>
        <pc:spChg chg="add mod">
          <ac:chgData name="Amal R Babu" userId="3a292d0a-112b-4bc3-bf38-7771656893d2" providerId="ADAL" clId="{992600FB-E5A2-48A8-ADC9-6968E10B5B48}" dt="2022-11-30T07:55:10.325" v="3622"/>
          <ac:spMkLst>
            <pc:docMk/>
            <pc:sldMk cId="3925121589" sldId="264"/>
            <ac:spMk id="24" creationId="{3565DD52-89BB-BA75-519A-137D02DA03B3}"/>
          </ac:spMkLst>
        </pc:spChg>
        <pc:spChg chg="add del mod">
          <ac:chgData name="Amal R Babu" userId="3a292d0a-112b-4bc3-bf38-7771656893d2" providerId="ADAL" clId="{992600FB-E5A2-48A8-ADC9-6968E10B5B48}" dt="2022-11-28T12:27:24.200" v="2209" actId="478"/>
          <ac:spMkLst>
            <pc:docMk/>
            <pc:sldMk cId="3925121589" sldId="264"/>
            <ac:spMk id="24" creationId="{FDBD025D-BF87-F869-808B-3B00E187A8C7}"/>
          </ac:spMkLst>
        </pc:spChg>
        <pc:spChg chg="add del mod">
          <ac:chgData name="Amal R Babu" userId="3a292d0a-112b-4bc3-bf38-7771656893d2" providerId="ADAL" clId="{992600FB-E5A2-48A8-ADC9-6968E10B5B48}" dt="2022-11-28T12:27:24.200" v="2209" actId="478"/>
          <ac:spMkLst>
            <pc:docMk/>
            <pc:sldMk cId="3925121589" sldId="264"/>
            <ac:spMk id="25" creationId="{7C4A4DEF-04B1-7676-0ABB-A172892366B4}"/>
          </ac:spMkLst>
        </pc:spChg>
        <pc:spChg chg="add del mod">
          <ac:chgData name="Amal R Babu" userId="3a292d0a-112b-4bc3-bf38-7771656893d2" providerId="ADAL" clId="{992600FB-E5A2-48A8-ADC9-6968E10B5B48}" dt="2022-11-28T12:27:24.200" v="2209" actId="478"/>
          <ac:spMkLst>
            <pc:docMk/>
            <pc:sldMk cId="3925121589" sldId="264"/>
            <ac:spMk id="26" creationId="{0DE5E0A5-CEA5-2289-DD38-87DBB7B91CC2}"/>
          </ac:spMkLst>
        </pc:spChg>
        <pc:spChg chg="mod">
          <ac:chgData name="Amal R Babu" userId="3a292d0a-112b-4bc3-bf38-7771656893d2" providerId="ADAL" clId="{992600FB-E5A2-48A8-ADC9-6968E10B5B48}" dt="2022-11-30T07:55:10.325" v="3622"/>
          <ac:spMkLst>
            <pc:docMk/>
            <pc:sldMk cId="3925121589" sldId="264"/>
            <ac:spMk id="26" creationId="{E550BC53-CD1A-EF38-27ED-3C95754DD909}"/>
          </ac:spMkLst>
        </pc:spChg>
        <pc:spChg chg="mod">
          <ac:chgData name="Amal R Babu" userId="3a292d0a-112b-4bc3-bf38-7771656893d2" providerId="ADAL" clId="{992600FB-E5A2-48A8-ADC9-6968E10B5B48}" dt="2022-11-30T07:55:10.325" v="3622"/>
          <ac:spMkLst>
            <pc:docMk/>
            <pc:sldMk cId="3925121589" sldId="264"/>
            <ac:spMk id="31" creationId="{14619022-CF9A-5329-2181-54A23C95F39D}"/>
          </ac:spMkLst>
        </pc:spChg>
        <pc:spChg chg="del">
          <ac:chgData name="Amal R Babu" userId="3a292d0a-112b-4bc3-bf38-7771656893d2" providerId="ADAL" clId="{992600FB-E5A2-48A8-ADC9-6968E10B5B48}" dt="2022-11-28T12:08:46.420" v="1975" actId="478"/>
          <ac:spMkLst>
            <pc:docMk/>
            <pc:sldMk cId="3925121589" sldId="264"/>
            <ac:spMk id="31" creationId="{7613A1A9-A5EF-4DF8-3E0E-30ECF36C51EE}"/>
          </ac:spMkLst>
        </pc:spChg>
        <pc:spChg chg="add del mod">
          <ac:chgData name="Amal R Babu" userId="3a292d0a-112b-4bc3-bf38-7771656893d2" providerId="ADAL" clId="{992600FB-E5A2-48A8-ADC9-6968E10B5B48}" dt="2022-11-28T12:27:18.606" v="2208" actId="478"/>
          <ac:spMkLst>
            <pc:docMk/>
            <pc:sldMk cId="3925121589" sldId="264"/>
            <ac:spMk id="32" creationId="{492EFA7C-96C0-BABF-3EF5-BA9DA4F88EAF}"/>
          </ac:spMkLst>
        </pc:spChg>
        <pc:spChg chg="mod">
          <ac:chgData name="Amal R Babu" userId="3a292d0a-112b-4bc3-bf38-7771656893d2" providerId="ADAL" clId="{992600FB-E5A2-48A8-ADC9-6968E10B5B48}" dt="2022-11-30T07:55:10.325" v="3622"/>
          <ac:spMkLst>
            <pc:docMk/>
            <pc:sldMk cId="3925121589" sldId="264"/>
            <ac:spMk id="32" creationId="{7807225E-F6AB-CB7B-3F59-4B5F1C543565}"/>
          </ac:spMkLst>
        </pc:spChg>
        <pc:spChg chg="del">
          <ac:chgData name="Amal R Babu" userId="3a292d0a-112b-4bc3-bf38-7771656893d2" providerId="ADAL" clId="{992600FB-E5A2-48A8-ADC9-6968E10B5B48}" dt="2022-11-30T07:55:09.728" v="3621" actId="478"/>
          <ac:spMkLst>
            <pc:docMk/>
            <pc:sldMk cId="3925121589" sldId="264"/>
            <ac:spMk id="33" creationId="{06426368-13B9-05ED-7B4E-48B8C7532F65}"/>
          </ac:spMkLst>
        </pc:spChg>
        <pc:spChg chg="del">
          <ac:chgData name="Amal R Babu" userId="3a292d0a-112b-4bc3-bf38-7771656893d2" providerId="ADAL" clId="{992600FB-E5A2-48A8-ADC9-6968E10B5B48}" dt="2022-11-30T07:55:09.728" v="3621" actId="478"/>
          <ac:spMkLst>
            <pc:docMk/>
            <pc:sldMk cId="3925121589" sldId="264"/>
            <ac:spMk id="34" creationId="{15C24E6E-5086-DAC3-E400-3CB725E13353}"/>
          </ac:spMkLst>
        </pc:spChg>
        <pc:spChg chg="del">
          <ac:chgData name="Amal R Babu" userId="3a292d0a-112b-4bc3-bf38-7771656893d2" providerId="ADAL" clId="{992600FB-E5A2-48A8-ADC9-6968E10B5B48}" dt="2022-11-30T07:55:09.728" v="3621" actId="478"/>
          <ac:spMkLst>
            <pc:docMk/>
            <pc:sldMk cId="3925121589" sldId="264"/>
            <ac:spMk id="35" creationId="{D7FACB4C-BCA4-434A-8FA8-F4D0A8D4C109}"/>
          </ac:spMkLst>
        </pc:spChg>
        <pc:spChg chg="del">
          <ac:chgData name="Amal R Babu" userId="3a292d0a-112b-4bc3-bf38-7771656893d2" providerId="ADAL" clId="{992600FB-E5A2-48A8-ADC9-6968E10B5B48}" dt="2022-11-28T12:08:46.420" v="1975" actId="478"/>
          <ac:spMkLst>
            <pc:docMk/>
            <pc:sldMk cId="3925121589" sldId="264"/>
            <ac:spMk id="36" creationId="{4DC967C5-83A7-AD1A-BBC7-D3A104DE021D}"/>
          </ac:spMkLst>
        </pc:spChg>
        <pc:spChg chg="add mod">
          <ac:chgData name="Amal R Babu" userId="3a292d0a-112b-4bc3-bf38-7771656893d2" providerId="ADAL" clId="{992600FB-E5A2-48A8-ADC9-6968E10B5B48}" dt="2022-11-30T07:55:10.325" v="3622"/>
          <ac:spMkLst>
            <pc:docMk/>
            <pc:sldMk cId="3925121589" sldId="264"/>
            <ac:spMk id="36" creationId="{6118E391-8CBA-9FDC-1E94-FDE97B4AE899}"/>
          </ac:spMkLst>
        </pc:spChg>
        <pc:spChg chg="del">
          <ac:chgData name="Amal R Babu" userId="3a292d0a-112b-4bc3-bf38-7771656893d2" providerId="ADAL" clId="{992600FB-E5A2-48A8-ADC9-6968E10B5B48}" dt="2022-11-28T12:08:46.420" v="1975" actId="478"/>
          <ac:spMkLst>
            <pc:docMk/>
            <pc:sldMk cId="3925121589" sldId="264"/>
            <ac:spMk id="37" creationId="{34F596A3-D6A5-20F5-27B0-AFB77A63F95B}"/>
          </ac:spMkLst>
        </pc:spChg>
        <pc:spChg chg="add del mod topLvl">
          <ac:chgData name="Amal R Babu" userId="3a292d0a-112b-4bc3-bf38-7771656893d2" providerId="ADAL" clId="{992600FB-E5A2-48A8-ADC9-6968E10B5B48}" dt="2022-11-28T12:28:11.270" v="2219" actId="478"/>
          <ac:spMkLst>
            <pc:docMk/>
            <pc:sldMk cId="3925121589" sldId="264"/>
            <ac:spMk id="38" creationId="{D549E8E0-2805-A936-4E15-2E9F107E5C5C}"/>
          </ac:spMkLst>
        </pc:spChg>
        <pc:spChg chg="mod">
          <ac:chgData name="Amal R Babu" userId="3a292d0a-112b-4bc3-bf38-7771656893d2" providerId="ADAL" clId="{992600FB-E5A2-48A8-ADC9-6968E10B5B48}" dt="2022-11-30T07:55:10.325" v="3622"/>
          <ac:spMkLst>
            <pc:docMk/>
            <pc:sldMk cId="3925121589" sldId="264"/>
            <ac:spMk id="38" creationId="{EB0729A1-52E5-E36B-3373-143E5D925329}"/>
          </ac:spMkLst>
        </pc:spChg>
        <pc:spChg chg="del">
          <ac:chgData name="Amal R Babu" userId="3a292d0a-112b-4bc3-bf38-7771656893d2" providerId="ADAL" clId="{992600FB-E5A2-48A8-ADC9-6968E10B5B48}" dt="2022-11-28T12:08:46.420" v="1975" actId="478"/>
          <ac:spMkLst>
            <pc:docMk/>
            <pc:sldMk cId="3925121589" sldId="264"/>
            <ac:spMk id="39" creationId="{FF6C9467-5B08-8BAB-F1CB-37ED726D228E}"/>
          </ac:spMkLst>
        </pc:spChg>
        <pc:spChg chg="add del mod topLvl">
          <ac:chgData name="Amal R Babu" userId="3a292d0a-112b-4bc3-bf38-7771656893d2" providerId="ADAL" clId="{992600FB-E5A2-48A8-ADC9-6968E10B5B48}" dt="2022-11-28T12:25:50.542" v="2175" actId="478"/>
          <ac:spMkLst>
            <pc:docMk/>
            <pc:sldMk cId="3925121589" sldId="264"/>
            <ac:spMk id="40" creationId="{235A9605-8047-D217-F6AC-B3EDAB1E8DA8}"/>
          </ac:spMkLst>
        </pc:spChg>
        <pc:spChg chg="mod">
          <ac:chgData name="Amal R Babu" userId="3a292d0a-112b-4bc3-bf38-7771656893d2" providerId="ADAL" clId="{992600FB-E5A2-48A8-ADC9-6968E10B5B48}" dt="2022-11-30T07:55:10.325" v="3622"/>
          <ac:spMkLst>
            <pc:docMk/>
            <pc:sldMk cId="3925121589" sldId="264"/>
            <ac:spMk id="42" creationId="{E28CDD06-A5E0-890E-A087-1541B21D5FAA}"/>
          </ac:spMkLst>
        </pc:spChg>
        <pc:spChg chg="del">
          <ac:chgData name="Amal R Babu" userId="3a292d0a-112b-4bc3-bf38-7771656893d2" providerId="ADAL" clId="{992600FB-E5A2-48A8-ADC9-6968E10B5B48}" dt="2022-11-30T06:30:49.627" v="3451" actId="478"/>
          <ac:spMkLst>
            <pc:docMk/>
            <pc:sldMk cId="3925121589" sldId="264"/>
            <ac:spMk id="43" creationId="{4085F982-777E-59AD-4DB4-B07024AB9EAF}"/>
          </ac:spMkLst>
        </pc:spChg>
        <pc:spChg chg="mod">
          <ac:chgData name="Amal R Babu" userId="3a292d0a-112b-4bc3-bf38-7771656893d2" providerId="ADAL" clId="{992600FB-E5A2-48A8-ADC9-6968E10B5B48}" dt="2022-11-30T07:55:10.325" v="3622"/>
          <ac:spMkLst>
            <pc:docMk/>
            <pc:sldMk cId="3925121589" sldId="264"/>
            <ac:spMk id="45" creationId="{25AD0374-F890-9E6C-9F0F-93BC4F6219F0}"/>
          </ac:spMkLst>
        </pc:spChg>
        <pc:spChg chg="del">
          <ac:chgData name="Amal R Babu" userId="3a292d0a-112b-4bc3-bf38-7771656893d2" providerId="ADAL" clId="{992600FB-E5A2-48A8-ADC9-6968E10B5B48}" dt="2022-11-28T12:08:46.420" v="1975" actId="478"/>
          <ac:spMkLst>
            <pc:docMk/>
            <pc:sldMk cId="3925121589" sldId="264"/>
            <ac:spMk id="45" creationId="{B256E905-DA71-294B-7F7C-C652F54C3A6E}"/>
          </ac:spMkLst>
        </pc:spChg>
        <pc:spChg chg="del">
          <ac:chgData name="Amal R Babu" userId="3a292d0a-112b-4bc3-bf38-7771656893d2" providerId="ADAL" clId="{992600FB-E5A2-48A8-ADC9-6968E10B5B48}" dt="2022-11-28T12:08:46.420" v="1975" actId="478"/>
          <ac:spMkLst>
            <pc:docMk/>
            <pc:sldMk cId="3925121589" sldId="264"/>
            <ac:spMk id="46" creationId="{188EFA61-DB70-DAFC-31DC-BDC96A80EEA8}"/>
          </ac:spMkLst>
        </pc:spChg>
        <pc:spChg chg="add mod">
          <ac:chgData name="Amal R Babu" userId="3a292d0a-112b-4bc3-bf38-7771656893d2" providerId="ADAL" clId="{992600FB-E5A2-48A8-ADC9-6968E10B5B48}" dt="2022-11-30T07:55:10.325" v="3622"/>
          <ac:spMkLst>
            <pc:docMk/>
            <pc:sldMk cId="3925121589" sldId="264"/>
            <ac:spMk id="46" creationId="{B01A9A8F-6DCF-6B6A-E58F-3AF06644FBD0}"/>
          </ac:spMkLst>
        </pc:spChg>
        <pc:spChg chg="del">
          <ac:chgData name="Amal R Babu" userId="3a292d0a-112b-4bc3-bf38-7771656893d2" providerId="ADAL" clId="{992600FB-E5A2-48A8-ADC9-6968E10B5B48}" dt="2022-11-28T12:08:46.420" v="1975" actId="478"/>
          <ac:spMkLst>
            <pc:docMk/>
            <pc:sldMk cId="3925121589" sldId="264"/>
            <ac:spMk id="48" creationId="{87923580-32B6-08A6-F477-AC680FDF33FA}"/>
          </ac:spMkLst>
        </pc:spChg>
        <pc:spChg chg="del mod">
          <ac:chgData name="Amal R Babu" userId="3a292d0a-112b-4bc3-bf38-7771656893d2" providerId="ADAL" clId="{992600FB-E5A2-48A8-ADC9-6968E10B5B48}" dt="2022-11-30T07:55:09.728" v="3621" actId="478"/>
          <ac:spMkLst>
            <pc:docMk/>
            <pc:sldMk cId="3925121589" sldId="264"/>
            <ac:spMk id="50" creationId="{0E2B6178-FB2D-9772-47AD-87A734026875}"/>
          </ac:spMkLst>
        </pc:spChg>
        <pc:spChg chg="del">
          <ac:chgData name="Amal R Babu" userId="3a292d0a-112b-4bc3-bf38-7771656893d2" providerId="ADAL" clId="{992600FB-E5A2-48A8-ADC9-6968E10B5B48}" dt="2022-11-28T12:08:46.420" v="1975" actId="478"/>
          <ac:spMkLst>
            <pc:docMk/>
            <pc:sldMk cId="3925121589" sldId="264"/>
            <ac:spMk id="51" creationId="{0AE6C7DB-54A3-306D-51D7-F9A62821BC12}"/>
          </ac:spMkLst>
        </pc:spChg>
        <pc:spChg chg="add mod">
          <ac:chgData name="Amal R Babu" userId="3a292d0a-112b-4bc3-bf38-7771656893d2" providerId="ADAL" clId="{992600FB-E5A2-48A8-ADC9-6968E10B5B48}" dt="2022-11-30T07:55:24.904" v="3625" actId="207"/>
          <ac:spMkLst>
            <pc:docMk/>
            <pc:sldMk cId="3925121589" sldId="264"/>
            <ac:spMk id="51" creationId="{12A6A8FD-2A01-DD16-EA1E-95A2CC9EF563}"/>
          </ac:spMkLst>
        </pc:spChg>
        <pc:spChg chg="add mod">
          <ac:chgData name="Amal R Babu" userId="3a292d0a-112b-4bc3-bf38-7771656893d2" providerId="ADAL" clId="{992600FB-E5A2-48A8-ADC9-6968E10B5B48}" dt="2022-11-30T07:55:28.039" v="3626" actId="207"/>
          <ac:spMkLst>
            <pc:docMk/>
            <pc:sldMk cId="3925121589" sldId="264"/>
            <ac:spMk id="52" creationId="{84FD7103-66CC-6036-52D6-C2E9C149FA23}"/>
          </ac:spMkLst>
        </pc:spChg>
        <pc:spChg chg="add del mod">
          <ac:chgData name="Amal R Babu" userId="3a292d0a-112b-4bc3-bf38-7771656893d2" providerId="ADAL" clId="{992600FB-E5A2-48A8-ADC9-6968E10B5B48}" dt="2022-11-28T12:27:24.200" v="2209" actId="478"/>
          <ac:spMkLst>
            <pc:docMk/>
            <pc:sldMk cId="3925121589" sldId="264"/>
            <ac:spMk id="52" creationId="{ADEAE238-BBC6-A5D5-41F6-CFFD001881C9}"/>
          </ac:spMkLst>
        </pc:spChg>
        <pc:spChg chg="del mod">
          <ac:chgData name="Amal R Babu" userId="3a292d0a-112b-4bc3-bf38-7771656893d2" providerId="ADAL" clId="{992600FB-E5A2-48A8-ADC9-6968E10B5B48}" dt="2022-11-30T07:55:09.728" v="3621" actId="478"/>
          <ac:spMkLst>
            <pc:docMk/>
            <pc:sldMk cId="3925121589" sldId="264"/>
            <ac:spMk id="55" creationId="{A2C13AB5-7A64-00F4-ECBF-90F667E097CA}"/>
          </ac:spMkLst>
        </pc:spChg>
        <pc:spChg chg="del">
          <ac:chgData name="Amal R Babu" userId="3a292d0a-112b-4bc3-bf38-7771656893d2" providerId="ADAL" clId="{992600FB-E5A2-48A8-ADC9-6968E10B5B48}" dt="2022-11-28T12:08:46.420" v="1975" actId="478"/>
          <ac:spMkLst>
            <pc:docMk/>
            <pc:sldMk cId="3925121589" sldId="264"/>
            <ac:spMk id="56" creationId="{9BA740F2-8C9A-B970-BF59-F06421B1D7DA}"/>
          </ac:spMkLst>
        </pc:spChg>
        <pc:spChg chg="add mod">
          <ac:chgData name="Amal R Babu" userId="3a292d0a-112b-4bc3-bf38-7771656893d2" providerId="ADAL" clId="{992600FB-E5A2-48A8-ADC9-6968E10B5B48}" dt="2022-11-30T07:55:10.325" v="3622"/>
          <ac:spMkLst>
            <pc:docMk/>
            <pc:sldMk cId="3925121589" sldId="264"/>
            <ac:spMk id="56" creationId="{B03531C3-598A-8CEE-0AB2-8B0AAE1CC5FF}"/>
          </ac:spMkLst>
        </pc:spChg>
        <pc:spChg chg="add mod">
          <ac:chgData name="Amal R Babu" userId="3a292d0a-112b-4bc3-bf38-7771656893d2" providerId="ADAL" clId="{992600FB-E5A2-48A8-ADC9-6968E10B5B48}" dt="2022-11-30T07:55:10.325" v="3622"/>
          <ac:spMkLst>
            <pc:docMk/>
            <pc:sldMk cId="3925121589" sldId="264"/>
            <ac:spMk id="57" creationId="{C3C9EC54-BEC2-E331-6922-52CB4EC59A66}"/>
          </ac:spMkLst>
        </pc:spChg>
        <pc:spChg chg="del">
          <ac:chgData name="Amal R Babu" userId="3a292d0a-112b-4bc3-bf38-7771656893d2" providerId="ADAL" clId="{992600FB-E5A2-48A8-ADC9-6968E10B5B48}" dt="2022-11-28T12:08:46.420" v="1975" actId="478"/>
          <ac:spMkLst>
            <pc:docMk/>
            <pc:sldMk cId="3925121589" sldId="264"/>
            <ac:spMk id="57" creationId="{D7028E34-DEE1-21AF-1D83-2D82580FAEB2}"/>
          </ac:spMkLst>
        </pc:spChg>
        <pc:spChg chg="del">
          <ac:chgData name="Amal R Babu" userId="3a292d0a-112b-4bc3-bf38-7771656893d2" providerId="ADAL" clId="{992600FB-E5A2-48A8-ADC9-6968E10B5B48}" dt="2022-11-30T07:55:09.728" v="3621" actId="478"/>
          <ac:spMkLst>
            <pc:docMk/>
            <pc:sldMk cId="3925121589" sldId="264"/>
            <ac:spMk id="58" creationId="{84827C04-91A4-59E2-705C-138BA0A13DA9}"/>
          </ac:spMkLst>
        </pc:spChg>
        <pc:spChg chg="add mod">
          <ac:chgData name="Amal R Babu" userId="3a292d0a-112b-4bc3-bf38-7771656893d2" providerId="ADAL" clId="{992600FB-E5A2-48A8-ADC9-6968E10B5B48}" dt="2022-11-30T07:55:10.325" v="3622"/>
          <ac:spMkLst>
            <pc:docMk/>
            <pc:sldMk cId="3925121589" sldId="264"/>
            <ac:spMk id="59" creationId="{2A58CC0F-87AD-1B09-0748-D9F25FF1AA0F}"/>
          </ac:spMkLst>
        </pc:spChg>
        <pc:spChg chg="del">
          <ac:chgData name="Amal R Babu" userId="3a292d0a-112b-4bc3-bf38-7771656893d2" providerId="ADAL" clId="{992600FB-E5A2-48A8-ADC9-6968E10B5B48}" dt="2022-11-28T12:08:46.420" v="1975" actId="478"/>
          <ac:spMkLst>
            <pc:docMk/>
            <pc:sldMk cId="3925121589" sldId="264"/>
            <ac:spMk id="59" creationId="{6D780EB8-AF77-C957-0C50-B6CC014553E1}"/>
          </ac:spMkLst>
        </pc:spChg>
        <pc:spChg chg="del">
          <ac:chgData name="Amal R Babu" userId="3a292d0a-112b-4bc3-bf38-7771656893d2" providerId="ADAL" clId="{992600FB-E5A2-48A8-ADC9-6968E10B5B48}" dt="2022-11-28T12:08:46.420" v="1975" actId="478"/>
          <ac:spMkLst>
            <pc:docMk/>
            <pc:sldMk cId="3925121589" sldId="264"/>
            <ac:spMk id="60" creationId="{A182E973-9E5E-248B-72F7-B3EB6FB871AC}"/>
          </ac:spMkLst>
        </pc:spChg>
        <pc:spChg chg="add del mod">
          <ac:chgData name="Amal R Babu" userId="3a292d0a-112b-4bc3-bf38-7771656893d2" providerId="ADAL" clId="{992600FB-E5A2-48A8-ADC9-6968E10B5B48}" dt="2022-11-28T12:25:50.542" v="2175" actId="478"/>
          <ac:spMkLst>
            <pc:docMk/>
            <pc:sldMk cId="3925121589" sldId="264"/>
            <ac:spMk id="61" creationId="{9DF54D26-96C0-4406-03D6-F94EE2082DB5}"/>
          </ac:spMkLst>
        </pc:spChg>
        <pc:spChg chg="mod">
          <ac:chgData name="Amal R Babu" userId="3a292d0a-112b-4bc3-bf38-7771656893d2" providerId="ADAL" clId="{992600FB-E5A2-48A8-ADC9-6968E10B5B48}" dt="2022-11-30T07:55:10.325" v="3622"/>
          <ac:spMkLst>
            <pc:docMk/>
            <pc:sldMk cId="3925121589" sldId="264"/>
            <ac:spMk id="61" creationId="{C3DF26FA-FDB5-2864-85AC-894CDFB0DDA2}"/>
          </ac:spMkLst>
        </pc:spChg>
        <pc:spChg chg="del">
          <ac:chgData name="Amal R Babu" userId="3a292d0a-112b-4bc3-bf38-7771656893d2" providerId="ADAL" clId="{992600FB-E5A2-48A8-ADC9-6968E10B5B48}" dt="2022-11-28T12:08:46.420" v="1975" actId="478"/>
          <ac:spMkLst>
            <pc:docMk/>
            <pc:sldMk cId="3925121589" sldId="264"/>
            <ac:spMk id="63" creationId="{47AFAA0F-4912-A9E2-F38E-0D53833DD103}"/>
          </ac:spMkLst>
        </pc:spChg>
        <pc:spChg chg="mod">
          <ac:chgData name="Amal R Babu" userId="3a292d0a-112b-4bc3-bf38-7771656893d2" providerId="ADAL" clId="{992600FB-E5A2-48A8-ADC9-6968E10B5B48}" dt="2022-11-30T07:55:10.325" v="3622"/>
          <ac:spMkLst>
            <pc:docMk/>
            <pc:sldMk cId="3925121589" sldId="264"/>
            <ac:spMk id="63" creationId="{534568DD-DCDF-6452-21B5-862D3B65A60F}"/>
          </ac:spMkLst>
        </pc:spChg>
        <pc:spChg chg="add mod">
          <ac:chgData name="Amal R Babu" userId="3a292d0a-112b-4bc3-bf38-7771656893d2" providerId="ADAL" clId="{992600FB-E5A2-48A8-ADC9-6968E10B5B48}" dt="2022-11-30T07:55:10.325" v="3622"/>
          <ac:spMkLst>
            <pc:docMk/>
            <pc:sldMk cId="3925121589" sldId="264"/>
            <ac:spMk id="66" creationId="{C07DC57D-6408-CA38-BBCC-F738AE07030D}"/>
          </ac:spMkLst>
        </pc:spChg>
        <pc:spChg chg="del">
          <ac:chgData name="Amal R Babu" userId="3a292d0a-112b-4bc3-bf38-7771656893d2" providerId="ADAL" clId="{992600FB-E5A2-48A8-ADC9-6968E10B5B48}" dt="2022-11-28T12:08:46.420" v="1975" actId="478"/>
          <ac:spMkLst>
            <pc:docMk/>
            <pc:sldMk cId="3925121589" sldId="264"/>
            <ac:spMk id="66" creationId="{C800A48B-76D3-4A43-7A51-44D9C1E42F7E}"/>
          </ac:spMkLst>
        </pc:spChg>
        <pc:spChg chg="del">
          <ac:chgData name="Amal R Babu" userId="3a292d0a-112b-4bc3-bf38-7771656893d2" providerId="ADAL" clId="{992600FB-E5A2-48A8-ADC9-6968E10B5B48}" dt="2022-11-28T12:08:46.420" v="1975" actId="478"/>
          <ac:spMkLst>
            <pc:docMk/>
            <pc:sldMk cId="3925121589" sldId="264"/>
            <ac:spMk id="74" creationId="{D1EB0B5B-9B73-3AD3-B6AF-B8FD207D5402}"/>
          </ac:spMkLst>
        </pc:spChg>
        <pc:spChg chg="del">
          <ac:chgData name="Amal R Babu" userId="3a292d0a-112b-4bc3-bf38-7771656893d2" providerId="ADAL" clId="{992600FB-E5A2-48A8-ADC9-6968E10B5B48}" dt="2022-11-28T12:08:46.420" v="1975" actId="478"/>
          <ac:spMkLst>
            <pc:docMk/>
            <pc:sldMk cId="3925121589" sldId="264"/>
            <ac:spMk id="78" creationId="{245E1DAD-9FDE-65CC-54CB-E9BA20B4E466}"/>
          </ac:spMkLst>
        </pc:spChg>
        <pc:spChg chg="mod">
          <ac:chgData name="Amal R Babu" userId="3a292d0a-112b-4bc3-bf38-7771656893d2" providerId="ADAL" clId="{992600FB-E5A2-48A8-ADC9-6968E10B5B48}" dt="2022-11-30T07:55:10.325" v="3622"/>
          <ac:spMkLst>
            <pc:docMk/>
            <pc:sldMk cId="3925121589" sldId="264"/>
            <ac:spMk id="78" creationId="{9EF74C99-E84B-BAFD-0DCF-8BDE054F855B}"/>
          </ac:spMkLst>
        </pc:spChg>
        <pc:spChg chg="add del mod">
          <ac:chgData name="Amal R Babu" userId="3a292d0a-112b-4bc3-bf38-7771656893d2" providerId="ADAL" clId="{992600FB-E5A2-48A8-ADC9-6968E10B5B48}" dt="2022-11-28T12:27:24.200" v="2209" actId="478"/>
          <ac:spMkLst>
            <pc:docMk/>
            <pc:sldMk cId="3925121589" sldId="264"/>
            <ac:spMk id="82" creationId="{1A7C2B42-9F4B-8605-3401-F95C7C4E8CBD}"/>
          </ac:spMkLst>
        </pc:spChg>
        <pc:spChg chg="mod">
          <ac:chgData name="Amal R Babu" userId="3a292d0a-112b-4bc3-bf38-7771656893d2" providerId="ADAL" clId="{992600FB-E5A2-48A8-ADC9-6968E10B5B48}" dt="2022-11-30T07:55:10.325" v="3622"/>
          <ac:spMkLst>
            <pc:docMk/>
            <pc:sldMk cId="3925121589" sldId="264"/>
            <ac:spMk id="82" creationId="{6F75FC19-B38F-D8B7-3C0B-1CBE121F8D1F}"/>
          </ac:spMkLst>
        </pc:spChg>
        <pc:spChg chg="add mod">
          <ac:chgData name="Amal R Babu" userId="3a292d0a-112b-4bc3-bf38-7771656893d2" providerId="ADAL" clId="{992600FB-E5A2-48A8-ADC9-6968E10B5B48}" dt="2022-11-30T07:55:10.325" v="3622"/>
          <ac:spMkLst>
            <pc:docMk/>
            <pc:sldMk cId="3925121589" sldId="264"/>
            <ac:spMk id="83" creationId="{7D2DD556-17C6-1204-F4AE-F4837D0A09B8}"/>
          </ac:spMkLst>
        </pc:spChg>
        <pc:spChg chg="del">
          <ac:chgData name="Amal R Babu" userId="3a292d0a-112b-4bc3-bf38-7771656893d2" providerId="ADAL" clId="{992600FB-E5A2-48A8-ADC9-6968E10B5B48}" dt="2022-11-28T12:08:46.420" v="1975" actId="478"/>
          <ac:spMkLst>
            <pc:docMk/>
            <pc:sldMk cId="3925121589" sldId="264"/>
            <ac:spMk id="83" creationId="{7F4E7200-F011-20D7-7E51-EEBE8E188403}"/>
          </ac:spMkLst>
        </pc:spChg>
        <pc:spChg chg="del">
          <ac:chgData name="Amal R Babu" userId="3a292d0a-112b-4bc3-bf38-7771656893d2" providerId="ADAL" clId="{992600FB-E5A2-48A8-ADC9-6968E10B5B48}" dt="2022-11-28T12:08:46.420" v="1975" actId="478"/>
          <ac:spMkLst>
            <pc:docMk/>
            <pc:sldMk cId="3925121589" sldId="264"/>
            <ac:spMk id="84" creationId="{4139E23D-6FED-647B-2EF0-D0E10A03FC5A}"/>
          </ac:spMkLst>
        </pc:spChg>
        <pc:spChg chg="add mod">
          <ac:chgData name="Amal R Babu" userId="3a292d0a-112b-4bc3-bf38-7771656893d2" providerId="ADAL" clId="{992600FB-E5A2-48A8-ADC9-6968E10B5B48}" dt="2022-11-30T07:55:10.325" v="3622"/>
          <ac:spMkLst>
            <pc:docMk/>
            <pc:sldMk cId="3925121589" sldId="264"/>
            <ac:spMk id="84" creationId="{A5D7C349-1133-DE49-6CBB-247AC04AA984}"/>
          </ac:spMkLst>
        </pc:spChg>
        <pc:spChg chg="del">
          <ac:chgData name="Amal R Babu" userId="3a292d0a-112b-4bc3-bf38-7771656893d2" providerId="ADAL" clId="{992600FB-E5A2-48A8-ADC9-6968E10B5B48}" dt="2022-11-28T12:08:46.420" v="1975" actId="478"/>
          <ac:spMkLst>
            <pc:docMk/>
            <pc:sldMk cId="3925121589" sldId="264"/>
            <ac:spMk id="85" creationId="{C92C8AEB-9893-870F-F370-F160552CB596}"/>
          </ac:spMkLst>
        </pc:spChg>
        <pc:spChg chg="del">
          <ac:chgData name="Amal R Babu" userId="3a292d0a-112b-4bc3-bf38-7771656893d2" providerId="ADAL" clId="{992600FB-E5A2-48A8-ADC9-6968E10B5B48}" dt="2022-11-28T12:08:46.420" v="1975" actId="478"/>
          <ac:spMkLst>
            <pc:docMk/>
            <pc:sldMk cId="3925121589" sldId="264"/>
            <ac:spMk id="86" creationId="{34EA9DF6-9A3A-9530-C30F-21570BAE9CD3}"/>
          </ac:spMkLst>
        </pc:spChg>
        <pc:spChg chg="add del mod">
          <ac:chgData name="Amal R Babu" userId="3a292d0a-112b-4bc3-bf38-7771656893d2" providerId="ADAL" clId="{992600FB-E5A2-48A8-ADC9-6968E10B5B48}" dt="2022-11-28T12:25:50.542" v="2175" actId="478"/>
          <ac:spMkLst>
            <pc:docMk/>
            <pc:sldMk cId="3925121589" sldId="264"/>
            <ac:spMk id="87" creationId="{EEEE896D-2302-DAF4-77C3-F3B9211F4604}"/>
          </ac:spMkLst>
        </pc:spChg>
        <pc:spChg chg="del">
          <ac:chgData name="Amal R Babu" userId="3a292d0a-112b-4bc3-bf38-7771656893d2" providerId="ADAL" clId="{992600FB-E5A2-48A8-ADC9-6968E10B5B48}" dt="2022-11-28T12:08:46.420" v="1975" actId="478"/>
          <ac:spMkLst>
            <pc:docMk/>
            <pc:sldMk cId="3925121589" sldId="264"/>
            <ac:spMk id="89" creationId="{5BAB56DE-FAC9-6A3E-70C7-04B2135E8766}"/>
          </ac:spMkLst>
        </pc:spChg>
        <pc:spChg chg="del">
          <ac:chgData name="Amal R Babu" userId="3a292d0a-112b-4bc3-bf38-7771656893d2" providerId="ADAL" clId="{992600FB-E5A2-48A8-ADC9-6968E10B5B48}" dt="2022-11-28T12:08:46.420" v="1975" actId="478"/>
          <ac:spMkLst>
            <pc:docMk/>
            <pc:sldMk cId="3925121589" sldId="264"/>
            <ac:spMk id="90" creationId="{071ECFCC-5BFD-B535-758F-699047D40F04}"/>
          </ac:spMkLst>
        </pc:spChg>
        <pc:spChg chg="del">
          <ac:chgData name="Amal R Babu" userId="3a292d0a-112b-4bc3-bf38-7771656893d2" providerId="ADAL" clId="{992600FB-E5A2-48A8-ADC9-6968E10B5B48}" dt="2022-11-28T12:08:46.420" v="1975" actId="478"/>
          <ac:spMkLst>
            <pc:docMk/>
            <pc:sldMk cId="3925121589" sldId="264"/>
            <ac:spMk id="91" creationId="{691D0EC1-C3E0-F617-AFB4-7CDFEF32BEFE}"/>
          </ac:spMkLst>
        </pc:spChg>
        <pc:spChg chg="mod">
          <ac:chgData name="Amal R Babu" userId="3a292d0a-112b-4bc3-bf38-7771656893d2" providerId="ADAL" clId="{992600FB-E5A2-48A8-ADC9-6968E10B5B48}" dt="2022-11-28T12:09:15.159" v="1987" actId="20577"/>
          <ac:spMkLst>
            <pc:docMk/>
            <pc:sldMk cId="3925121589" sldId="264"/>
            <ac:spMk id="92" creationId="{232C2ADA-8B7B-4990-FB78-B27C9A79E87E}"/>
          </ac:spMkLst>
        </pc:spChg>
        <pc:spChg chg="del">
          <ac:chgData name="Amal R Babu" userId="3a292d0a-112b-4bc3-bf38-7771656893d2" providerId="ADAL" clId="{992600FB-E5A2-48A8-ADC9-6968E10B5B48}" dt="2022-11-28T12:08:46.420" v="1975" actId="478"/>
          <ac:spMkLst>
            <pc:docMk/>
            <pc:sldMk cId="3925121589" sldId="264"/>
            <ac:spMk id="93" creationId="{77069DE1-F4F9-E1DF-E2CB-86CB44A03F01}"/>
          </ac:spMkLst>
        </pc:spChg>
        <pc:spChg chg="add del mod">
          <ac:chgData name="Amal R Babu" userId="3a292d0a-112b-4bc3-bf38-7771656893d2" providerId="ADAL" clId="{992600FB-E5A2-48A8-ADC9-6968E10B5B48}" dt="2022-11-28T12:27:24.200" v="2209" actId="478"/>
          <ac:spMkLst>
            <pc:docMk/>
            <pc:sldMk cId="3925121589" sldId="264"/>
            <ac:spMk id="95" creationId="{BF7E5D3C-BF1B-B87F-8F2E-FAD8FC7400AD}"/>
          </ac:spMkLst>
        </pc:spChg>
        <pc:spChg chg="add del mod">
          <ac:chgData name="Amal R Babu" userId="3a292d0a-112b-4bc3-bf38-7771656893d2" providerId="ADAL" clId="{992600FB-E5A2-48A8-ADC9-6968E10B5B48}" dt="2022-11-28T12:25:50.542" v="2175" actId="478"/>
          <ac:spMkLst>
            <pc:docMk/>
            <pc:sldMk cId="3925121589" sldId="264"/>
            <ac:spMk id="97" creationId="{567EBD02-33D8-D118-E241-C6F88DF2A63C}"/>
          </ac:spMkLst>
        </pc:spChg>
        <pc:spChg chg="add del mod">
          <ac:chgData name="Amal R Babu" userId="3a292d0a-112b-4bc3-bf38-7771656893d2" providerId="ADAL" clId="{992600FB-E5A2-48A8-ADC9-6968E10B5B48}" dt="2022-11-28T12:27:18.606" v="2208" actId="478"/>
          <ac:spMkLst>
            <pc:docMk/>
            <pc:sldMk cId="3925121589" sldId="264"/>
            <ac:spMk id="99" creationId="{DB93CD63-251B-FD3C-0CEE-27ED627A436C}"/>
          </ac:spMkLst>
        </pc:spChg>
        <pc:spChg chg="add del mod">
          <ac:chgData name="Amal R Babu" userId="3a292d0a-112b-4bc3-bf38-7771656893d2" providerId="ADAL" clId="{992600FB-E5A2-48A8-ADC9-6968E10B5B48}" dt="2022-11-28T12:25:50.542" v="2175" actId="478"/>
          <ac:spMkLst>
            <pc:docMk/>
            <pc:sldMk cId="3925121589" sldId="264"/>
            <ac:spMk id="100" creationId="{FDE65438-889E-351F-8248-247F02B49008}"/>
          </ac:spMkLst>
        </pc:spChg>
        <pc:spChg chg="add mod topLvl">
          <ac:chgData name="Amal R Babu" userId="3a292d0a-112b-4bc3-bf38-7771656893d2" providerId="ADAL" clId="{992600FB-E5A2-48A8-ADC9-6968E10B5B48}" dt="2022-11-28T12:32:25.334" v="2279" actId="1076"/>
          <ac:spMkLst>
            <pc:docMk/>
            <pc:sldMk cId="3925121589" sldId="264"/>
            <ac:spMk id="101" creationId="{9E059F6F-65D1-17DE-21C1-7677941ECFA1}"/>
          </ac:spMkLst>
        </pc:spChg>
        <pc:spChg chg="del">
          <ac:chgData name="Amal R Babu" userId="3a292d0a-112b-4bc3-bf38-7771656893d2" providerId="ADAL" clId="{992600FB-E5A2-48A8-ADC9-6968E10B5B48}" dt="2022-11-30T07:55:09.728" v="3621" actId="478"/>
          <ac:spMkLst>
            <pc:docMk/>
            <pc:sldMk cId="3925121589" sldId="264"/>
            <ac:spMk id="102" creationId="{BC336F4F-319C-E66A-14BA-28906300DE58}"/>
          </ac:spMkLst>
        </pc:spChg>
        <pc:spChg chg="add del mod">
          <ac:chgData name="Amal R Babu" userId="3a292d0a-112b-4bc3-bf38-7771656893d2" providerId="ADAL" clId="{992600FB-E5A2-48A8-ADC9-6968E10B5B48}" dt="2022-11-28T12:27:24.200" v="2209" actId="478"/>
          <ac:spMkLst>
            <pc:docMk/>
            <pc:sldMk cId="3925121589" sldId="264"/>
            <ac:spMk id="103" creationId="{3087065A-AF03-7DDC-C1A2-DD070FD42E73}"/>
          </ac:spMkLst>
        </pc:spChg>
        <pc:spChg chg="add mod topLvl">
          <ac:chgData name="Amal R Babu" userId="3a292d0a-112b-4bc3-bf38-7771656893d2" providerId="ADAL" clId="{992600FB-E5A2-48A8-ADC9-6968E10B5B48}" dt="2022-11-28T12:32:20.848" v="2278" actId="1076"/>
          <ac:spMkLst>
            <pc:docMk/>
            <pc:sldMk cId="3925121589" sldId="264"/>
            <ac:spMk id="104" creationId="{3DE43F3F-893D-E4A7-0C9F-955437903CA3}"/>
          </ac:spMkLst>
        </pc:spChg>
        <pc:spChg chg="add mod topLvl">
          <ac:chgData name="Amal R Babu" userId="3a292d0a-112b-4bc3-bf38-7771656893d2" providerId="ADAL" clId="{992600FB-E5A2-48A8-ADC9-6968E10B5B48}" dt="2022-11-28T12:32:20.848" v="2278" actId="1076"/>
          <ac:spMkLst>
            <pc:docMk/>
            <pc:sldMk cId="3925121589" sldId="264"/>
            <ac:spMk id="105" creationId="{93B9260F-AD24-294D-F40B-1CC345A276B2}"/>
          </ac:spMkLst>
        </pc:spChg>
        <pc:spChg chg="add mod topLvl">
          <ac:chgData name="Amal R Babu" userId="3a292d0a-112b-4bc3-bf38-7771656893d2" providerId="ADAL" clId="{992600FB-E5A2-48A8-ADC9-6968E10B5B48}" dt="2022-11-28T12:32:51.455" v="2284" actId="14100"/>
          <ac:spMkLst>
            <pc:docMk/>
            <pc:sldMk cId="3925121589" sldId="264"/>
            <ac:spMk id="106" creationId="{574FA840-2FA2-08A5-F70E-CF26802C7F45}"/>
          </ac:spMkLst>
        </pc:spChg>
        <pc:spChg chg="add mod topLvl">
          <ac:chgData name="Amal R Babu" userId="3a292d0a-112b-4bc3-bf38-7771656893d2" providerId="ADAL" clId="{992600FB-E5A2-48A8-ADC9-6968E10B5B48}" dt="2022-11-28T12:32:25.334" v="2279" actId="1076"/>
          <ac:spMkLst>
            <pc:docMk/>
            <pc:sldMk cId="3925121589" sldId="264"/>
            <ac:spMk id="107" creationId="{8C7DCF05-01DB-6E29-07BB-476F4118CA6D}"/>
          </ac:spMkLst>
        </pc:spChg>
        <pc:spChg chg="add mod topLvl">
          <ac:chgData name="Amal R Babu" userId="3a292d0a-112b-4bc3-bf38-7771656893d2" providerId="ADAL" clId="{992600FB-E5A2-48A8-ADC9-6968E10B5B48}" dt="2022-11-28T12:32:25.334" v="2279" actId="1076"/>
          <ac:spMkLst>
            <pc:docMk/>
            <pc:sldMk cId="3925121589" sldId="264"/>
            <ac:spMk id="108" creationId="{24F5C4AE-7CF2-D7AB-086E-79ACFF8A98D7}"/>
          </ac:spMkLst>
        </pc:spChg>
        <pc:spChg chg="del">
          <ac:chgData name="Amal R Babu" userId="3a292d0a-112b-4bc3-bf38-7771656893d2" providerId="ADAL" clId="{992600FB-E5A2-48A8-ADC9-6968E10B5B48}" dt="2022-11-30T06:30:49.627" v="3451" actId="478"/>
          <ac:spMkLst>
            <pc:docMk/>
            <pc:sldMk cId="3925121589" sldId="264"/>
            <ac:spMk id="109" creationId="{B205D4A8-03D0-E92D-2A10-7A44B4A53BD1}"/>
          </ac:spMkLst>
        </pc:spChg>
        <pc:spChg chg="add mod topLvl">
          <ac:chgData name="Amal R Babu" userId="3a292d0a-112b-4bc3-bf38-7771656893d2" providerId="ADAL" clId="{992600FB-E5A2-48A8-ADC9-6968E10B5B48}" dt="2022-11-28T12:32:20.848" v="2278" actId="1076"/>
          <ac:spMkLst>
            <pc:docMk/>
            <pc:sldMk cId="3925121589" sldId="264"/>
            <ac:spMk id="110" creationId="{5D87F9FF-561D-B017-2850-5B81165055E0}"/>
          </ac:spMkLst>
        </pc:spChg>
        <pc:spChg chg="add mod topLvl">
          <ac:chgData name="Amal R Babu" userId="3a292d0a-112b-4bc3-bf38-7771656893d2" providerId="ADAL" clId="{992600FB-E5A2-48A8-ADC9-6968E10B5B48}" dt="2022-11-28T12:32:20.848" v="2278" actId="1076"/>
          <ac:spMkLst>
            <pc:docMk/>
            <pc:sldMk cId="3925121589" sldId="264"/>
            <ac:spMk id="111" creationId="{A0C5CFB6-B1FE-EA7B-C82A-641A12E8F9C3}"/>
          </ac:spMkLst>
        </pc:spChg>
        <pc:spChg chg="add mod topLvl">
          <ac:chgData name="Amal R Babu" userId="3a292d0a-112b-4bc3-bf38-7771656893d2" providerId="ADAL" clId="{992600FB-E5A2-48A8-ADC9-6968E10B5B48}" dt="2022-11-28T12:32:51.455" v="2284" actId="14100"/>
          <ac:spMkLst>
            <pc:docMk/>
            <pc:sldMk cId="3925121589" sldId="264"/>
            <ac:spMk id="112" creationId="{C43315D7-98CF-1EDD-C3E6-4B58EBC213FA}"/>
          </ac:spMkLst>
        </pc:spChg>
        <pc:spChg chg="add mod topLvl">
          <ac:chgData name="Amal R Babu" userId="3a292d0a-112b-4bc3-bf38-7771656893d2" providerId="ADAL" clId="{992600FB-E5A2-48A8-ADC9-6968E10B5B48}" dt="2022-11-28T12:32:25.334" v="2279" actId="1076"/>
          <ac:spMkLst>
            <pc:docMk/>
            <pc:sldMk cId="3925121589" sldId="264"/>
            <ac:spMk id="113" creationId="{8B01B882-95D0-7D2F-521D-B00C1536C02B}"/>
          </ac:spMkLst>
        </pc:spChg>
        <pc:spChg chg="add mod topLvl">
          <ac:chgData name="Amal R Babu" userId="3a292d0a-112b-4bc3-bf38-7771656893d2" providerId="ADAL" clId="{992600FB-E5A2-48A8-ADC9-6968E10B5B48}" dt="2022-11-28T12:33:37.511" v="2286" actId="20577"/>
          <ac:spMkLst>
            <pc:docMk/>
            <pc:sldMk cId="3925121589" sldId="264"/>
            <ac:spMk id="114" creationId="{A22D40E9-F3DD-F13E-716B-1D9AE6D8D819}"/>
          </ac:spMkLst>
        </pc:spChg>
        <pc:spChg chg="add mod topLvl">
          <ac:chgData name="Amal R Babu" userId="3a292d0a-112b-4bc3-bf38-7771656893d2" providerId="ADAL" clId="{992600FB-E5A2-48A8-ADC9-6968E10B5B48}" dt="2022-11-28T12:32:20.848" v="2278" actId="1076"/>
          <ac:spMkLst>
            <pc:docMk/>
            <pc:sldMk cId="3925121589" sldId="264"/>
            <ac:spMk id="115" creationId="{9F2C7769-80D1-FCDF-89E7-BDC2B30024C4}"/>
          </ac:spMkLst>
        </pc:spChg>
        <pc:spChg chg="add mod topLvl">
          <ac:chgData name="Amal R Babu" userId="3a292d0a-112b-4bc3-bf38-7771656893d2" providerId="ADAL" clId="{992600FB-E5A2-48A8-ADC9-6968E10B5B48}" dt="2022-11-28T12:32:20.848" v="2278" actId="1076"/>
          <ac:spMkLst>
            <pc:docMk/>
            <pc:sldMk cId="3925121589" sldId="264"/>
            <ac:spMk id="116" creationId="{1676EF94-D086-F70F-4EE9-ED40EA6AF56C}"/>
          </ac:spMkLst>
        </pc:spChg>
        <pc:spChg chg="add mod topLvl">
          <ac:chgData name="Amal R Babu" userId="3a292d0a-112b-4bc3-bf38-7771656893d2" providerId="ADAL" clId="{992600FB-E5A2-48A8-ADC9-6968E10B5B48}" dt="2022-11-28T12:32:51.455" v="2284" actId="14100"/>
          <ac:spMkLst>
            <pc:docMk/>
            <pc:sldMk cId="3925121589" sldId="264"/>
            <ac:spMk id="117" creationId="{695B8140-11D9-5AC1-A814-7CC4C3DD0547}"/>
          </ac:spMkLst>
        </pc:spChg>
        <pc:spChg chg="add mod topLvl">
          <ac:chgData name="Amal R Babu" userId="3a292d0a-112b-4bc3-bf38-7771656893d2" providerId="ADAL" clId="{992600FB-E5A2-48A8-ADC9-6968E10B5B48}" dt="2022-11-28T12:32:25.334" v="2279" actId="1076"/>
          <ac:spMkLst>
            <pc:docMk/>
            <pc:sldMk cId="3925121589" sldId="264"/>
            <ac:spMk id="118" creationId="{494133BA-3C92-B029-8856-4E98EE68CA00}"/>
          </ac:spMkLst>
        </pc:spChg>
        <pc:spChg chg="add mod topLvl">
          <ac:chgData name="Amal R Babu" userId="3a292d0a-112b-4bc3-bf38-7771656893d2" providerId="ADAL" clId="{992600FB-E5A2-48A8-ADC9-6968E10B5B48}" dt="2022-11-28T12:32:25.334" v="2279" actId="1076"/>
          <ac:spMkLst>
            <pc:docMk/>
            <pc:sldMk cId="3925121589" sldId="264"/>
            <ac:spMk id="119" creationId="{08262353-0AFE-DED9-1AC8-790874385E07}"/>
          </ac:spMkLst>
        </pc:spChg>
        <pc:spChg chg="add mod topLvl">
          <ac:chgData name="Amal R Babu" userId="3a292d0a-112b-4bc3-bf38-7771656893d2" providerId="ADAL" clId="{992600FB-E5A2-48A8-ADC9-6968E10B5B48}" dt="2022-11-28T12:32:20.848" v="2278" actId="1076"/>
          <ac:spMkLst>
            <pc:docMk/>
            <pc:sldMk cId="3925121589" sldId="264"/>
            <ac:spMk id="120" creationId="{D428BD09-30A0-9561-AAF0-1C1A1415107E}"/>
          </ac:spMkLst>
        </pc:spChg>
        <pc:spChg chg="add mod topLvl">
          <ac:chgData name="Amal R Babu" userId="3a292d0a-112b-4bc3-bf38-7771656893d2" providerId="ADAL" clId="{992600FB-E5A2-48A8-ADC9-6968E10B5B48}" dt="2022-11-28T12:32:20.848" v="2278" actId="1076"/>
          <ac:spMkLst>
            <pc:docMk/>
            <pc:sldMk cId="3925121589" sldId="264"/>
            <ac:spMk id="121" creationId="{7AA7D732-9F36-76FB-B9D0-4EC8FC02CD9E}"/>
          </ac:spMkLst>
        </pc:spChg>
        <pc:grpChg chg="add mod">
          <ac:chgData name="Amal R Babu" userId="3a292d0a-112b-4bc3-bf38-7771656893d2" providerId="ADAL" clId="{992600FB-E5A2-48A8-ADC9-6968E10B5B48}" dt="2022-12-07T05:42:06.208" v="3719"/>
          <ac:grpSpMkLst>
            <pc:docMk/>
            <pc:sldMk cId="3925121589" sldId="264"/>
            <ac:grpSpMk id="7" creationId="{43E34699-0E70-A7E6-2486-2B30BE804770}"/>
          </ac:grpSpMkLst>
        </pc:grpChg>
        <pc:grpChg chg="add mod">
          <ac:chgData name="Amal R Babu" userId="3a292d0a-112b-4bc3-bf38-7771656893d2" providerId="ADAL" clId="{992600FB-E5A2-48A8-ADC9-6968E10B5B48}" dt="2022-12-07T05:42:06.208" v="3719"/>
          <ac:grpSpMkLst>
            <pc:docMk/>
            <pc:sldMk cId="3925121589" sldId="264"/>
            <ac:grpSpMk id="13" creationId="{ABC4D594-9E9F-1943-9613-AC194EDED275}"/>
          </ac:grpSpMkLst>
        </pc:grpChg>
        <pc:grpChg chg="add mod">
          <ac:chgData name="Amal R Babu" userId="3a292d0a-112b-4bc3-bf38-7771656893d2" providerId="ADAL" clId="{992600FB-E5A2-48A8-ADC9-6968E10B5B48}" dt="2022-11-30T07:55:10.325" v="3622"/>
          <ac:grpSpMkLst>
            <pc:docMk/>
            <pc:sldMk cId="3925121589" sldId="264"/>
            <ac:grpSpMk id="25" creationId="{86C7786A-5B93-3D86-26EC-18B2822F5C23}"/>
          </ac:grpSpMkLst>
        </pc:grpChg>
        <pc:grpChg chg="del">
          <ac:chgData name="Amal R Babu" userId="3a292d0a-112b-4bc3-bf38-7771656893d2" providerId="ADAL" clId="{992600FB-E5A2-48A8-ADC9-6968E10B5B48}" dt="2022-11-30T07:55:09.728" v="3621" actId="478"/>
          <ac:grpSpMkLst>
            <pc:docMk/>
            <pc:sldMk cId="3925121589" sldId="264"/>
            <ac:grpSpMk id="30" creationId="{9ECCC638-745A-4CD5-37F4-34E729654B57}"/>
          </ac:grpSpMkLst>
        </pc:grpChg>
        <pc:grpChg chg="add mod">
          <ac:chgData name="Amal R Babu" userId="3a292d0a-112b-4bc3-bf38-7771656893d2" providerId="ADAL" clId="{992600FB-E5A2-48A8-ADC9-6968E10B5B48}" dt="2022-11-30T07:55:10.325" v="3622"/>
          <ac:grpSpMkLst>
            <pc:docMk/>
            <pc:sldMk cId="3925121589" sldId="264"/>
            <ac:grpSpMk id="37" creationId="{9E708B77-F262-479A-7DF1-763CFDE61AF7}"/>
          </ac:grpSpMkLst>
        </pc:grpChg>
        <pc:grpChg chg="add mod">
          <ac:chgData name="Amal R Babu" userId="3a292d0a-112b-4bc3-bf38-7771656893d2" providerId="ADAL" clId="{992600FB-E5A2-48A8-ADC9-6968E10B5B48}" dt="2022-11-30T07:55:10.325" v="3622"/>
          <ac:grpSpMkLst>
            <pc:docMk/>
            <pc:sldMk cId="3925121589" sldId="264"/>
            <ac:grpSpMk id="40" creationId="{EE70295B-BFF2-90A9-EB82-74631722D13A}"/>
          </ac:grpSpMkLst>
        </pc:grpChg>
        <pc:grpChg chg="add del mod">
          <ac:chgData name="Amal R Babu" userId="3a292d0a-112b-4bc3-bf38-7771656893d2" providerId="ADAL" clId="{992600FB-E5A2-48A8-ADC9-6968E10B5B48}" dt="2022-11-28T12:17:10.577" v="2140" actId="165"/>
          <ac:grpSpMkLst>
            <pc:docMk/>
            <pc:sldMk cId="3925121589" sldId="264"/>
            <ac:grpSpMk id="42" creationId="{47D2CD70-AE09-E926-77D6-DEA761597753}"/>
          </ac:grpSpMkLst>
        </pc:grpChg>
        <pc:grpChg chg="del">
          <ac:chgData name="Amal R Babu" userId="3a292d0a-112b-4bc3-bf38-7771656893d2" providerId="ADAL" clId="{992600FB-E5A2-48A8-ADC9-6968E10B5B48}" dt="2022-11-30T07:55:09.728" v="3621" actId="478"/>
          <ac:grpSpMkLst>
            <pc:docMk/>
            <pc:sldMk cId="3925121589" sldId="264"/>
            <ac:grpSpMk id="47" creationId="{5C6579D9-4E04-AE17-CF35-68ADBC5766B2}"/>
          </ac:grpSpMkLst>
        </pc:grpChg>
        <pc:grpChg chg="del">
          <ac:chgData name="Amal R Babu" userId="3a292d0a-112b-4bc3-bf38-7771656893d2" providerId="ADAL" clId="{992600FB-E5A2-48A8-ADC9-6968E10B5B48}" dt="2022-11-30T07:55:09.728" v="3621" actId="478"/>
          <ac:grpSpMkLst>
            <pc:docMk/>
            <pc:sldMk cId="3925121589" sldId="264"/>
            <ac:grpSpMk id="54" creationId="{73F997E9-B116-D8A6-6EF5-C091C7C77B6D}"/>
          </ac:grpSpMkLst>
        </pc:grpChg>
        <pc:grpChg chg="add mod">
          <ac:chgData name="Amal R Babu" userId="3a292d0a-112b-4bc3-bf38-7771656893d2" providerId="ADAL" clId="{992600FB-E5A2-48A8-ADC9-6968E10B5B48}" dt="2022-11-30T07:55:10.325" v="3622"/>
          <ac:grpSpMkLst>
            <pc:docMk/>
            <pc:sldMk cId="3925121589" sldId="264"/>
            <ac:grpSpMk id="60" creationId="{D4B40316-EBC3-499B-084A-FA8AA8F3D7C3}"/>
          </ac:grpSpMkLst>
        </pc:grpChg>
        <pc:grpChg chg="del">
          <ac:chgData name="Amal R Babu" userId="3a292d0a-112b-4bc3-bf38-7771656893d2" providerId="ADAL" clId="{992600FB-E5A2-48A8-ADC9-6968E10B5B48}" dt="2022-12-07T05:42:05.830" v="3718" actId="478"/>
          <ac:grpSpMkLst>
            <pc:docMk/>
            <pc:sldMk cId="3925121589" sldId="264"/>
            <ac:grpSpMk id="67" creationId="{6D8E5ACC-26DE-243B-180E-E19057A9EB34}"/>
          </ac:grpSpMkLst>
        </pc:grpChg>
        <pc:grpChg chg="del">
          <ac:chgData name="Amal R Babu" userId="3a292d0a-112b-4bc3-bf38-7771656893d2" providerId="ADAL" clId="{992600FB-E5A2-48A8-ADC9-6968E10B5B48}" dt="2022-12-07T05:42:05.830" v="3718" actId="478"/>
          <ac:grpSpMkLst>
            <pc:docMk/>
            <pc:sldMk cId="3925121589" sldId="264"/>
            <ac:grpSpMk id="68" creationId="{CE1D2690-EA4E-562F-8571-7A8695694CC3}"/>
          </ac:grpSpMkLst>
        </pc:grpChg>
        <pc:grpChg chg="add mod">
          <ac:chgData name="Amal R Babu" userId="3a292d0a-112b-4bc3-bf38-7771656893d2" providerId="ADAL" clId="{992600FB-E5A2-48A8-ADC9-6968E10B5B48}" dt="2022-11-30T07:55:10.325" v="3622"/>
          <ac:grpSpMkLst>
            <pc:docMk/>
            <pc:sldMk cId="3925121589" sldId="264"/>
            <ac:grpSpMk id="74" creationId="{3A185779-5759-B611-309C-AA4BF155F07C}"/>
          </ac:grpSpMkLst>
        </pc:grpChg>
        <pc:grpChg chg="del">
          <ac:chgData name="Amal R Babu" userId="3a292d0a-112b-4bc3-bf38-7771656893d2" providerId="ADAL" clId="{992600FB-E5A2-48A8-ADC9-6968E10B5B48}" dt="2022-11-30T07:55:09.728" v="3621" actId="478"/>
          <ac:grpSpMkLst>
            <pc:docMk/>
            <pc:sldMk cId="3925121589" sldId="264"/>
            <ac:grpSpMk id="88" creationId="{5202437B-09C4-B9C2-DFB9-8FE4C3A1D94B}"/>
          </ac:grpSpMkLst>
        </pc:grpChg>
        <pc:grpChg chg="del">
          <ac:chgData name="Amal R Babu" userId="3a292d0a-112b-4bc3-bf38-7771656893d2" providerId="ADAL" clId="{992600FB-E5A2-48A8-ADC9-6968E10B5B48}" dt="2022-11-30T07:55:09.728" v="3621" actId="478"/>
          <ac:grpSpMkLst>
            <pc:docMk/>
            <pc:sldMk cId="3925121589" sldId="264"/>
            <ac:grpSpMk id="98" creationId="{5E12AE22-4B66-8998-2063-3E4A6A50C8CF}"/>
          </ac:grpSpMkLst>
        </pc:grpChg>
        <pc:grpChg chg="add del mod">
          <ac:chgData name="Amal R Babu" userId="3a292d0a-112b-4bc3-bf38-7771656893d2" providerId="ADAL" clId="{992600FB-E5A2-48A8-ADC9-6968E10B5B48}" dt="2022-11-28T12:29:34.494" v="2242" actId="165"/>
          <ac:grpSpMkLst>
            <pc:docMk/>
            <pc:sldMk cId="3925121589" sldId="264"/>
            <ac:grpSpMk id="122" creationId="{C1FABE4E-D223-2D06-9C34-E15344DA735D}"/>
          </ac:grpSpMkLst>
        </pc:grpChg>
        <pc:grpChg chg="add del mod">
          <ac:chgData name="Amal R Babu" userId="3a292d0a-112b-4bc3-bf38-7771656893d2" providerId="ADAL" clId="{992600FB-E5A2-48A8-ADC9-6968E10B5B48}" dt="2022-11-28T12:29:34.494" v="2242" actId="165"/>
          <ac:grpSpMkLst>
            <pc:docMk/>
            <pc:sldMk cId="3925121589" sldId="264"/>
            <ac:grpSpMk id="123" creationId="{133F1B52-0AB6-1DC6-A7B7-A047BE93435A}"/>
          </ac:grpSpMkLst>
        </pc:grpChg>
        <pc:grpChg chg="add del mod">
          <ac:chgData name="Amal R Babu" userId="3a292d0a-112b-4bc3-bf38-7771656893d2" providerId="ADAL" clId="{992600FB-E5A2-48A8-ADC9-6968E10B5B48}" dt="2022-11-28T12:29:34.494" v="2242" actId="165"/>
          <ac:grpSpMkLst>
            <pc:docMk/>
            <pc:sldMk cId="3925121589" sldId="264"/>
            <ac:grpSpMk id="124" creationId="{79389E35-AA65-176F-EF47-8A44D1C07F37}"/>
          </ac:grpSpMkLst>
        </pc:grpChg>
        <pc:grpChg chg="add del mod">
          <ac:chgData name="Amal R Babu" userId="3a292d0a-112b-4bc3-bf38-7771656893d2" providerId="ADAL" clId="{992600FB-E5A2-48A8-ADC9-6968E10B5B48}" dt="2022-11-28T12:29:34.494" v="2242" actId="165"/>
          <ac:grpSpMkLst>
            <pc:docMk/>
            <pc:sldMk cId="3925121589" sldId="264"/>
            <ac:grpSpMk id="125" creationId="{28021754-E6D3-1FFD-C680-A8BB1F2C22FC}"/>
          </ac:grpSpMkLst>
        </pc:grpChg>
        <pc:picChg chg="mod">
          <ac:chgData name="Amal R Babu" userId="3a292d0a-112b-4bc3-bf38-7771656893d2" providerId="ADAL" clId="{992600FB-E5A2-48A8-ADC9-6968E10B5B48}" dt="2022-11-30T07:55:10.325" v="3622"/>
          <ac:picMkLst>
            <pc:docMk/>
            <pc:sldMk cId="3925121589" sldId="264"/>
            <ac:picMk id="39" creationId="{D13D55D3-6997-4AE7-D43E-FE0B5AC2063E}"/>
          </ac:picMkLst>
        </pc:picChg>
        <pc:cxnChg chg="del">
          <ac:chgData name="Amal R Babu" userId="3a292d0a-112b-4bc3-bf38-7771656893d2" providerId="ADAL" clId="{992600FB-E5A2-48A8-ADC9-6968E10B5B48}" dt="2022-11-30T07:55:09.728" v="3621" actId="478"/>
          <ac:cxnSpMkLst>
            <pc:docMk/>
            <pc:sldMk cId="3925121589" sldId="264"/>
            <ac:cxnSpMk id="7" creationId="{1C225904-9D2F-F0C8-8BBE-32DEDB3F8B8F}"/>
          </ac:cxnSpMkLst>
        </pc:cxnChg>
        <pc:cxnChg chg="add mod">
          <ac:chgData name="Amal R Babu" userId="3a292d0a-112b-4bc3-bf38-7771656893d2" providerId="ADAL" clId="{992600FB-E5A2-48A8-ADC9-6968E10B5B48}" dt="2022-11-30T07:55:10.325" v="3622"/>
          <ac:cxnSpMkLst>
            <pc:docMk/>
            <pc:sldMk cId="3925121589" sldId="264"/>
            <ac:cxnSpMk id="48" creationId="{8D4A7847-1DE0-AD95-89D9-1E57C8FC89CF}"/>
          </ac:cxnSpMkLst>
        </pc:cxnChg>
      </pc:sldChg>
      <pc:sldChg chg="addSp delSp modSp add mod modClrScheme chgLayout">
        <pc:chgData name="Amal R Babu" userId="3a292d0a-112b-4bc3-bf38-7771656893d2" providerId="ADAL" clId="{992600FB-E5A2-48A8-ADC9-6968E10B5B48}" dt="2022-12-07T05:42:10.424" v="3721"/>
        <pc:sldMkLst>
          <pc:docMk/>
          <pc:sldMk cId="3358307290" sldId="265"/>
        </pc:sldMkLst>
        <pc:spChg chg="del mod">
          <ac:chgData name="Amal R Babu" userId="3a292d0a-112b-4bc3-bf38-7771656893d2" providerId="ADAL" clId="{992600FB-E5A2-48A8-ADC9-6968E10B5B48}" dt="2022-11-30T03:11:51.613" v="2295" actId="478"/>
          <ac:spMkLst>
            <pc:docMk/>
            <pc:sldMk cId="3358307290" sldId="265"/>
            <ac:spMk id="2" creationId="{8003C6B7-2504-C74B-2DFE-98789B2D5D42}"/>
          </ac:spMkLst>
        </pc:spChg>
        <pc:spChg chg="mod">
          <ac:chgData name="Amal R Babu" userId="3a292d0a-112b-4bc3-bf38-7771656893d2" providerId="ADAL" clId="{992600FB-E5A2-48A8-ADC9-6968E10B5B48}" dt="2022-11-30T07:55:34.858" v="3627" actId="34135"/>
          <ac:spMkLst>
            <pc:docMk/>
            <pc:sldMk cId="3358307290" sldId="265"/>
            <ac:spMk id="3" creationId="{1025ACCD-BEFE-4057-D0DA-23300AB28132}"/>
          </ac:spMkLst>
        </pc:spChg>
        <pc:spChg chg="mod">
          <ac:chgData name="Amal R Babu" userId="3a292d0a-112b-4bc3-bf38-7771656893d2" providerId="ADAL" clId="{992600FB-E5A2-48A8-ADC9-6968E10B5B48}" dt="2022-12-07T05:42:10.424" v="3721"/>
          <ac:spMkLst>
            <pc:docMk/>
            <pc:sldMk cId="3358307290" sldId="265"/>
            <ac:spMk id="7" creationId="{8A898433-1F1A-C868-2B88-7AE7D32C71EB}"/>
          </ac:spMkLst>
        </pc:spChg>
        <pc:spChg chg="del mod">
          <ac:chgData name="Amal R Babu" userId="3a292d0a-112b-4bc3-bf38-7771656893d2" providerId="ADAL" clId="{992600FB-E5A2-48A8-ADC9-6968E10B5B48}" dt="2022-11-30T07:55:38.349" v="3628" actId="478"/>
          <ac:spMkLst>
            <pc:docMk/>
            <pc:sldMk cId="3358307290" sldId="265"/>
            <ac:spMk id="9" creationId="{67D53DBD-07C2-B89B-2A5E-6EA3F0CE967B}"/>
          </ac:spMkLst>
        </pc:spChg>
        <pc:spChg chg="mod">
          <ac:chgData name="Amal R Babu" userId="3a292d0a-112b-4bc3-bf38-7771656893d2" providerId="ADAL" clId="{992600FB-E5A2-48A8-ADC9-6968E10B5B48}" dt="2022-12-07T05:42:10.424" v="3721"/>
          <ac:spMkLst>
            <pc:docMk/>
            <pc:sldMk cId="3358307290" sldId="265"/>
            <ac:spMk id="9" creationId="{FDAAFE85-5A3C-CD34-6B16-6402C4409C80}"/>
          </ac:spMkLst>
        </pc:spChg>
        <pc:spChg chg="del">
          <ac:chgData name="Amal R Babu" userId="3a292d0a-112b-4bc3-bf38-7771656893d2" providerId="ADAL" clId="{992600FB-E5A2-48A8-ADC9-6968E10B5B48}" dt="2022-11-30T03:11:47.398" v="2293" actId="478"/>
          <ac:spMkLst>
            <pc:docMk/>
            <pc:sldMk cId="3358307290" sldId="265"/>
            <ac:spMk id="10" creationId="{6D4E7F52-A4B9-A476-76E7-4CDFB824A10D}"/>
          </ac:spMkLst>
        </pc:spChg>
        <pc:spChg chg="add mod">
          <ac:chgData name="Amal R Babu" userId="3a292d0a-112b-4bc3-bf38-7771656893d2" providerId="ADAL" clId="{992600FB-E5A2-48A8-ADC9-6968E10B5B48}" dt="2022-11-30T03:14:05.528" v="2324" actId="14100"/>
          <ac:spMkLst>
            <pc:docMk/>
            <pc:sldMk cId="3358307290" sldId="265"/>
            <ac:spMk id="11" creationId="{C521702C-A845-3192-B348-68658C74D330}"/>
          </ac:spMkLst>
        </pc:spChg>
        <pc:spChg chg="mod">
          <ac:chgData name="Amal R Babu" userId="3a292d0a-112b-4bc3-bf38-7771656893d2" providerId="ADAL" clId="{992600FB-E5A2-48A8-ADC9-6968E10B5B48}" dt="2022-12-07T05:42:10.424" v="3721"/>
          <ac:spMkLst>
            <pc:docMk/>
            <pc:sldMk cId="3358307290" sldId="265"/>
            <ac:spMk id="12" creationId="{0CAFE273-3434-DCB7-446E-756C4A3A34EE}"/>
          </ac:spMkLst>
        </pc:spChg>
        <pc:spChg chg="add del mod">
          <ac:chgData name="Amal R Babu" userId="3a292d0a-112b-4bc3-bf38-7771656893d2" providerId="ADAL" clId="{992600FB-E5A2-48A8-ADC9-6968E10B5B48}" dt="2022-11-30T03:13:21.703" v="2312" actId="478"/>
          <ac:spMkLst>
            <pc:docMk/>
            <pc:sldMk cId="3358307290" sldId="265"/>
            <ac:spMk id="12" creationId="{F943AA56-72AC-A721-C15E-5D82873CCA3B}"/>
          </ac:spMkLst>
        </pc:spChg>
        <pc:spChg chg="del">
          <ac:chgData name="Amal R Babu" userId="3a292d0a-112b-4bc3-bf38-7771656893d2" providerId="ADAL" clId="{992600FB-E5A2-48A8-ADC9-6968E10B5B48}" dt="2022-11-30T07:55:38.349" v="3628" actId="478"/>
          <ac:spMkLst>
            <pc:docMk/>
            <pc:sldMk cId="3358307290" sldId="265"/>
            <ac:spMk id="13" creationId="{4F3E08FA-4C08-7258-FA22-03C53F09604C}"/>
          </ac:spMkLst>
        </pc:spChg>
        <pc:spChg chg="mod">
          <ac:chgData name="Amal R Babu" userId="3a292d0a-112b-4bc3-bf38-7771656893d2" providerId="ADAL" clId="{992600FB-E5A2-48A8-ADC9-6968E10B5B48}" dt="2022-12-07T05:42:10.424" v="3721"/>
          <ac:spMkLst>
            <pc:docMk/>
            <pc:sldMk cId="3358307290" sldId="265"/>
            <ac:spMk id="13" creationId="{E44E6036-20C3-D660-E257-76A8F36CD3DC}"/>
          </ac:spMkLst>
        </pc:spChg>
        <pc:spChg chg="add del mod topLvl">
          <ac:chgData name="Amal R Babu" userId="3a292d0a-112b-4bc3-bf38-7771656893d2" providerId="ADAL" clId="{992600FB-E5A2-48A8-ADC9-6968E10B5B48}" dt="2022-11-30T03:16:45.004" v="2361"/>
          <ac:spMkLst>
            <pc:docMk/>
            <pc:sldMk cId="3358307290" sldId="265"/>
            <ac:spMk id="14" creationId="{96A1F164-2CA5-D0B0-6DE1-DB7E56FF84AF}"/>
          </ac:spMkLst>
        </pc:spChg>
        <pc:spChg chg="add del mod">
          <ac:chgData name="Amal R Babu" userId="3a292d0a-112b-4bc3-bf38-7771656893d2" providerId="ADAL" clId="{992600FB-E5A2-48A8-ADC9-6968E10B5B48}" dt="2022-11-30T03:13:46.445" v="2319" actId="478"/>
          <ac:spMkLst>
            <pc:docMk/>
            <pc:sldMk cId="3358307290" sldId="265"/>
            <ac:spMk id="15" creationId="{0565140A-5BA7-0754-FF77-CBB9413D501C}"/>
          </ac:spMkLst>
        </pc:spChg>
        <pc:spChg chg="del">
          <ac:chgData name="Amal R Babu" userId="3a292d0a-112b-4bc3-bf38-7771656893d2" providerId="ADAL" clId="{992600FB-E5A2-48A8-ADC9-6968E10B5B48}" dt="2022-11-30T07:55:38.349" v="3628" actId="478"/>
          <ac:spMkLst>
            <pc:docMk/>
            <pc:sldMk cId="3358307290" sldId="265"/>
            <ac:spMk id="16" creationId="{2913EB48-94F5-98C7-C275-915A1AD4D3EA}"/>
          </ac:spMkLst>
        </pc:spChg>
        <pc:spChg chg="del">
          <ac:chgData name="Amal R Babu" userId="3a292d0a-112b-4bc3-bf38-7771656893d2" providerId="ADAL" clId="{992600FB-E5A2-48A8-ADC9-6968E10B5B48}" dt="2022-11-30T07:55:38.349" v="3628" actId="478"/>
          <ac:spMkLst>
            <pc:docMk/>
            <pc:sldMk cId="3358307290" sldId="265"/>
            <ac:spMk id="17" creationId="{29D393BC-86FC-4CA8-8830-E874EA43EE28}"/>
          </ac:spMkLst>
        </pc:spChg>
        <pc:spChg chg="del">
          <ac:chgData name="Amal R Babu" userId="3a292d0a-112b-4bc3-bf38-7771656893d2" providerId="ADAL" clId="{992600FB-E5A2-48A8-ADC9-6968E10B5B48}" dt="2022-11-30T03:11:47.398" v="2293" actId="478"/>
          <ac:spMkLst>
            <pc:docMk/>
            <pc:sldMk cId="3358307290" sldId="265"/>
            <ac:spMk id="18" creationId="{A4A61CB0-88E3-24DD-6AF8-E3665F11CA3D}"/>
          </ac:spMkLst>
        </pc:spChg>
        <pc:spChg chg="del mod">
          <ac:chgData name="Amal R Babu" userId="3a292d0a-112b-4bc3-bf38-7771656893d2" providerId="ADAL" clId="{992600FB-E5A2-48A8-ADC9-6968E10B5B48}" dt="2022-11-30T07:55:38.349" v="3628" actId="478"/>
          <ac:spMkLst>
            <pc:docMk/>
            <pc:sldMk cId="3358307290" sldId="265"/>
            <ac:spMk id="19" creationId="{B5F22004-B568-5F9F-D315-B9048F8F933E}"/>
          </ac:spMkLst>
        </pc:spChg>
        <pc:spChg chg="del">
          <ac:chgData name="Amal R Babu" userId="3a292d0a-112b-4bc3-bf38-7771656893d2" providerId="ADAL" clId="{992600FB-E5A2-48A8-ADC9-6968E10B5B48}" dt="2022-11-30T07:55:38.349" v="3628" actId="478"/>
          <ac:spMkLst>
            <pc:docMk/>
            <pc:sldMk cId="3358307290" sldId="265"/>
            <ac:spMk id="20" creationId="{DBD7492E-2CD4-61A0-9EEE-CEE4E61AED9D}"/>
          </ac:spMkLst>
        </pc:spChg>
        <pc:spChg chg="del">
          <ac:chgData name="Amal R Babu" userId="3a292d0a-112b-4bc3-bf38-7771656893d2" providerId="ADAL" clId="{992600FB-E5A2-48A8-ADC9-6968E10B5B48}" dt="2022-11-30T07:55:38.349" v="3628" actId="478"/>
          <ac:spMkLst>
            <pc:docMk/>
            <pc:sldMk cId="3358307290" sldId="265"/>
            <ac:spMk id="21" creationId="{88AF1956-F7FB-2ADE-A3E7-1F7329C9752A}"/>
          </ac:spMkLst>
        </pc:spChg>
        <pc:spChg chg="del">
          <ac:chgData name="Amal R Babu" userId="3a292d0a-112b-4bc3-bf38-7771656893d2" providerId="ADAL" clId="{992600FB-E5A2-48A8-ADC9-6968E10B5B48}" dt="2022-11-30T07:55:38.349" v="3628" actId="478"/>
          <ac:spMkLst>
            <pc:docMk/>
            <pc:sldMk cId="3358307290" sldId="265"/>
            <ac:spMk id="22" creationId="{B8560F59-A67B-8514-2A4E-47A28A1A48B1}"/>
          </ac:spMkLst>
        </pc:spChg>
        <pc:spChg chg="add mod topLvl">
          <ac:chgData name="Amal R Babu" userId="3a292d0a-112b-4bc3-bf38-7771656893d2" providerId="ADAL" clId="{992600FB-E5A2-48A8-ADC9-6968E10B5B48}" dt="2022-11-30T03:17:07.670" v="2369" actId="553"/>
          <ac:spMkLst>
            <pc:docMk/>
            <pc:sldMk cId="3358307290" sldId="265"/>
            <ac:spMk id="23" creationId="{228DA46A-69B8-B7A2-2A6D-3722412D45CD}"/>
          </ac:spMkLst>
        </pc:spChg>
        <pc:spChg chg="add mod topLvl">
          <ac:chgData name="Amal R Babu" userId="3a292d0a-112b-4bc3-bf38-7771656893d2" providerId="ADAL" clId="{992600FB-E5A2-48A8-ADC9-6968E10B5B48}" dt="2022-11-30T03:15:48.251" v="2353" actId="165"/>
          <ac:spMkLst>
            <pc:docMk/>
            <pc:sldMk cId="3358307290" sldId="265"/>
            <ac:spMk id="24" creationId="{633A5DBA-3D5C-D126-07EA-FFE40D5EAE42}"/>
          </ac:spMkLst>
        </pc:spChg>
        <pc:spChg chg="add mod topLvl">
          <ac:chgData name="Amal R Babu" userId="3a292d0a-112b-4bc3-bf38-7771656893d2" providerId="ADAL" clId="{992600FB-E5A2-48A8-ADC9-6968E10B5B48}" dt="2022-11-30T03:15:48.251" v="2353" actId="165"/>
          <ac:spMkLst>
            <pc:docMk/>
            <pc:sldMk cId="3358307290" sldId="265"/>
            <ac:spMk id="25" creationId="{09E00A39-BE32-E161-2790-951E54DE8412}"/>
          </ac:spMkLst>
        </pc:spChg>
        <pc:spChg chg="add mod topLvl">
          <ac:chgData name="Amal R Babu" userId="3a292d0a-112b-4bc3-bf38-7771656893d2" providerId="ADAL" clId="{992600FB-E5A2-48A8-ADC9-6968E10B5B48}" dt="2022-11-30T03:27:32.856" v="2432" actId="1037"/>
          <ac:spMkLst>
            <pc:docMk/>
            <pc:sldMk cId="3358307290" sldId="265"/>
            <ac:spMk id="26" creationId="{CA7E335B-0CDC-1E90-9E21-D361EEBAEC05}"/>
          </ac:spMkLst>
        </pc:spChg>
        <pc:spChg chg="add del mod">
          <ac:chgData name="Amal R Babu" userId="3a292d0a-112b-4bc3-bf38-7771656893d2" providerId="ADAL" clId="{992600FB-E5A2-48A8-ADC9-6968E10B5B48}" dt="2022-11-30T03:14:54.432" v="2335" actId="478"/>
          <ac:spMkLst>
            <pc:docMk/>
            <pc:sldMk cId="3358307290" sldId="265"/>
            <ac:spMk id="31" creationId="{3042C002-2F1E-BDF2-28B0-5D60E7F65B4E}"/>
          </ac:spMkLst>
        </pc:spChg>
        <pc:spChg chg="add mod topLvl">
          <ac:chgData name="Amal R Babu" userId="3a292d0a-112b-4bc3-bf38-7771656893d2" providerId="ADAL" clId="{992600FB-E5A2-48A8-ADC9-6968E10B5B48}" dt="2022-11-30T07:41:04.210" v="3576" actId="20577"/>
          <ac:spMkLst>
            <pc:docMk/>
            <pc:sldMk cId="3358307290" sldId="265"/>
            <ac:spMk id="32" creationId="{99A3E2DA-8AB7-CB43-4A8D-D6AB9DB6D6E8}"/>
          </ac:spMkLst>
        </pc:spChg>
        <pc:spChg chg="del">
          <ac:chgData name="Amal R Babu" userId="3a292d0a-112b-4bc3-bf38-7771656893d2" providerId="ADAL" clId="{992600FB-E5A2-48A8-ADC9-6968E10B5B48}" dt="2022-11-30T07:55:38.349" v="3628" actId="478"/>
          <ac:spMkLst>
            <pc:docMk/>
            <pc:sldMk cId="3358307290" sldId="265"/>
            <ac:spMk id="33" creationId="{06426368-13B9-05ED-7B4E-48B8C7532F65}"/>
          </ac:spMkLst>
        </pc:spChg>
        <pc:spChg chg="del">
          <ac:chgData name="Amal R Babu" userId="3a292d0a-112b-4bc3-bf38-7771656893d2" providerId="ADAL" clId="{992600FB-E5A2-48A8-ADC9-6968E10B5B48}" dt="2022-11-30T07:55:38.349" v="3628" actId="478"/>
          <ac:spMkLst>
            <pc:docMk/>
            <pc:sldMk cId="3358307290" sldId="265"/>
            <ac:spMk id="34" creationId="{15C24E6E-5086-DAC3-E400-3CB725E13353}"/>
          </ac:spMkLst>
        </pc:spChg>
        <pc:spChg chg="del">
          <ac:chgData name="Amal R Babu" userId="3a292d0a-112b-4bc3-bf38-7771656893d2" providerId="ADAL" clId="{992600FB-E5A2-48A8-ADC9-6968E10B5B48}" dt="2022-11-30T07:55:38.349" v="3628" actId="478"/>
          <ac:spMkLst>
            <pc:docMk/>
            <pc:sldMk cId="3358307290" sldId="265"/>
            <ac:spMk id="35" creationId="{D7FACB4C-BCA4-434A-8FA8-F4D0A8D4C109}"/>
          </ac:spMkLst>
        </pc:spChg>
        <pc:spChg chg="add mod topLvl">
          <ac:chgData name="Amal R Babu" userId="3a292d0a-112b-4bc3-bf38-7771656893d2" providerId="ADAL" clId="{992600FB-E5A2-48A8-ADC9-6968E10B5B48}" dt="2022-11-30T07:41:07.826" v="3578" actId="20577"/>
          <ac:spMkLst>
            <pc:docMk/>
            <pc:sldMk cId="3358307290" sldId="265"/>
            <ac:spMk id="36" creationId="{CEE4DF2C-8E3C-6B03-0972-A3B04A285B1E}"/>
          </ac:spMkLst>
        </pc:spChg>
        <pc:spChg chg="add mod topLvl">
          <ac:chgData name="Amal R Babu" userId="3a292d0a-112b-4bc3-bf38-7771656893d2" providerId="ADAL" clId="{992600FB-E5A2-48A8-ADC9-6968E10B5B48}" dt="2022-11-30T03:27:32.856" v="2432" actId="1037"/>
          <ac:spMkLst>
            <pc:docMk/>
            <pc:sldMk cId="3358307290" sldId="265"/>
            <ac:spMk id="37" creationId="{DB6B8045-A507-44E2-526E-4BD417A97DF9}"/>
          </ac:spMkLst>
        </pc:spChg>
        <pc:spChg chg="add del mod">
          <ac:chgData name="Amal R Babu" userId="3a292d0a-112b-4bc3-bf38-7771656893d2" providerId="ADAL" clId="{992600FB-E5A2-48A8-ADC9-6968E10B5B48}" dt="2022-11-30T03:16:45.004" v="2361"/>
          <ac:spMkLst>
            <pc:docMk/>
            <pc:sldMk cId="3358307290" sldId="265"/>
            <ac:spMk id="39" creationId="{223D7353-BFF5-BDF9-B4AB-E3AE2A8D436A}"/>
          </ac:spMkLst>
        </pc:spChg>
        <pc:spChg chg="del mod">
          <ac:chgData name="Amal R Babu" userId="3a292d0a-112b-4bc3-bf38-7771656893d2" providerId="ADAL" clId="{992600FB-E5A2-48A8-ADC9-6968E10B5B48}" dt="2022-11-30T03:16:48.119" v="2362" actId="478"/>
          <ac:spMkLst>
            <pc:docMk/>
            <pc:sldMk cId="3358307290" sldId="265"/>
            <ac:spMk id="40" creationId="{9921BCC6-E807-760C-7405-03747DEFF82B}"/>
          </ac:spMkLst>
        </pc:spChg>
        <pc:spChg chg="mod ord">
          <ac:chgData name="Amal R Babu" userId="3a292d0a-112b-4bc3-bf38-7771656893d2" providerId="ADAL" clId="{992600FB-E5A2-48A8-ADC9-6968E10B5B48}" dt="2022-12-07T05:30:50.759" v="3678" actId="1076"/>
          <ac:spMkLst>
            <pc:docMk/>
            <pc:sldMk cId="3358307290" sldId="265"/>
            <ac:spMk id="42" creationId="{8EB9BA56-9EF6-A93C-93AB-DFC2AF6FDCF8}"/>
          </ac:spMkLst>
        </pc:spChg>
        <pc:spChg chg="del">
          <ac:chgData name="Amal R Babu" userId="3a292d0a-112b-4bc3-bf38-7771656893d2" providerId="ADAL" clId="{992600FB-E5A2-48A8-ADC9-6968E10B5B48}" dt="2022-11-30T06:30:45.319" v="3450" actId="478"/>
          <ac:spMkLst>
            <pc:docMk/>
            <pc:sldMk cId="3358307290" sldId="265"/>
            <ac:spMk id="43" creationId="{4085F982-777E-59AD-4DB4-B07024AB9EAF}"/>
          </ac:spMkLst>
        </pc:spChg>
        <pc:spChg chg="mod">
          <ac:chgData name="Amal R Babu" userId="3a292d0a-112b-4bc3-bf38-7771656893d2" providerId="ADAL" clId="{992600FB-E5A2-48A8-ADC9-6968E10B5B48}" dt="2022-11-30T03:16:56.352" v="2366" actId="1076"/>
          <ac:spMkLst>
            <pc:docMk/>
            <pc:sldMk cId="3358307290" sldId="265"/>
            <ac:spMk id="45" creationId="{CAD06A51-706D-3020-BC3C-51F74BA47466}"/>
          </ac:spMkLst>
        </pc:spChg>
        <pc:spChg chg="add mod">
          <ac:chgData name="Amal R Babu" userId="3a292d0a-112b-4bc3-bf38-7771656893d2" providerId="ADAL" clId="{992600FB-E5A2-48A8-ADC9-6968E10B5B48}" dt="2022-11-30T03:17:37.374" v="2379" actId="1037"/>
          <ac:spMkLst>
            <pc:docMk/>
            <pc:sldMk cId="3358307290" sldId="265"/>
            <ac:spMk id="46" creationId="{4D2F7B60-C640-B10E-3F51-75BE4A15FDE6}"/>
          </ac:spMkLst>
        </pc:spChg>
        <pc:spChg chg="add mod">
          <ac:chgData name="Amal R Babu" userId="3a292d0a-112b-4bc3-bf38-7771656893d2" providerId="ADAL" clId="{992600FB-E5A2-48A8-ADC9-6968E10B5B48}" dt="2022-11-30T03:19:00.629" v="2382" actId="1036"/>
          <ac:spMkLst>
            <pc:docMk/>
            <pc:sldMk cId="3358307290" sldId="265"/>
            <ac:spMk id="48" creationId="{32BA2B5C-A252-6EDB-B3FB-09C6C1A0D1C5}"/>
          </ac:spMkLst>
        </pc:spChg>
        <pc:spChg chg="del mod">
          <ac:chgData name="Amal R Babu" userId="3a292d0a-112b-4bc3-bf38-7771656893d2" providerId="ADAL" clId="{992600FB-E5A2-48A8-ADC9-6968E10B5B48}" dt="2022-11-30T07:55:38.349" v="3628" actId="478"/>
          <ac:spMkLst>
            <pc:docMk/>
            <pc:sldMk cId="3358307290" sldId="265"/>
            <ac:spMk id="50" creationId="{0E2B6178-FB2D-9772-47AD-87A734026875}"/>
          </ac:spMkLst>
        </pc:spChg>
        <pc:spChg chg="add mod">
          <ac:chgData name="Amal R Babu" userId="3a292d0a-112b-4bc3-bf38-7771656893d2" providerId="ADAL" clId="{992600FB-E5A2-48A8-ADC9-6968E10B5B48}" dt="2022-11-30T03:19:00.629" v="2382" actId="1036"/>
          <ac:spMkLst>
            <pc:docMk/>
            <pc:sldMk cId="3358307290" sldId="265"/>
            <ac:spMk id="51" creationId="{27AE5392-7B1E-233F-F925-0AC39F540B43}"/>
          </ac:spMkLst>
        </pc:spChg>
        <pc:spChg chg="add del mod">
          <ac:chgData name="Amal R Babu" userId="3a292d0a-112b-4bc3-bf38-7771656893d2" providerId="ADAL" clId="{992600FB-E5A2-48A8-ADC9-6968E10B5B48}" dt="2022-11-30T03:19:26.366" v="2385" actId="478"/>
          <ac:spMkLst>
            <pc:docMk/>
            <pc:sldMk cId="3358307290" sldId="265"/>
            <ac:spMk id="52" creationId="{487B22B1-AF82-5B58-8F78-8CE3131CCD14}"/>
          </ac:spMkLst>
        </pc:spChg>
        <pc:spChg chg="del">
          <ac:chgData name="Amal R Babu" userId="3a292d0a-112b-4bc3-bf38-7771656893d2" providerId="ADAL" clId="{992600FB-E5A2-48A8-ADC9-6968E10B5B48}" dt="2022-11-30T07:55:38.349" v="3628" actId="478"/>
          <ac:spMkLst>
            <pc:docMk/>
            <pc:sldMk cId="3358307290" sldId="265"/>
            <ac:spMk id="55" creationId="{A2C13AB5-7A64-00F4-ECBF-90F667E097CA}"/>
          </ac:spMkLst>
        </pc:spChg>
        <pc:spChg chg="add mod">
          <ac:chgData name="Amal R Babu" userId="3a292d0a-112b-4bc3-bf38-7771656893d2" providerId="ADAL" clId="{992600FB-E5A2-48A8-ADC9-6968E10B5B48}" dt="2022-11-30T03:22:34.416" v="2398" actId="20577"/>
          <ac:spMkLst>
            <pc:docMk/>
            <pc:sldMk cId="3358307290" sldId="265"/>
            <ac:spMk id="56" creationId="{7770034B-8A8D-D547-60C2-8309477214E3}"/>
          </ac:spMkLst>
        </pc:spChg>
        <pc:spChg chg="add mod">
          <ac:chgData name="Amal R Babu" userId="3a292d0a-112b-4bc3-bf38-7771656893d2" providerId="ADAL" clId="{992600FB-E5A2-48A8-ADC9-6968E10B5B48}" dt="2022-11-30T03:19:33.055" v="2387" actId="1076"/>
          <ac:spMkLst>
            <pc:docMk/>
            <pc:sldMk cId="3358307290" sldId="265"/>
            <ac:spMk id="57" creationId="{83D07306-8D46-7528-99E4-D290AA4D1959}"/>
          </ac:spMkLst>
        </pc:spChg>
        <pc:spChg chg="del mod">
          <ac:chgData name="Amal R Babu" userId="3a292d0a-112b-4bc3-bf38-7771656893d2" providerId="ADAL" clId="{992600FB-E5A2-48A8-ADC9-6968E10B5B48}" dt="2022-11-30T07:55:38.349" v="3628" actId="478"/>
          <ac:spMkLst>
            <pc:docMk/>
            <pc:sldMk cId="3358307290" sldId="265"/>
            <ac:spMk id="58" creationId="{84827C04-91A4-59E2-705C-138BA0A13DA9}"/>
          </ac:spMkLst>
        </pc:spChg>
        <pc:spChg chg="add del mod ord">
          <ac:chgData name="Amal R Babu" userId="3a292d0a-112b-4bc3-bf38-7771656893d2" providerId="ADAL" clId="{992600FB-E5A2-48A8-ADC9-6968E10B5B48}" dt="2022-11-30T03:23:55.756" v="2411" actId="931"/>
          <ac:spMkLst>
            <pc:docMk/>
            <pc:sldMk cId="3358307290" sldId="265"/>
            <ac:spMk id="59" creationId="{15C5F117-16F8-69AC-A81C-9495378770EB}"/>
          </ac:spMkLst>
        </pc:spChg>
        <pc:spChg chg="add del mod ord">
          <ac:chgData name="Amal R Babu" userId="3a292d0a-112b-4bc3-bf38-7771656893d2" providerId="ADAL" clId="{992600FB-E5A2-48A8-ADC9-6968E10B5B48}" dt="2022-11-30T03:27:11.447" v="2421" actId="931"/>
          <ac:spMkLst>
            <pc:docMk/>
            <pc:sldMk cId="3358307290" sldId="265"/>
            <ac:spMk id="60" creationId="{BDEA3777-F007-4BB6-C5CC-07E80F961DA4}"/>
          </ac:spMkLst>
        </pc:spChg>
        <pc:spChg chg="add del mod ord">
          <ac:chgData name="Amal R Babu" userId="3a292d0a-112b-4bc3-bf38-7771656893d2" providerId="ADAL" clId="{992600FB-E5A2-48A8-ADC9-6968E10B5B48}" dt="2022-11-30T03:25:19.113" v="2415" actId="931"/>
          <ac:spMkLst>
            <pc:docMk/>
            <pc:sldMk cId="3358307290" sldId="265"/>
            <ac:spMk id="61" creationId="{B9F3CD9D-111E-6D99-AA0C-EE6089E35441}"/>
          </ac:spMkLst>
        </pc:spChg>
        <pc:spChg chg="add del mod ord">
          <ac:chgData name="Amal R Babu" userId="3a292d0a-112b-4bc3-bf38-7771656893d2" providerId="ADAL" clId="{992600FB-E5A2-48A8-ADC9-6968E10B5B48}" dt="2022-11-30T03:24:33.092" v="2413" actId="931"/>
          <ac:spMkLst>
            <pc:docMk/>
            <pc:sldMk cId="3358307290" sldId="265"/>
            <ac:spMk id="63" creationId="{E315A25D-F40A-6CFE-2C10-A03FEC46D3F6}"/>
          </ac:spMkLst>
        </pc:spChg>
        <pc:spChg chg="add del mod">
          <ac:chgData name="Amal R Babu" userId="3a292d0a-112b-4bc3-bf38-7771656893d2" providerId="ADAL" clId="{992600FB-E5A2-48A8-ADC9-6968E10B5B48}" dt="2022-11-30T03:26:29.599" v="2420" actId="931"/>
          <ac:spMkLst>
            <pc:docMk/>
            <pc:sldMk cId="3358307290" sldId="265"/>
            <ac:spMk id="86" creationId="{2A0D95C4-4581-9991-75EE-ECD5CBDB4610}"/>
          </ac:spMkLst>
        </pc:spChg>
        <pc:spChg chg="mod">
          <ac:chgData name="Amal R Babu" userId="3a292d0a-112b-4bc3-bf38-7771656893d2" providerId="ADAL" clId="{992600FB-E5A2-48A8-ADC9-6968E10B5B48}" dt="2022-11-30T03:11:55.777" v="2304" actId="20577"/>
          <ac:spMkLst>
            <pc:docMk/>
            <pc:sldMk cId="3358307290" sldId="265"/>
            <ac:spMk id="92" creationId="{232C2ADA-8B7B-4990-FB78-B27C9A79E87E}"/>
          </ac:spMkLst>
        </pc:spChg>
        <pc:spChg chg="add mod">
          <ac:chgData name="Amal R Babu" userId="3a292d0a-112b-4bc3-bf38-7771656893d2" providerId="ADAL" clId="{992600FB-E5A2-48A8-ADC9-6968E10B5B48}" dt="2022-11-30T07:55:43.394" v="3630" actId="207"/>
          <ac:spMkLst>
            <pc:docMk/>
            <pc:sldMk cId="3358307290" sldId="265"/>
            <ac:spMk id="93" creationId="{99472F89-41B6-6BE5-614F-C1C661097692}"/>
          </ac:spMkLst>
        </pc:spChg>
        <pc:spChg chg="add mod">
          <ac:chgData name="Amal R Babu" userId="3a292d0a-112b-4bc3-bf38-7771656893d2" providerId="ADAL" clId="{992600FB-E5A2-48A8-ADC9-6968E10B5B48}" dt="2022-11-30T07:55:46.598" v="3631" actId="207"/>
          <ac:spMkLst>
            <pc:docMk/>
            <pc:sldMk cId="3358307290" sldId="265"/>
            <ac:spMk id="95" creationId="{C71D05A0-672A-F4C5-AAB9-245A986914A1}"/>
          </ac:spMkLst>
        </pc:spChg>
        <pc:spChg chg="add mod">
          <ac:chgData name="Amal R Babu" userId="3a292d0a-112b-4bc3-bf38-7771656893d2" providerId="ADAL" clId="{992600FB-E5A2-48A8-ADC9-6968E10B5B48}" dt="2022-11-30T07:55:38.798" v="3629"/>
          <ac:spMkLst>
            <pc:docMk/>
            <pc:sldMk cId="3358307290" sldId="265"/>
            <ac:spMk id="97" creationId="{6BED572A-7E35-8790-87A5-FA2CF0767818}"/>
          </ac:spMkLst>
        </pc:spChg>
        <pc:spChg chg="add mod">
          <ac:chgData name="Amal R Babu" userId="3a292d0a-112b-4bc3-bf38-7771656893d2" providerId="ADAL" clId="{992600FB-E5A2-48A8-ADC9-6968E10B5B48}" dt="2022-11-30T07:55:38.798" v="3629"/>
          <ac:spMkLst>
            <pc:docMk/>
            <pc:sldMk cId="3358307290" sldId="265"/>
            <ac:spMk id="99" creationId="{9278BC7B-1858-EF67-AEEE-5E37F0B94DA0}"/>
          </ac:spMkLst>
        </pc:spChg>
        <pc:spChg chg="add mod">
          <ac:chgData name="Amal R Babu" userId="3a292d0a-112b-4bc3-bf38-7771656893d2" providerId="ADAL" clId="{992600FB-E5A2-48A8-ADC9-6968E10B5B48}" dt="2022-11-30T07:55:38.798" v="3629"/>
          <ac:spMkLst>
            <pc:docMk/>
            <pc:sldMk cId="3358307290" sldId="265"/>
            <ac:spMk id="100" creationId="{A5431F88-83C9-7422-4745-6739D986ECFB}"/>
          </ac:spMkLst>
        </pc:spChg>
        <pc:spChg chg="del">
          <ac:chgData name="Amal R Babu" userId="3a292d0a-112b-4bc3-bf38-7771656893d2" providerId="ADAL" clId="{992600FB-E5A2-48A8-ADC9-6968E10B5B48}" dt="2022-11-30T03:11:47.398" v="2293" actId="478"/>
          <ac:spMkLst>
            <pc:docMk/>
            <pc:sldMk cId="3358307290" sldId="265"/>
            <ac:spMk id="101" creationId="{9E059F6F-65D1-17DE-21C1-7677941ECFA1}"/>
          </ac:spMkLst>
        </pc:spChg>
        <pc:spChg chg="del">
          <ac:chgData name="Amal R Babu" userId="3a292d0a-112b-4bc3-bf38-7771656893d2" providerId="ADAL" clId="{992600FB-E5A2-48A8-ADC9-6968E10B5B48}" dt="2022-11-30T07:55:38.349" v="3628" actId="478"/>
          <ac:spMkLst>
            <pc:docMk/>
            <pc:sldMk cId="3358307290" sldId="265"/>
            <ac:spMk id="102" creationId="{BC336F4F-319C-E66A-14BA-28906300DE58}"/>
          </ac:spMkLst>
        </pc:spChg>
        <pc:spChg chg="del">
          <ac:chgData name="Amal R Babu" userId="3a292d0a-112b-4bc3-bf38-7771656893d2" providerId="ADAL" clId="{992600FB-E5A2-48A8-ADC9-6968E10B5B48}" dt="2022-11-30T03:11:47.398" v="2293" actId="478"/>
          <ac:spMkLst>
            <pc:docMk/>
            <pc:sldMk cId="3358307290" sldId="265"/>
            <ac:spMk id="104" creationId="{3DE43F3F-893D-E4A7-0C9F-955437903CA3}"/>
          </ac:spMkLst>
        </pc:spChg>
        <pc:spChg chg="del">
          <ac:chgData name="Amal R Babu" userId="3a292d0a-112b-4bc3-bf38-7771656893d2" providerId="ADAL" clId="{992600FB-E5A2-48A8-ADC9-6968E10B5B48}" dt="2022-11-30T03:11:47.398" v="2293" actId="478"/>
          <ac:spMkLst>
            <pc:docMk/>
            <pc:sldMk cId="3358307290" sldId="265"/>
            <ac:spMk id="105" creationId="{93B9260F-AD24-294D-F40B-1CC345A276B2}"/>
          </ac:spMkLst>
        </pc:spChg>
        <pc:spChg chg="del">
          <ac:chgData name="Amal R Babu" userId="3a292d0a-112b-4bc3-bf38-7771656893d2" providerId="ADAL" clId="{992600FB-E5A2-48A8-ADC9-6968E10B5B48}" dt="2022-11-30T03:11:47.398" v="2293" actId="478"/>
          <ac:spMkLst>
            <pc:docMk/>
            <pc:sldMk cId="3358307290" sldId="265"/>
            <ac:spMk id="106" creationId="{574FA840-2FA2-08A5-F70E-CF26802C7F45}"/>
          </ac:spMkLst>
        </pc:spChg>
        <pc:spChg chg="del">
          <ac:chgData name="Amal R Babu" userId="3a292d0a-112b-4bc3-bf38-7771656893d2" providerId="ADAL" clId="{992600FB-E5A2-48A8-ADC9-6968E10B5B48}" dt="2022-11-30T03:11:47.398" v="2293" actId="478"/>
          <ac:spMkLst>
            <pc:docMk/>
            <pc:sldMk cId="3358307290" sldId="265"/>
            <ac:spMk id="107" creationId="{8C7DCF05-01DB-6E29-07BB-476F4118CA6D}"/>
          </ac:spMkLst>
        </pc:spChg>
        <pc:spChg chg="del">
          <ac:chgData name="Amal R Babu" userId="3a292d0a-112b-4bc3-bf38-7771656893d2" providerId="ADAL" clId="{992600FB-E5A2-48A8-ADC9-6968E10B5B48}" dt="2022-11-30T03:11:47.398" v="2293" actId="478"/>
          <ac:spMkLst>
            <pc:docMk/>
            <pc:sldMk cId="3358307290" sldId="265"/>
            <ac:spMk id="108" creationId="{24F5C4AE-7CF2-D7AB-086E-79ACFF8A98D7}"/>
          </ac:spMkLst>
        </pc:spChg>
        <pc:spChg chg="del">
          <ac:chgData name="Amal R Babu" userId="3a292d0a-112b-4bc3-bf38-7771656893d2" providerId="ADAL" clId="{992600FB-E5A2-48A8-ADC9-6968E10B5B48}" dt="2022-11-30T06:30:45.319" v="3450" actId="478"/>
          <ac:spMkLst>
            <pc:docMk/>
            <pc:sldMk cId="3358307290" sldId="265"/>
            <ac:spMk id="109" creationId="{B205D4A8-03D0-E92D-2A10-7A44B4A53BD1}"/>
          </ac:spMkLst>
        </pc:spChg>
        <pc:spChg chg="del">
          <ac:chgData name="Amal R Babu" userId="3a292d0a-112b-4bc3-bf38-7771656893d2" providerId="ADAL" clId="{992600FB-E5A2-48A8-ADC9-6968E10B5B48}" dt="2022-11-30T03:11:47.398" v="2293" actId="478"/>
          <ac:spMkLst>
            <pc:docMk/>
            <pc:sldMk cId="3358307290" sldId="265"/>
            <ac:spMk id="110" creationId="{5D87F9FF-561D-B017-2850-5B81165055E0}"/>
          </ac:spMkLst>
        </pc:spChg>
        <pc:spChg chg="del">
          <ac:chgData name="Amal R Babu" userId="3a292d0a-112b-4bc3-bf38-7771656893d2" providerId="ADAL" clId="{992600FB-E5A2-48A8-ADC9-6968E10B5B48}" dt="2022-11-30T03:11:47.398" v="2293" actId="478"/>
          <ac:spMkLst>
            <pc:docMk/>
            <pc:sldMk cId="3358307290" sldId="265"/>
            <ac:spMk id="111" creationId="{A0C5CFB6-B1FE-EA7B-C82A-641A12E8F9C3}"/>
          </ac:spMkLst>
        </pc:spChg>
        <pc:spChg chg="del">
          <ac:chgData name="Amal R Babu" userId="3a292d0a-112b-4bc3-bf38-7771656893d2" providerId="ADAL" clId="{992600FB-E5A2-48A8-ADC9-6968E10B5B48}" dt="2022-11-30T03:11:47.398" v="2293" actId="478"/>
          <ac:spMkLst>
            <pc:docMk/>
            <pc:sldMk cId="3358307290" sldId="265"/>
            <ac:spMk id="112" creationId="{C43315D7-98CF-1EDD-C3E6-4B58EBC213FA}"/>
          </ac:spMkLst>
        </pc:spChg>
        <pc:spChg chg="del">
          <ac:chgData name="Amal R Babu" userId="3a292d0a-112b-4bc3-bf38-7771656893d2" providerId="ADAL" clId="{992600FB-E5A2-48A8-ADC9-6968E10B5B48}" dt="2022-11-30T03:11:47.398" v="2293" actId="478"/>
          <ac:spMkLst>
            <pc:docMk/>
            <pc:sldMk cId="3358307290" sldId="265"/>
            <ac:spMk id="113" creationId="{8B01B882-95D0-7D2F-521D-B00C1536C02B}"/>
          </ac:spMkLst>
        </pc:spChg>
        <pc:spChg chg="del">
          <ac:chgData name="Amal R Babu" userId="3a292d0a-112b-4bc3-bf38-7771656893d2" providerId="ADAL" clId="{992600FB-E5A2-48A8-ADC9-6968E10B5B48}" dt="2022-11-30T03:11:47.398" v="2293" actId="478"/>
          <ac:spMkLst>
            <pc:docMk/>
            <pc:sldMk cId="3358307290" sldId="265"/>
            <ac:spMk id="114" creationId="{A22D40E9-F3DD-F13E-716B-1D9AE6D8D819}"/>
          </ac:spMkLst>
        </pc:spChg>
        <pc:spChg chg="del">
          <ac:chgData name="Amal R Babu" userId="3a292d0a-112b-4bc3-bf38-7771656893d2" providerId="ADAL" clId="{992600FB-E5A2-48A8-ADC9-6968E10B5B48}" dt="2022-11-30T03:11:47.398" v="2293" actId="478"/>
          <ac:spMkLst>
            <pc:docMk/>
            <pc:sldMk cId="3358307290" sldId="265"/>
            <ac:spMk id="115" creationId="{9F2C7769-80D1-FCDF-89E7-BDC2B30024C4}"/>
          </ac:spMkLst>
        </pc:spChg>
        <pc:spChg chg="del">
          <ac:chgData name="Amal R Babu" userId="3a292d0a-112b-4bc3-bf38-7771656893d2" providerId="ADAL" clId="{992600FB-E5A2-48A8-ADC9-6968E10B5B48}" dt="2022-11-30T03:11:47.398" v="2293" actId="478"/>
          <ac:spMkLst>
            <pc:docMk/>
            <pc:sldMk cId="3358307290" sldId="265"/>
            <ac:spMk id="116" creationId="{1676EF94-D086-F70F-4EE9-ED40EA6AF56C}"/>
          </ac:spMkLst>
        </pc:spChg>
        <pc:spChg chg="del">
          <ac:chgData name="Amal R Babu" userId="3a292d0a-112b-4bc3-bf38-7771656893d2" providerId="ADAL" clId="{992600FB-E5A2-48A8-ADC9-6968E10B5B48}" dt="2022-11-30T03:11:47.398" v="2293" actId="478"/>
          <ac:spMkLst>
            <pc:docMk/>
            <pc:sldMk cId="3358307290" sldId="265"/>
            <ac:spMk id="117" creationId="{695B8140-11D9-5AC1-A814-7CC4C3DD0547}"/>
          </ac:spMkLst>
        </pc:spChg>
        <pc:spChg chg="del">
          <ac:chgData name="Amal R Babu" userId="3a292d0a-112b-4bc3-bf38-7771656893d2" providerId="ADAL" clId="{992600FB-E5A2-48A8-ADC9-6968E10B5B48}" dt="2022-11-30T03:11:47.398" v="2293" actId="478"/>
          <ac:spMkLst>
            <pc:docMk/>
            <pc:sldMk cId="3358307290" sldId="265"/>
            <ac:spMk id="118" creationId="{494133BA-3C92-B029-8856-4E98EE68CA00}"/>
          </ac:spMkLst>
        </pc:spChg>
        <pc:spChg chg="del">
          <ac:chgData name="Amal R Babu" userId="3a292d0a-112b-4bc3-bf38-7771656893d2" providerId="ADAL" clId="{992600FB-E5A2-48A8-ADC9-6968E10B5B48}" dt="2022-11-30T03:11:47.398" v="2293" actId="478"/>
          <ac:spMkLst>
            <pc:docMk/>
            <pc:sldMk cId="3358307290" sldId="265"/>
            <ac:spMk id="119" creationId="{08262353-0AFE-DED9-1AC8-790874385E07}"/>
          </ac:spMkLst>
        </pc:spChg>
        <pc:spChg chg="del">
          <ac:chgData name="Amal R Babu" userId="3a292d0a-112b-4bc3-bf38-7771656893d2" providerId="ADAL" clId="{992600FB-E5A2-48A8-ADC9-6968E10B5B48}" dt="2022-11-30T03:11:47.398" v="2293" actId="478"/>
          <ac:spMkLst>
            <pc:docMk/>
            <pc:sldMk cId="3358307290" sldId="265"/>
            <ac:spMk id="120" creationId="{D428BD09-30A0-9561-AAF0-1C1A1415107E}"/>
          </ac:spMkLst>
        </pc:spChg>
        <pc:spChg chg="del">
          <ac:chgData name="Amal R Babu" userId="3a292d0a-112b-4bc3-bf38-7771656893d2" providerId="ADAL" clId="{992600FB-E5A2-48A8-ADC9-6968E10B5B48}" dt="2022-11-30T03:11:47.398" v="2293" actId="478"/>
          <ac:spMkLst>
            <pc:docMk/>
            <pc:sldMk cId="3358307290" sldId="265"/>
            <ac:spMk id="121" creationId="{7AA7D732-9F36-76FB-B9D0-4EC8FC02CD9E}"/>
          </ac:spMkLst>
        </pc:spChg>
        <pc:spChg chg="mod">
          <ac:chgData name="Amal R Babu" userId="3a292d0a-112b-4bc3-bf38-7771656893d2" providerId="ADAL" clId="{992600FB-E5A2-48A8-ADC9-6968E10B5B48}" dt="2022-11-30T07:55:38.798" v="3629"/>
          <ac:spMkLst>
            <pc:docMk/>
            <pc:sldMk cId="3358307290" sldId="265"/>
            <ac:spMk id="122" creationId="{0EE6EE69-9520-2E31-DF8B-0B561312EDE9}"/>
          </ac:spMkLst>
        </pc:spChg>
        <pc:spChg chg="mod">
          <ac:chgData name="Amal R Babu" userId="3a292d0a-112b-4bc3-bf38-7771656893d2" providerId="ADAL" clId="{992600FB-E5A2-48A8-ADC9-6968E10B5B48}" dt="2022-11-30T07:55:38.798" v="3629"/>
          <ac:spMkLst>
            <pc:docMk/>
            <pc:sldMk cId="3358307290" sldId="265"/>
            <ac:spMk id="123" creationId="{47A641C6-98BE-312B-834E-FF571ED93DB5}"/>
          </ac:spMkLst>
        </pc:spChg>
        <pc:spChg chg="mod">
          <ac:chgData name="Amal R Babu" userId="3a292d0a-112b-4bc3-bf38-7771656893d2" providerId="ADAL" clId="{992600FB-E5A2-48A8-ADC9-6968E10B5B48}" dt="2022-11-30T07:55:38.798" v="3629"/>
          <ac:spMkLst>
            <pc:docMk/>
            <pc:sldMk cId="3358307290" sldId="265"/>
            <ac:spMk id="124" creationId="{745C7D70-F929-F812-7494-F65FBF77B2C1}"/>
          </ac:spMkLst>
        </pc:spChg>
        <pc:spChg chg="add mod">
          <ac:chgData name="Amal R Babu" userId="3a292d0a-112b-4bc3-bf38-7771656893d2" providerId="ADAL" clId="{992600FB-E5A2-48A8-ADC9-6968E10B5B48}" dt="2022-11-30T07:55:38.798" v="3629"/>
          <ac:spMkLst>
            <pc:docMk/>
            <pc:sldMk cId="3358307290" sldId="265"/>
            <ac:spMk id="125" creationId="{D5CD68C2-E31B-E9B0-FC06-F6A91816E6FA}"/>
          </ac:spMkLst>
        </pc:spChg>
        <pc:spChg chg="mod">
          <ac:chgData name="Amal R Babu" userId="3a292d0a-112b-4bc3-bf38-7771656893d2" providerId="ADAL" clId="{992600FB-E5A2-48A8-ADC9-6968E10B5B48}" dt="2022-11-30T07:55:38.798" v="3629"/>
          <ac:spMkLst>
            <pc:docMk/>
            <pc:sldMk cId="3358307290" sldId="265"/>
            <ac:spMk id="127" creationId="{7F563970-8F7F-D255-8955-60B631C96D95}"/>
          </ac:spMkLst>
        </pc:spChg>
        <pc:spChg chg="mod">
          <ac:chgData name="Amal R Babu" userId="3a292d0a-112b-4bc3-bf38-7771656893d2" providerId="ADAL" clId="{992600FB-E5A2-48A8-ADC9-6968E10B5B48}" dt="2022-11-30T07:55:38.798" v="3629"/>
          <ac:spMkLst>
            <pc:docMk/>
            <pc:sldMk cId="3358307290" sldId="265"/>
            <ac:spMk id="130" creationId="{5C69B703-FAE8-0F51-ACED-4A8528A60171}"/>
          </ac:spMkLst>
        </pc:spChg>
        <pc:spChg chg="mod">
          <ac:chgData name="Amal R Babu" userId="3a292d0a-112b-4bc3-bf38-7771656893d2" providerId="ADAL" clId="{992600FB-E5A2-48A8-ADC9-6968E10B5B48}" dt="2022-11-30T07:55:38.798" v="3629"/>
          <ac:spMkLst>
            <pc:docMk/>
            <pc:sldMk cId="3358307290" sldId="265"/>
            <ac:spMk id="131" creationId="{5F311ECF-0C3E-AB12-1895-DFB82B842FBD}"/>
          </ac:spMkLst>
        </pc:spChg>
        <pc:spChg chg="add mod">
          <ac:chgData name="Amal R Babu" userId="3a292d0a-112b-4bc3-bf38-7771656893d2" providerId="ADAL" clId="{992600FB-E5A2-48A8-ADC9-6968E10B5B48}" dt="2022-11-30T07:55:38.798" v="3629"/>
          <ac:spMkLst>
            <pc:docMk/>
            <pc:sldMk cId="3358307290" sldId="265"/>
            <ac:spMk id="132" creationId="{F55204A5-2957-46E3-3AD0-E2C47B299E9C}"/>
          </ac:spMkLst>
        </pc:spChg>
        <pc:spChg chg="add mod">
          <ac:chgData name="Amal R Babu" userId="3a292d0a-112b-4bc3-bf38-7771656893d2" providerId="ADAL" clId="{992600FB-E5A2-48A8-ADC9-6968E10B5B48}" dt="2022-11-30T07:55:38.798" v="3629"/>
          <ac:spMkLst>
            <pc:docMk/>
            <pc:sldMk cId="3358307290" sldId="265"/>
            <ac:spMk id="134" creationId="{2A2FC472-F675-AF66-D4EA-39FFC69C7ABE}"/>
          </ac:spMkLst>
        </pc:spChg>
        <pc:spChg chg="add mod">
          <ac:chgData name="Amal R Babu" userId="3a292d0a-112b-4bc3-bf38-7771656893d2" providerId="ADAL" clId="{992600FB-E5A2-48A8-ADC9-6968E10B5B48}" dt="2022-11-30T07:55:38.798" v="3629"/>
          <ac:spMkLst>
            <pc:docMk/>
            <pc:sldMk cId="3358307290" sldId="265"/>
            <ac:spMk id="135" creationId="{41322946-711C-87AE-7249-2FF7656A5BA9}"/>
          </ac:spMkLst>
        </pc:spChg>
        <pc:spChg chg="add mod">
          <ac:chgData name="Amal R Babu" userId="3a292d0a-112b-4bc3-bf38-7771656893d2" providerId="ADAL" clId="{992600FB-E5A2-48A8-ADC9-6968E10B5B48}" dt="2022-11-30T07:55:51.020" v="3632" actId="207"/>
          <ac:spMkLst>
            <pc:docMk/>
            <pc:sldMk cId="3358307290" sldId="265"/>
            <ac:spMk id="136" creationId="{05F47DD3-8BC9-12C0-8B2E-379D57BEA136}"/>
          </ac:spMkLst>
        </pc:spChg>
        <pc:spChg chg="add mod">
          <ac:chgData name="Amal R Babu" userId="3a292d0a-112b-4bc3-bf38-7771656893d2" providerId="ADAL" clId="{992600FB-E5A2-48A8-ADC9-6968E10B5B48}" dt="2022-11-30T07:55:54.542" v="3633" actId="207"/>
          <ac:spMkLst>
            <pc:docMk/>
            <pc:sldMk cId="3358307290" sldId="265"/>
            <ac:spMk id="137" creationId="{2C8830F9-1E84-C45B-203C-F1B4279FD5A0}"/>
          </ac:spMkLst>
        </pc:spChg>
        <pc:spChg chg="add mod">
          <ac:chgData name="Amal R Babu" userId="3a292d0a-112b-4bc3-bf38-7771656893d2" providerId="ADAL" clId="{992600FB-E5A2-48A8-ADC9-6968E10B5B48}" dt="2022-11-30T07:55:38.798" v="3629"/>
          <ac:spMkLst>
            <pc:docMk/>
            <pc:sldMk cId="3358307290" sldId="265"/>
            <ac:spMk id="138" creationId="{E01AA757-3E22-D482-DD43-608DFDDB03E8}"/>
          </ac:spMkLst>
        </pc:spChg>
        <pc:spChg chg="mod">
          <ac:chgData name="Amal R Babu" userId="3a292d0a-112b-4bc3-bf38-7771656893d2" providerId="ADAL" clId="{992600FB-E5A2-48A8-ADC9-6968E10B5B48}" dt="2022-11-30T07:55:38.798" v="3629"/>
          <ac:spMkLst>
            <pc:docMk/>
            <pc:sldMk cId="3358307290" sldId="265"/>
            <ac:spMk id="140" creationId="{063E392B-7FBA-B22A-9F7F-2CFF747E42C6}"/>
          </ac:spMkLst>
        </pc:spChg>
        <pc:spChg chg="mod">
          <ac:chgData name="Amal R Babu" userId="3a292d0a-112b-4bc3-bf38-7771656893d2" providerId="ADAL" clId="{992600FB-E5A2-48A8-ADC9-6968E10B5B48}" dt="2022-11-30T07:55:38.798" v="3629"/>
          <ac:spMkLst>
            <pc:docMk/>
            <pc:sldMk cId="3358307290" sldId="265"/>
            <ac:spMk id="141" creationId="{1AACAF6C-50A8-5324-B4D1-803AC6253388}"/>
          </ac:spMkLst>
        </pc:spChg>
        <pc:spChg chg="add mod">
          <ac:chgData name="Amal R Babu" userId="3a292d0a-112b-4bc3-bf38-7771656893d2" providerId="ADAL" clId="{992600FB-E5A2-48A8-ADC9-6968E10B5B48}" dt="2022-11-30T07:55:38.798" v="3629"/>
          <ac:spMkLst>
            <pc:docMk/>
            <pc:sldMk cId="3358307290" sldId="265"/>
            <ac:spMk id="142" creationId="{6F462AFA-BD45-9656-50A0-25E14830FF2D}"/>
          </ac:spMkLst>
        </pc:spChg>
        <pc:spChg chg="mod">
          <ac:chgData name="Amal R Babu" userId="3a292d0a-112b-4bc3-bf38-7771656893d2" providerId="ADAL" clId="{992600FB-E5A2-48A8-ADC9-6968E10B5B48}" dt="2022-11-30T07:55:38.798" v="3629"/>
          <ac:spMkLst>
            <pc:docMk/>
            <pc:sldMk cId="3358307290" sldId="265"/>
            <ac:spMk id="144" creationId="{D20FDFD8-B452-3BA3-9308-9E9BF630FA1F}"/>
          </ac:spMkLst>
        </pc:spChg>
        <pc:spChg chg="mod">
          <ac:chgData name="Amal R Babu" userId="3a292d0a-112b-4bc3-bf38-7771656893d2" providerId="ADAL" clId="{992600FB-E5A2-48A8-ADC9-6968E10B5B48}" dt="2022-11-30T07:55:38.798" v="3629"/>
          <ac:spMkLst>
            <pc:docMk/>
            <pc:sldMk cId="3358307290" sldId="265"/>
            <ac:spMk id="145" creationId="{C4D30C31-2217-70F8-4BE7-FCBD746C1EAB}"/>
          </ac:spMkLst>
        </pc:spChg>
        <pc:spChg chg="add mod">
          <ac:chgData name="Amal R Babu" userId="3a292d0a-112b-4bc3-bf38-7771656893d2" providerId="ADAL" clId="{992600FB-E5A2-48A8-ADC9-6968E10B5B48}" dt="2022-11-30T07:55:38.798" v="3629"/>
          <ac:spMkLst>
            <pc:docMk/>
            <pc:sldMk cId="3358307290" sldId="265"/>
            <ac:spMk id="146" creationId="{996F7240-E8BA-FF0F-C4AC-00CE1F1AABA4}"/>
          </ac:spMkLst>
        </pc:spChg>
        <pc:spChg chg="add mod">
          <ac:chgData name="Amal R Babu" userId="3a292d0a-112b-4bc3-bf38-7771656893d2" providerId="ADAL" clId="{992600FB-E5A2-48A8-ADC9-6968E10B5B48}" dt="2022-11-30T07:55:38.798" v="3629"/>
          <ac:spMkLst>
            <pc:docMk/>
            <pc:sldMk cId="3358307290" sldId="265"/>
            <ac:spMk id="147" creationId="{861BE3AD-A8DA-E71D-D869-F9ED8E6C2C87}"/>
          </ac:spMkLst>
        </pc:spChg>
        <pc:grpChg chg="add mod">
          <ac:chgData name="Amal R Babu" userId="3a292d0a-112b-4bc3-bf38-7771656893d2" providerId="ADAL" clId="{992600FB-E5A2-48A8-ADC9-6968E10B5B48}" dt="2022-12-07T05:42:10.424" v="3721"/>
          <ac:grpSpMkLst>
            <pc:docMk/>
            <pc:sldMk cId="3358307290" sldId="265"/>
            <ac:grpSpMk id="2" creationId="{C2B2F8AF-3B50-4906-580F-4D6A71687633}"/>
          </ac:grpSpMkLst>
        </pc:grpChg>
        <pc:grpChg chg="add mod">
          <ac:chgData name="Amal R Babu" userId="3a292d0a-112b-4bc3-bf38-7771656893d2" providerId="ADAL" clId="{992600FB-E5A2-48A8-ADC9-6968E10B5B48}" dt="2022-12-07T05:42:10.424" v="3721"/>
          <ac:grpSpMkLst>
            <pc:docMk/>
            <pc:sldMk cId="3358307290" sldId="265"/>
            <ac:grpSpMk id="10" creationId="{64413A95-1699-06F1-5C0E-D70B218A9F81}"/>
          </ac:grpSpMkLst>
        </pc:grpChg>
        <pc:grpChg chg="del">
          <ac:chgData name="Amal R Babu" userId="3a292d0a-112b-4bc3-bf38-7771656893d2" providerId="ADAL" clId="{992600FB-E5A2-48A8-ADC9-6968E10B5B48}" dt="2022-11-30T07:55:38.349" v="3628" actId="478"/>
          <ac:grpSpMkLst>
            <pc:docMk/>
            <pc:sldMk cId="3358307290" sldId="265"/>
            <ac:grpSpMk id="30" creationId="{9ECCC638-745A-4CD5-37F4-34E729654B57}"/>
          </ac:grpSpMkLst>
        </pc:grpChg>
        <pc:grpChg chg="add del mod">
          <ac:chgData name="Amal R Babu" userId="3a292d0a-112b-4bc3-bf38-7771656893d2" providerId="ADAL" clId="{992600FB-E5A2-48A8-ADC9-6968E10B5B48}" dt="2022-11-30T03:15:48.251" v="2353" actId="165"/>
          <ac:grpSpMkLst>
            <pc:docMk/>
            <pc:sldMk cId="3358307290" sldId="265"/>
            <ac:grpSpMk id="38" creationId="{7228B2C2-4E95-49B9-A4EB-E4D58D999971}"/>
          </ac:grpSpMkLst>
        </pc:grpChg>
        <pc:grpChg chg="del">
          <ac:chgData name="Amal R Babu" userId="3a292d0a-112b-4bc3-bf38-7771656893d2" providerId="ADAL" clId="{992600FB-E5A2-48A8-ADC9-6968E10B5B48}" dt="2022-11-30T07:55:38.349" v="3628" actId="478"/>
          <ac:grpSpMkLst>
            <pc:docMk/>
            <pc:sldMk cId="3358307290" sldId="265"/>
            <ac:grpSpMk id="47" creationId="{5C6579D9-4E04-AE17-CF35-68ADBC5766B2}"/>
          </ac:grpSpMkLst>
        </pc:grpChg>
        <pc:grpChg chg="del">
          <ac:chgData name="Amal R Babu" userId="3a292d0a-112b-4bc3-bf38-7771656893d2" providerId="ADAL" clId="{992600FB-E5A2-48A8-ADC9-6968E10B5B48}" dt="2022-11-30T07:55:38.349" v="3628" actId="478"/>
          <ac:grpSpMkLst>
            <pc:docMk/>
            <pc:sldMk cId="3358307290" sldId="265"/>
            <ac:grpSpMk id="54" creationId="{73F997E9-B116-D8A6-6EF5-C091C7C77B6D}"/>
          </ac:grpSpMkLst>
        </pc:grpChg>
        <pc:grpChg chg="del">
          <ac:chgData name="Amal R Babu" userId="3a292d0a-112b-4bc3-bf38-7771656893d2" providerId="ADAL" clId="{992600FB-E5A2-48A8-ADC9-6968E10B5B48}" dt="2022-12-07T05:42:09.997" v="3720" actId="478"/>
          <ac:grpSpMkLst>
            <pc:docMk/>
            <pc:sldMk cId="3358307290" sldId="265"/>
            <ac:grpSpMk id="67" creationId="{6D8E5ACC-26DE-243B-180E-E19057A9EB34}"/>
          </ac:grpSpMkLst>
        </pc:grpChg>
        <pc:grpChg chg="del">
          <ac:chgData name="Amal R Babu" userId="3a292d0a-112b-4bc3-bf38-7771656893d2" providerId="ADAL" clId="{992600FB-E5A2-48A8-ADC9-6968E10B5B48}" dt="2022-12-07T05:42:09.997" v="3720" actId="478"/>
          <ac:grpSpMkLst>
            <pc:docMk/>
            <pc:sldMk cId="3358307290" sldId="265"/>
            <ac:grpSpMk id="68" creationId="{CE1D2690-EA4E-562F-8571-7A8695694CC3}"/>
          </ac:grpSpMkLst>
        </pc:grpChg>
        <pc:grpChg chg="del">
          <ac:chgData name="Amal R Babu" userId="3a292d0a-112b-4bc3-bf38-7771656893d2" providerId="ADAL" clId="{992600FB-E5A2-48A8-ADC9-6968E10B5B48}" dt="2022-11-30T07:55:38.349" v="3628" actId="478"/>
          <ac:grpSpMkLst>
            <pc:docMk/>
            <pc:sldMk cId="3358307290" sldId="265"/>
            <ac:grpSpMk id="88" creationId="{5202437B-09C4-B9C2-DFB9-8FE4C3A1D94B}"/>
          </ac:grpSpMkLst>
        </pc:grpChg>
        <pc:grpChg chg="del">
          <ac:chgData name="Amal R Babu" userId="3a292d0a-112b-4bc3-bf38-7771656893d2" providerId="ADAL" clId="{992600FB-E5A2-48A8-ADC9-6968E10B5B48}" dt="2022-11-30T07:55:38.349" v="3628" actId="478"/>
          <ac:grpSpMkLst>
            <pc:docMk/>
            <pc:sldMk cId="3358307290" sldId="265"/>
            <ac:grpSpMk id="98" creationId="{5E12AE22-4B66-8998-2063-3E4A6A50C8CF}"/>
          </ac:grpSpMkLst>
        </pc:grpChg>
        <pc:grpChg chg="add mod">
          <ac:chgData name="Amal R Babu" userId="3a292d0a-112b-4bc3-bf38-7771656893d2" providerId="ADAL" clId="{992600FB-E5A2-48A8-ADC9-6968E10B5B48}" dt="2022-11-30T07:55:38.798" v="3629"/>
          <ac:grpSpMkLst>
            <pc:docMk/>
            <pc:sldMk cId="3358307290" sldId="265"/>
            <ac:grpSpMk id="103" creationId="{BE2277F9-97B3-985A-3262-6412F2209E10}"/>
          </ac:grpSpMkLst>
        </pc:grpChg>
        <pc:grpChg chg="add mod">
          <ac:chgData name="Amal R Babu" userId="3a292d0a-112b-4bc3-bf38-7771656893d2" providerId="ADAL" clId="{992600FB-E5A2-48A8-ADC9-6968E10B5B48}" dt="2022-11-30T07:55:38.798" v="3629"/>
          <ac:grpSpMkLst>
            <pc:docMk/>
            <pc:sldMk cId="3358307290" sldId="265"/>
            <ac:grpSpMk id="126" creationId="{B68DC030-4F42-999E-B15D-290E41B7569D}"/>
          </ac:grpSpMkLst>
        </pc:grpChg>
        <pc:grpChg chg="add mod">
          <ac:chgData name="Amal R Babu" userId="3a292d0a-112b-4bc3-bf38-7771656893d2" providerId="ADAL" clId="{992600FB-E5A2-48A8-ADC9-6968E10B5B48}" dt="2022-11-30T07:55:38.798" v="3629"/>
          <ac:grpSpMkLst>
            <pc:docMk/>
            <pc:sldMk cId="3358307290" sldId="265"/>
            <ac:grpSpMk id="129" creationId="{B5CFDB2F-A4D4-5627-C4DD-76E67845DCAA}"/>
          </ac:grpSpMkLst>
        </pc:grpChg>
        <pc:grpChg chg="add mod">
          <ac:chgData name="Amal R Babu" userId="3a292d0a-112b-4bc3-bf38-7771656893d2" providerId="ADAL" clId="{992600FB-E5A2-48A8-ADC9-6968E10B5B48}" dt="2022-11-30T07:55:38.798" v="3629"/>
          <ac:grpSpMkLst>
            <pc:docMk/>
            <pc:sldMk cId="3358307290" sldId="265"/>
            <ac:grpSpMk id="139" creationId="{62AB7A86-94CA-6644-6490-FAB6758F162D}"/>
          </ac:grpSpMkLst>
        </pc:grpChg>
        <pc:grpChg chg="add mod">
          <ac:chgData name="Amal R Babu" userId="3a292d0a-112b-4bc3-bf38-7771656893d2" providerId="ADAL" clId="{992600FB-E5A2-48A8-ADC9-6968E10B5B48}" dt="2022-11-30T07:55:38.798" v="3629"/>
          <ac:grpSpMkLst>
            <pc:docMk/>
            <pc:sldMk cId="3358307290" sldId="265"/>
            <ac:grpSpMk id="143" creationId="{F1CD9DD5-2552-7B8F-4B43-3AE993FC3E7A}"/>
          </ac:grpSpMkLst>
        </pc:grpChg>
        <pc:picChg chg="add mod">
          <ac:chgData name="Amal R Babu" userId="3a292d0a-112b-4bc3-bf38-7771656893d2" providerId="ADAL" clId="{992600FB-E5A2-48A8-ADC9-6968E10B5B48}" dt="2022-11-30T03:23:57.743" v="2412" actId="27614"/>
          <ac:picMkLst>
            <pc:docMk/>
            <pc:sldMk cId="3358307290" sldId="265"/>
            <ac:picMk id="74" creationId="{CF962D2B-A97E-A572-A4E8-1080996E9B27}"/>
          </ac:picMkLst>
        </pc:picChg>
        <pc:picChg chg="add mod">
          <ac:chgData name="Amal R Babu" userId="3a292d0a-112b-4bc3-bf38-7771656893d2" providerId="ADAL" clId="{992600FB-E5A2-48A8-ADC9-6968E10B5B48}" dt="2022-11-30T03:24:34.105" v="2414" actId="27614"/>
          <ac:picMkLst>
            <pc:docMk/>
            <pc:sldMk cId="3358307290" sldId="265"/>
            <ac:picMk id="82" creationId="{7A2FB218-90DA-752A-5A0F-ECC9ADE1621C}"/>
          </ac:picMkLst>
        </pc:picChg>
        <pc:picChg chg="add del mod modCrop">
          <ac:chgData name="Amal R Babu" userId="3a292d0a-112b-4bc3-bf38-7771656893d2" providerId="ADAL" clId="{992600FB-E5A2-48A8-ADC9-6968E10B5B48}" dt="2022-11-30T03:26:26.773" v="2419" actId="478"/>
          <ac:picMkLst>
            <pc:docMk/>
            <pc:sldMk cId="3358307290" sldId="265"/>
            <ac:picMk id="84" creationId="{F9149B0D-1992-46A8-892F-46ADF2ACE6F2}"/>
          </ac:picMkLst>
        </pc:picChg>
        <pc:picChg chg="add mod">
          <ac:chgData name="Amal R Babu" userId="3a292d0a-112b-4bc3-bf38-7771656893d2" providerId="ADAL" clId="{992600FB-E5A2-48A8-ADC9-6968E10B5B48}" dt="2022-11-30T03:26:29.599" v="2420" actId="931"/>
          <ac:picMkLst>
            <pc:docMk/>
            <pc:sldMk cId="3358307290" sldId="265"/>
            <ac:picMk id="89" creationId="{47BAB7C8-AA0B-C2C3-9676-2E6AD1AD3B6D}"/>
          </ac:picMkLst>
        </pc:picChg>
        <pc:picChg chg="add mod">
          <ac:chgData name="Amal R Babu" userId="3a292d0a-112b-4bc3-bf38-7771656893d2" providerId="ADAL" clId="{992600FB-E5A2-48A8-ADC9-6968E10B5B48}" dt="2022-11-30T03:27:13.547" v="2422" actId="27614"/>
          <ac:picMkLst>
            <pc:docMk/>
            <pc:sldMk cId="3358307290" sldId="265"/>
            <ac:picMk id="91" creationId="{33705521-662D-32E8-BEA9-64656F252A6E}"/>
          </ac:picMkLst>
        </pc:picChg>
        <pc:picChg chg="mod">
          <ac:chgData name="Amal R Babu" userId="3a292d0a-112b-4bc3-bf38-7771656893d2" providerId="ADAL" clId="{992600FB-E5A2-48A8-ADC9-6968E10B5B48}" dt="2022-11-30T07:55:38.798" v="3629"/>
          <ac:picMkLst>
            <pc:docMk/>
            <pc:sldMk cId="3358307290" sldId="265"/>
            <ac:picMk id="128" creationId="{C8818178-BF24-35C7-1863-7621BB9397B8}"/>
          </ac:picMkLst>
        </pc:picChg>
        <pc:cxnChg chg="del">
          <ac:chgData name="Amal R Babu" userId="3a292d0a-112b-4bc3-bf38-7771656893d2" providerId="ADAL" clId="{992600FB-E5A2-48A8-ADC9-6968E10B5B48}" dt="2022-11-30T07:55:38.349" v="3628" actId="478"/>
          <ac:cxnSpMkLst>
            <pc:docMk/>
            <pc:sldMk cId="3358307290" sldId="265"/>
            <ac:cxnSpMk id="7" creationId="{1C225904-9D2F-F0C8-8BBE-32DEDB3F8B8F}"/>
          </ac:cxnSpMkLst>
        </pc:cxnChg>
        <pc:cxnChg chg="add mod">
          <ac:chgData name="Amal R Babu" userId="3a292d0a-112b-4bc3-bf38-7771656893d2" providerId="ADAL" clId="{992600FB-E5A2-48A8-ADC9-6968E10B5B48}" dt="2022-11-30T07:55:38.798" v="3629"/>
          <ac:cxnSpMkLst>
            <pc:docMk/>
            <pc:sldMk cId="3358307290" sldId="265"/>
            <ac:cxnSpMk id="133" creationId="{73044738-B584-4782-360A-2596B6202D44}"/>
          </ac:cxnSpMkLst>
        </pc:cxnChg>
      </pc:sldChg>
      <pc:sldChg chg="addSp delSp modSp add mod modClrScheme chgLayout">
        <pc:chgData name="Amal R Babu" userId="3a292d0a-112b-4bc3-bf38-7771656893d2" providerId="ADAL" clId="{992600FB-E5A2-48A8-ADC9-6968E10B5B48}" dt="2022-12-07T05:42:18.379" v="3723"/>
        <pc:sldMkLst>
          <pc:docMk/>
          <pc:sldMk cId="3755068264" sldId="266"/>
        </pc:sldMkLst>
        <pc:spChg chg="mod">
          <ac:chgData name="Amal R Babu" userId="3a292d0a-112b-4bc3-bf38-7771656893d2" providerId="ADAL" clId="{992600FB-E5A2-48A8-ADC9-6968E10B5B48}" dt="2022-11-30T07:56:00.122" v="3634" actId="34135"/>
          <ac:spMkLst>
            <pc:docMk/>
            <pc:sldMk cId="3755068264" sldId="266"/>
            <ac:spMk id="3" creationId="{1025ACCD-BEFE-4057-D0DA-23300AB28132}"/>
          </ac:spMkLst>
        </pc:spChg>
        <pc:spChg chg="mod">
          <ac:chgData name="Amal R Babu" userId="3a292d0a-112b-4bc3-bf38-7771656893d2" providerId="ADAL" clId="{992600FB-E5A2-48A8-ADC9-6968E10B5B48}" dt="2022-12-07T05:42:18.379" v="3723"/>
          <ac:spMkLst>
            <pc:docMk/>
            <pc:sldMk cId="3755068264" sldId="266"/>
            <ac:spMk id="7" creationId="{5458944F-1CDF-5B4A-5346-0713F71E6D97}"/>
          </ac:spMkLst>
        </pc:spChg>
        <pc:spChg chg="del">
          <ac:chgData name="Amal R Babu" userId="3a292d0a-112b-4bc3-bf38-7771656893d2" providerId="ADAL" clId="{992600FB-E5A2-48A8-ADC9-6968E10B5B48}" dt="2022-11-30T07:56:03.228" v="3635" actId="478"/>
          <ac:spMkLst>
            <pc:docMk/>
            <pc:sldMk cId="3755068264" sldId="266"/>
            <ac:spMk id="9" creationId="{67D53DBD-07C2-B89B-2A5E-6EA3F0CE967B}"/>
          </ac:spMkLst>
        </pc:spChg>
        <pc:spChg chg="mod">
          <ac:chgData name="Amal R Babu" userId="3a292d0a-112b-4bc3-bf38-7771656893d2" providerId="ADAL" clId="{992600FB-E5A2-48A8-ADC9-6968E10B5B48}" dt="2022-12-07T05:42:18.379" v="3723"/>
          <ac:spMkLst>
            <pc:docMk/>
            <pc:sldMk cId="3755068264" sldId="266"/>
            <ac:spMk id="9" creationId="{7AB15AB0-772B-E0A7-91C9-CD35E5756C46}"/>
          </ac:spMkLst>
        </pc:spChg>
        <pc:spChg chg="add del mod">
          <ac:chgData name="Amal R Babu" userId="3a292d0a-112b-4bc3-bf38-7771656893d2" providerId="ADAL" clId="{992600FB-E5A2-48A8-ADC9-6968E10B5B48}" dt="2022-11-30T03:27:57.872" v="2436" actId="478"/>
          <ac:spMkLst>
            <pc:docMk/>
            <pc:sldMk cId="3755068264" sldId="266"/>
            <ac:spMk id="10" creationId="{EE182853-4868-6BEB-96C3-F640A7B3B1C1}"/>
          </ac:spMkLst>
        </pc:spChg>
        <pc:spChg chg="mod">
          <ac:chgData name="Amal R Babu" userId="3a292d0a-112b-4bc3-bf38-7771656893d2" providerId="ADAL" clId="{992600FB-E5A2-48A8-ADC9-6968E10B5B48}" dt="2022-12-07T05:42:18.379" v="3723"/>
          <ac:spMkLst>
            <pc:docMk/>
            <pc:sldMk cId="3755068264" sldId="266"/>
            <ac:spMk id="11" creationId="{2C3AB44A-EF80-51C7-549B-5939C01866EB}"/>
          </ac:spMkLst>
        </pc:spChg>
        <pc:spChg chg="del">
          <ac:chgData name="Amal R Babu" userId="3a292d0a-112b-4bc3-bf38-7771656893d2" providerId="ADAL" clId="{992600FB-E5A2-48A8-ADC9-6968E10B5B48}" dt="2022-11-30T03:27:54.763" v="2434" actId="478"/>
          <ac:spMkLst>
            <pc:docMk/>
            <pc:sldMk cId="3755068264" sldId="266"/>
            <ac:spMk id="11" creationId="{C521702C-A845-3192-B348-68658C74D330}"/>
          </ac:spMkLst>
        </pc:spChg>
        <pc:spChg chg="mod">
          <ac:chgData name="Amal R Babu" userId="3a292d0a-112b-4bc3-bf38-7771656893d2" providerId="ADAL" clId="{992600FB-E5A2-48A8-ADC9-6968E10B5B48}" dt="2022-12-07T05:42:18.379" v="3723"/>
          <ac:spMkLst>
            <pc:docMk/>
            <pc:sldMk cId="3755068264" sldId="266"/>
            <ac:spMk id="12" creationId="{463E51DB-D0E0-8BDE-E9A2-55EF692A0FFE}"/>
          </ac:spMkLst>
        </pc:spChg>
        <pc:spChg chg="del">
          <ac:chgData name="Amal R Babu" userId="3a292d0a-112b-4bc3-bf38-7771656893d2" providerId="ADAL" clId="{992600FB-E5A2-48A8-ADC9-6968E10B5B48}" dt="2022-11-30T07:56:03.228" v="3635" actId="478"/>
          <ac:spMkLst>
            <pc:docMk/>
            <pc:sldMk cId="3755068264" sldId="266"/>
            <ac:spMk id="13" creationId="{4F3E08FA-4C08-7258-FA22-03C53F09604C}"/>
          </ac:spMkLst>
        </pc:spChg>
        <pc:spChg chg="add del mod">
          <ac:chgData name="Amal R Babu" userId="3a292d0a-112b-4bc3-bf38-7771656893d2" providerId="ADAL" clId="{992600FB-E5A2-48A8-ADC9-6968E10B5B48}" dt="2022-11-30T03:27:57.872" v="2436" actId="478"/>
          <ac:spMkLst>
            <pc:docMk/>
            <pc:sldMk cId="3755068264" sldId="266"/>
            <ac:spMk id="14" creationId="{B8072963-2403-5BF4-A3A4-8CD7405BCDC6}"/>
          </ac:spMkLst>
        </pc:spChg>
        <pc:spChg chg="del">
          <ac:chgData name="Amal R Babu" userId="3a292d0a-112b-4bc3-bf38-7771656893d2" providerId="ADAL" clId="{992600FB-E5A2-48A8-ADC9-6968E10B5B48}" dt="2022-11-30T07:56:03.228" v="3635" actId="478"/>
          <ac:spMkLst>
            <pc:docMk/>
            <pc:sldMk cId="3755068264" sldId="266"/>
            <ac:spMk id="16" creationId="{2913EB48-94F5-98C7-C275-915A1AD4D3EA}"/>
          </ac:spMkLst>
        </pc:spChg>
        <pc:spChg chg="del">
          <ac:chgData name="Amal R Babu" userId="3a292d0a-112b-4bc3-bf38-7771656893d2" providerId="ADAL" clId="{992600FB-E5A2-48A8-ADC9-6968E10B5B48}" dt="2022-11-30T07:56:03.228" v="3635" actId="478"/>
          <ac:spMkLst>
            <pc:docMk/>
            <pc:sldMk cId="3755068264" sldId="266"/>
            <ac:spMk id="17" creationId="{29D393BC-86FC-4CA8-8830-E874EA43EE28}"/>
          </ac:spMkLst>
        </pc:spChg>
        <pc:spChg chg="add del mod">
          <ac:chgData name="Amal R Babu" userId="3a292d0a-112b-4bc3-bf38-7771656893d2" providerId="ADAL" clId="{992600FB-E5A2-48A8-ADC9-6968E10B5B48}" dt="2022-11-30T03:27:57.872" v="2436" actId="478"/>
          <ac:spMkLst>
            <pc:docMk/>
            <pc:sldMk cId="3755068264" sldId="266"/>
            <ac:spMk id="18" creationId="{43DB8F49-14BD-98CE-0529-0CDD6D75A016}"/>
          </ac:spMkLst>
        </pc:spChg>
        <pc:spChg chg="del mod">
          <ac:chgData name="Amal R Babu" userId="3a292d0a-112b-4bc3-bf38-7771656893d2" providerId="ADAL" clId="{992600FB-E5A2-48A8-ADC9-6968E10B5B48}" dt="2022-11-30T07:56:03.228" v="3635" actId="478"/>
          <ac:spMkLst>
            <pc:docMk/>
            <pc:sldMk cId="3755068264" sldId="266"/>
            <ac:spMk id="19" creationId="{B5F22004-B568-5F9F-D315-B9048F8F933E}"/>
          </ac:spMkLst>
        </pc:spChg>
        <pc:spChg chg="del mod">
          <ac:chgData name="Amal R Babu" userId="3a292d0a-112b-4bc3-bf38-7771656893d2" providerId="ADAL" clId="{992600FB-E5A2-48A8-ADC9-6968E10B5B48}" dt="2022-11-30T07:56:03.228" v="3635" actId="478"/>
          <ac:spMkLst>
            <pc:docMk/>
            <pc:sldMk cId="3755068264" sldId="266"/>
            <ac:spMk id="20" creationId="{DBD7492E-2CD4-61A0-9EEE-CEE4E61AED9D}"/>
          </ac:spMkLst>
        </pc:spChg>
        <pc:spChg chg="del">
          <ac:chgData name="Amal R Babu" userId="3a292d0a-112b-4bc3-bf38-7771656893d2" providerId="ADAL" clId="{992600FB-E5A2-48A8-ADC9-6968E10B5B48}" dt="2022-11-30T07:56:03.228" v="3635" actId="478"/>
          <ac:spMkLst>
            <pc:docMk/>
            <pc:sldMk cId="3755068264" sldId="266"/>
            <ac:spMk id="21" creationId="{88AF1956-F7FB-2ADE-A3E7-1F7329C9752A}"/>
          </ac:spMkLst>
        </pc:spChg>
        <pc:spChg chg="del">
          <ac:chgData name="Amal R Babu" userId="3a292d0a-112b-4bc3-bf38-7771656893d2" providerId="ADAL" clId="{992600FB-E5A2-48A8-ADC9-6968E10B5B48}" dt="2022-11-30T07:56:03.228" v="3635" actId="478"/>
          <ac:spMkLst>
            <pc:docMk/>
            <pc:sldMk cId="3755068264" sldId="266"/>
            <ac:spMk id="22" creationId="{B8560F59-A67B-8514-2A4E-47A28A1A48B1}"/>
          </ac:spMkLst>
        </pc:spChg>
        <pc:spChg chg="del">
          <ac:chgData name="Amal R Babu" userId="3a292d0a-112b-4bc3-bf38-7771656893d2" providerId="ADAL" clId="{992600FB-E5A2-48A8-ADC9-6968E10B5B48}" dt="2022-11-30T03:27:54.763" v="2434" actId="478"/>
          <ac:spMkLst>
            <pc:docMk/>
            <pc:sldMk cId="3755068264" sldId="266"/>
            <ac:spMk id="23" creationId="{228DA46A-69B8-B7A2-2A6D-3722412D45CD}"/>
          </ac:spMkLst>
        </pc:spChg>
        <pc:spChg chg="del">
          <ac:chgData name="Amal R Babu" userId="3a292d0a-112b-4bc3-bf38-7771656893d2" providerId="ADAL" clId="{992600FB-E5A2-48A8-ADC9-6968E10B5B48}" dt="2022-11-30T03:27:54.763" v="2434" actId="478"/>
          <ac:spMkLst>
            <pc:docMk/>
            <pc:sldMk cId="3755068264" sldId="266"/>
            <ac:spMk id="24" creationId="{633A5DBA-3D5C-D126-07EA-FFE40D5EAE42}"/>
          </ac:spMkLst>
        </pc:spChg>
        <pc:spChg chg="del">
          <ac:chgData name="Amal R Babu" userId="3a292d0a-112b-4bc3-bf38-7771656893d2" providerId="ADAL" clId="{992600FB-E5A2-48A8-ADC9-6968E10B5B48}" dt="2022-11-30T03:27:54.763" v="2434" actId="478"/>
          <ac:spMkLst>
            <pc:docMk/>
            <pc:sldMk cId="3755068264" sldId="266"/>
            <ac:spMk id="25" creationId="{09E00A39-BE32-E161-2790-951E54DE8412}"/>
          </ac:spMkLst>
        </pc:spChg>
        <pc:spChg chg="del">
          <ac:chgData name="Amal R Babu" userId="3a292d0a-112b-4bc3-bf38-7771656893d2" providerId="ADAL" clId="{992600FB-E5A2-48A8-ADC9-6968E10B5B48}" dt="2022-11-30T03:27:54.763" v="2434" actId="478"/>
          <ac:spMkLst>
            <pc:docMk/>
            <pc:sldMk cId="3755068264" sldId="266"/>
            <ac:spMk id="26" creationId="{CA7E335B-0CDC-1E90-9E21-D361EEBAEC05}"/>
          </ac:spMkLst>
        </pc:spChg>
        <pc:spChg chg="del">
          <ac:chgData name="Amal R Babu" userId="3a292d0a-112b-4bc3-bf38-7771656893d2" providerId="ADAL" clId="{992600FB-E5A2-48A8-ADC9-6968E10B5B48}" dt="2022-11-30T03:27:54.763" v="2434" actId="478"/>
          <ac:spMkLst>
            <pc:docMk/>
            <pc:sldMk cId="3755068264" sldId="266"/>
            <ac:spMk id="32" creationId="{99A3E2DA-8AB7-CB43-4A8D-D6AB9DB6D6E8}"/>
          </ac:spMkLst>
        </pc:spChg>
        <pc:spChg chg="del">
          <ac:chgData name="Amal R Babu" userId="3a292d0a-112b-4bc3-bf38-7771656893d2" providerId="ADAL" clId="{992600FB-E5A2-48A8-ADC9-6968E10B5B48}" dt="2022-11-30T07:56:03.228" v="3635" actId="478"/>
          <ac:spMkLst>
            <pc:docMk/>
            <pc:sldMk cId="3755068264" sldId="266"/>
            <ac:spMk id="33" creationId="{06426368-13B9-05ED-7B4E-48B8C7532F65}"/>
          </ac:spMkLst>
        </pc:spChg>
        <pc:spChg chg="del">
          <ac:chgData name="Amal R Babu" userId="3a292d0a-112b-4bc3-bf38-7771656893d2" providerId="ADAL" clId="{992600FB-E5A2-48A8-ADC9-6968E10B5B48}" dt="2022-11-30T07:56:03.228" v="3635" actId="478"/>
          <ac:spMkLst>
            <pc:docMk/>
            <pc:sldMk cId="3755068264" sldId="266"/>
            <ac:spMk id="34" creationId="{15C24E6E-5086-DAC3-E400-3CB725E13353}"/>
          </ac:spMkLst>
        </pc:spChg>
        <pc:spChg chg="del">
          <ac:chgData name="Amal R Babu" userId="3a292d0a-112b-4bc3-bf38-7771656893d2" providerId="ADAL" clId="{992600FB-E5A2-48A8-ADC9-6968E10B5B48}" dt="2022-11-30T07:56:03.228" v="3635" actId="478"/>
          <ac:spMkLst>
            <pc:docMk/>
            <pc:sldMk cId="3755068264" sldId="266"/>
            <ac:spMk id="35" creationId="{D7FACB4C-BCA4-434A-8FA8-F4D0A8D4C109}"/>
          </ac:spMkLst>
        </pc:spChg>
        <pc:spChg chg="del">
          <ac:chgData name="Amal R Babu" userId="3a292d0a-112b-4bc3-bf38-7771656893d2" providerId="ADAL" clId="{992600FB-E5A2-48A8-ADC9-6968E10B5B48}" dt="2022-11-30T03:27:54.763" v="2434" actId="478"/>
          <ac:spMkLst>
            <pc:docMk/>
            <pc:sldMk cId="3755068264" sldId="266"/>
            <ac:spMk id="36" creationId="{CEE4DF2C-8E3C-6B03-0972-A3B04A285B1E}"/>
          </ac:spMkLst>
        </pc:spChg>
        <pc:spChg chg="del">
          <ac:chgData name="Amal R Babu" userId="3a292d0a-112b-4bc3-bf38-7771656893d2" providerId="ADAL" clId="{992600FB-E5A2-48A8-ADC9-6968E10B5B48}" dt="2022-11-30T03:27:54.763" v="2434" actId="478"/>
          <ac:spMkLst>
            <pc:docMk/>
            <pc:sldMk cId="3755068264" sldId="266"/>
            <ac:spMk id="37" creationId="{DB6B8045-A507-44E2-526E-4BD417A97DF9}"/>
          </ac:spMkLst>
        </pc:spChg>
        <pc:spChg chg="add del mod">
          <ac:chgData name="Amal R Babu" userId="3a292d0a-112b-4bc3-bf38-7771656893d2" providerId="ADAL" clId="{992600FB-E5A2-48A8-ADC9-6968E10B5B48}" dt="2022-11-30T03:27:57.872" v="2436" actId="478"/>
          <ac:spMkLst>
            <pc:docMk/>
            <pc:sldMk cId="3755068264" sldId="266"/>
            <ac:spMk id="38" creationId="{0C4D0C6E-33BD-722F-A880-7E75FC18E840}"/>
          </ac:spMkLst>
        </pc:spChg>
        <pc:spChg chg="add mod">
          <ac:chgData name="Amal R Babu" userId="3a292d0a-112b-4bc3-bf38-7771656893d2" providerId="ADAL" clId="{992600FB-E5A2-48A8-ADC9-6968E10B5B48}" dt="2022-11-30T03:32:18.614" v="2484" actId="14100"/>
          <ac:spMkLst>
            <pc:docMk/>
            <pc:sldMk cId="3755068264" sldId="266"/>
            <ac:spMk id="39" creationId="{84CB2A03-F658-93C7-05A0-E19A53B2B170}"/>
          </ac:spMkLst>
        </pc:spChg>
        <pc:spChg chg="add mod topLvl">
          <ac:chgData name="Amal R Babu" userId="3a292d0a-112b-4bc3-bf38-7771656893d2" providerId="ADAL" clId="{992600FB-E5A2-48A8-ADC9-6968E10B5B48}" dt="2022-11-30T03:32:38.476" v="2488" actId="165"/>
          <ac:spMkLst>
            <pc:docMk/>
            <pc:sldMk cId="3755068264" sldId="266"/>
            <ac:spMk id="40" creationId="{FDBDB851-F4F9-B908-0B05-CD369D63F206}"/>
          </ac:spMkLst>
        </pc:spChg>
        <pc:spChg chg="del">
          <ac:chgData name="Amal R Babu" userId="3a292d0a-112b-4bc3-bf38-7771656893d2" providerId="ADAL" clId="{992600FB-E5A2-48A8-ADC9-6968E10B5B48}" dt="2022-11-30T03:27:56.186" v="2435" actId="478"/>
          <ac:spMkLst>
            <pc:docMk/>
            <pc:sldMk cId="3755068264" sldId="266"/>
            <ac:spMk id="42" creationId="{8EB9BA56-9EF6-A93C-93AB-DFC2AF6FDCF8}"/>
          </ac:spMkLst>
        </pc:spChg>
        <pc:spChg chg="del">
          <ac:chgData name="Amal R Babu" userId="3a292d0a-112b-4bc3-bf38-7771656893d2" providerId="ADAL" clId="{992600FB-E5A2-48A8-ADC9-6968E10B5B48}" dt="2022-11-30T06:30:41.503" v="3449" actId="478"/>
          <ac:spMkLst>
            <pc:docMk/>
            <pc:sldMk cId="3755068264" sldId="266"/>
            <ac:spMk id="43" creationId="{4085F982-777E-59AD-4DB4-B07024AB9EAF}"/>
          </ac:spMkLst>
        </pc:spChg>
        <pc:spChg chg="del">
          <ac:chgData name="Amal R Babu" userId="3a292d0a-112b-4bc3-bf38-7771656893d2" providerId="ADAL" clId="{992600FB-E5A2-48A8-ADC9-6968E10B5B48}" dt="2022-11-30T03:27:54.763" v="2434" actId="478"/>
          <ac:spMkLst>
            <pc:docMk/>
            <pc:sldMk cId="3755068264" sldId="266"/>
            <ac:spMk id="45" creationId="{CAD06A51-706D-3020-BC3C-51F74BA47466}"/>
          </ac:spMkLst>
        </pc:spChg>
        <pc:spChg chg="del">
          <ac:chgData name="Amal R Babu" userId="3a292d0a-112b-4bc3-bf38-7771656893d2" providerId="ADAL" clId="{992600FB-E5A2-48A8-ADC9-6968E10B5B48}" dt="2022-11-30T03:27:54.763" v="2434" actId="478"/>
          <ac:spMkLst>
            <pc:docMk/>
            <pc:sldMk cId="3755068264" sldId="266"/>
            <ac:spMk id="46" creationId="{4D2F7B60-C640-B10E-3F51-75BE4A15FDE6}"/>
          </ac:spMkLst>
        </pc:spChg>
        <pc:spChg chg="del">
          <ac:chgData name="Amal R Babu" userId="3a292d0a-112b-4bc3-bf38-7771656893d2" providerId="ADAL" clId="{992600FB-E5A2-48A8-ADC9-6968E10B5B48}" dt="2022-11-30T03:27:57.872" v="2436" actId="478"/>
          <ac:spMkLst>
            <pc:docMk/>
            <pc:sldMk cId="3755068264" sldId="266"/>
            <ac:spMk id="48" creationId="{32BA2B5C-A252-6EDB-B3FB-09C6C1A0D1C5}"/>
          </ac:spMkLst>
        </pc:spChg>
        <pc:spChg chg="del">
          <ac:chgData name="Amal R Babu" userId="3a292d0a-112b-4bc3-bf38-7771656893d2" providerId="ADAL" clId="{992600FB-E5A2-48A8-ADC9-6968E10B5B48}" dt="2022-11-30T07:56:03.228" v="3635" actId="478"/>
          <ac:spMkLst>
            <pc:docMk/>
            <pc:sldMk cId="3755068264" sldId="266"/>
            <ac:spMk id="50" creationId="{0E2B6178-FB2D-9772-47AD-87A734026875}"/>
          </ac:spMkLst>
        </pc:spChg>
        <pc:spChg chg="del">
          <ac:chgData name="Amal R Babu" userId="3a292d0a-112b-4bc3-bf38-7771656893d2" providerId="ADAL" clId="{992600FB-E5A2-48A8-ADC9-6968E10B5B48}" dt="2022-11-30T03:27:57.872" v="2436" actId="478"/>
          <ac:spMkLst>
            <pc:docMk/>
            <pc:sldMk cId="3755068264" sldId="266"/>
            <ac:spMk id="51" creationId="{27AE5392-7B1E-233F-F925-0AC39F540B43}"/>
          </ac:spMkLst>
        </pc:spChg>
        <pc:spChg chg="add del mod">
          <ac:chgData name="Amal R Babu" userId="3a292d0a-112b-4bc3-bf38-7771656893d2" providerId="ADAL" clId="{992600FB-E5A2-48A8-ADC9-6968E10B5B48}" dt="2022-11-30T03:30:17.143" v="2459" actId="478"/>
          <ac:spMkLst>
            <pc:docMk/>
            <pc:sldMk cId="3755068264" sldId="266"/>
            <ac:spMk id="52" creationId="{7551A170-088C-F2F7-4D67-A69EDB5CB6FC}"/>
          </ac:spMkLst>
        </pc:spChg>
        <pc:spChg chg="del">
          <ac:chgData name="Amal R Babu" userId="3a292d0a-112b-4bc3-bf38-7771656893d2" providerId="ADAL" clId="{992600FB-E5A2-48A8-ADC9-6968E10B5B48}" dt="2022-11-30T07:56:03.228" v="3635" actId="478"/>
          <ac:spMkLst>
            <pc:docMk/>
            <pc:sldMk cId="3755068264" sldId="266"/>
            <ac:spMk id="55" creationId="{A2C13AB5-7A64-00F4-ECBF-90F667E097CA}"/>
          </ac:spMkLst>
        </pc:spChg>
        <pc:spChg chg="del">
          <ac:chgData name="Amal R Babu" userId="3a292d0a-112b-4bc3-bf38-7771656893d2" providerId="ADAL" clId="{992600FB-E5A2-48A8-ADC9-6968E10B5B48}" dt="2022-11-30T03:27:54.763" v="2434" actId="478"/>
          <ac:spMkLst>
            <pc:docMk/>
            <pc:sldMk cId="3755068264" sldId="266"/>
            <ac:spMk id="56" creationId="{7770034B-8A8D-D547-60C2-8309477214E3}"/>
          </ac:spMkLst>
        </pc:spChg>
        <pc:spChg chg="del">
          <ac:chgData name="Amal R Babu" userId="3a292d0a-112b-4bc3-bf38-7771656893d2" providerId="ADAL" clId="{992600FB-E5A2-48A8-ADC9-6968E10B5B48}" dt="2022-11-30T03:27:54.763" v="2434" actId="478"/>
          <ac:spMkLst>
            <pc:docMk/>
            <pc:sldMk cId="3755068264" sldId="266"/>
            <ac:spMk id="57" creationId="{83D07306-8D46-7528-99E4-D290AA4D1959}"/>
          </ac:spMkLst>
        </pc:spChg>
        <pc:spChg chg="del mod">
          <ac:chgData name="Amal R Babu" userId="3a292d0a-112b-4bc3-bf38-7771656893d2" providerId="ADAL" clId="{992600FB-E5A2-48A8-ADC9-6968E10B5B48}" dt="2022-11-30T07:56:03.228" v="3635" actId="478"/>
          <ac:spMkLst>
            <pc:docMk/>
            <pc:sldMk cId="3755068264" sldId="266"/>
            <ac:spMk id="58" creationId="{84827C04-91A4-59E2-705C-138BA0A13DA9}"/>
          </ac:spMkLst>
        </pc:spChg>
        <pc:spChg chg="add mod topLvl">
          <ac:chgData name="Amal R Babu" userId="3a292d0a-112b-4bc3-bf38-7771656893d2" providerId="ADAL" clId="{992600FB-E5A2-48A8-ADC9-6968E10B5B48}" dt="2022-11-30T03:32:38.476" v="2488" actId="165"/>
          <ac:spMkLst>
            <pc:docMk/>
            <pc:sldMk cId="3755068264" sldId="266"/>
            <ac:spMk id="59" creationId="{FE99B941-0458-55FC-E1B0-58A502078AD2}"/>
          </ac:spMkLst>
        </pc:spChg>
        <pc:spChg chg="add mod">
          <ac:chgData name="Amal R Babu" userId="3a292d0a-112b-4bc3-bf38-7771656893d2" providerId="ADAL" clId="{992600FB-E5A2-48A8-ADC9-6968E10B5B48}" dt="2022-11-30T03:31:11.799" v="2468" actId="14100"/>
          <ac:spMkLst>
            <pc:docMk/>
            <pc:sldMk cId="3755068264" sldId="266"/>
            <ac:spMk id="60" creationId="{3428904D-27D3-9BF1-D864-C817A0232D45}"/>
          </ac:spMkLst>
        </pc:spChg>
        <pc:spChg chg="add del mod">
          <ac:chgData name="Amal R Babu" userId="3a292d0a-112b-4bc3-bf38-7771656893d2" providerId="ADAL" clId="{992600FB-E5A2-48A8-ADC9-6968E10B5B48}" dt="2022-11-30T03:31:45.317" v="2479" actId="478"/>
          <ac:spMkLst>
            <pc:docMk/>
            <pc:sldMk cId="3755068264" sldId="266"/>
            <ac:spMk id="63" creationId="{35A0CCAD-40A1-F151-ED98-440EF3866990}"/>
          </ac:spMkLst>
        </pc:spChg>
        <pc:spChg chg="mod">
          <ac:chgData name="Amal R Babu" userId="3a292d0a-112b-4bc3-bf38-7771656893d2" providerId="ADAL" clId="{992600FB-E5A2-48A8-ADC9-6968E10B5B48}" dt="2022-11-30T03:50:36.367" v="2574" actId="207"/>
          <ac:spMkLst>
            <pc:docMk/>
            <pc:sldMk cId="3755068264" sldId="266"/>
            <ac:spMk id="64" creationId="{1026419F-9D4F-D6A0-6D28-43C551A1C434}"/>
          </ac:spMkLst>
        </pc:spChg>
        <pc:spChg chg="add del mod ord">
          <ac:chgData name="Amal R Babu" userId="3a292d0a-112b-4bc3-bf38-7771656893d2" providerId="ADAL" clId="{992600FB-E5A2-48A8-ADC9-6968E10B5B48}" dt="2022-11-30T03:37:02.606" v="2505" actId="931"/>
          <ac:spMkLst>
            <pc:docMk/>
            <pc:sldMk cId="3755068264" sldId="266"/>
            <ac:spMk id="78" creationId="{E6F98CB9-BC25-9892-D585-5B30D0E2FAFA}"/>
          </ac:spMkLst>
        </pc:spChg>
        <pc:spChg chg="mod">
          <ac:chgData name="Amal R Babu" userId="3a292d0a-112b-4bc3-bf38-7771656893d2" providerId="ADAL" clId="{992600FB-E5A2-48A8-ADC9-6968E10B5B48}" dt="2022-11-30T03:50:36.367" v="2574" actId="207"/>
          <ac:spMkLst>
            <pc:docMk/>
            <pc:sldMk cId="3755068264" sldId="266"/>
            <ac:spMk id="79" creationId="{658172E2-3787-64CE-5910-C25C444076A5}"/>
          </ac:spMkLst>
        </pc:spChg>
        <pc:spChg chg="add del mod ord">
          <ac:chgData name="Amal R Babu" userId="3a292d0a-112b-4bc3-bf38-7771656893d2" providerId="ADAL" clId="{992600FB-E5A2-48A8-ADC9-6968E10B5B48}" dt="2022-11-30T03:36:57.238" v="2501" actId="931"/>
          <ac:spMkLst>
            <pc:docMk/>
            <pc:sldMk cId="3755068264" sldId="266"/>
            <ac:spMk id="83" creationId="{B3275D06-3121-7DB7-E4F2-D25150F1C97C}"/>
          </ac:spMkLst>
        </pc:spChg>
        <pc:spChg chg="add del mod ord">
          <ac:chgData name="Amal R Babu" userId="3a292d0a-112b-4bc3-bf38-7771656893d2" providerId="ADAL" clId="{992600FB-E5A2-48A8-ADC9-6968E10B5B48}" dt="2022-11-30T03:40:56.858" v="2516" actId="931"/>
          <ac:spMkLst>
            <pc:docMk/>
            <pc:sldMk cId="3755068264" sldId="266"/>
            <ac:spMk id="84" creationId="{4C79DD68-71E0-74C0-7BCE-B7C565A3DC28}"/>
          </ac:spMkLst>
        </pc:spChg>
        <pc:spChg chg="add del mod ord">
          <ac:chgData name="Amal R Babu" userId="3a292d0a-112b-4bc3-bf38-7771656893d2" providerId="ADAL" clId="{992600FB-E5A2-48A8-ADC9-6968E10B5B48}" dt="2022-11-30T03:43:50.597" v="2537" actId="931"/>
          <ac:spMkLst>
            <pc:docMk/>
            <pc:sldMk cId="3755068264" sldId="266"/>
            <ac:spMk id="85" creationId="{51DF3862-7AB4-10C4-27A1-955E016C4976}"/>
          </ac:spMkLst>
        </pc:spChg>
        <pc:spChg chg="mod">
          <ac:chgData name="Amal R Babu" userId="3a292d0a-112b-4bc3-bf38-7771656893d2" providerId="ADAL" clId="{992600FB-E5A2-48A8-ADC9-6968E10B5B48}" dt="2022-11-30T03:32:10.009" v="2483" actId="20577"/>
          <ac:spMkLst>
            <pc:docMk/>
            <pc:sldMk cId="3755068264" sldId="266"/>
            <ac:spMk id="92" creationId="{232C2ADA-8B7B-4990-FB78-B27C9A79E87E}"/>
          </ac:spMkLst>
        </pc:spChg>
        <pc:spChg chg="add del mod">
          <ac:chgData name="Amal R Babu" userId="3a292d0a-112b-4bc3-bf38-7771656893d2" providerId="ADAL" clId="{992600FB-E5A2-48A8-ADC9-6968E10B5B48}" dt="2022-11-30T03:37:08.446" v="2509" actId="931"/>
          <ac:spMkLst>
            <pc:docMk/>
            <pc:sldMk cId="3755068264" sldId="266"/>
            <ac:spMk id="93" creationId="{5CDB505E-CE1F-0D84-DE76-4E25E2F8CCB6}"/>
          </ac:spMkLst>
        </pc:spChg>
        <pc:spChg chg="add del mod">
          <ac:chgData name="Amal R Babu" userId="3a292d0a-112b-4bc3-bf38-7771656893d2" providerId="ADAL" clId="{992600FB-E5A2-48A8-ADC9-6968E10B5B48}" dt="2022-11-30T03:38:55.859" v="2513" actId="931"/>
          <ac:spMkLst>
            <pc:docMk/>
            <pc:sldMk cId="3755068264" sldId="266"/>
            <ac:spMk id="100" creationId="{EE291F2B-16E9-F0D7-1DE7-B1EEF03483D9}"/>
          </ac:spMkLst>
        </pc:spChg>
        <pc:spChg chg="del">
          <ac:chgData name="Amal R Babu" userId="3a292d0a-112b-4bc3-bf38-7771656893d2" providerId="ADAL" clId="{992600FB-E5A2-48A8-ADC9-6968E10B5B48}" dt="2022-11-30T07:56:03.228" v="3635" actId="478"/>
          <ac:spMkLst>
            <pc:docMk/>
            <pc:sldMk cId="3755068264" sldId="266"/>
            <ac:spMk id="102" creationId="{BC336F4F-319C-E66A-14BA-28906300DE58}"/>
          </ac:spMkLst>
        </pc:spChg>
        <pc:spChg chg="del">
          <ac:chgData name="Amal R Babu" userId="3a292d0a-112b-4bc3-bf38-7771656893d2" providerId="ADAL" clId="{992600FB-E5A2-48A8-ADC9-6968E10B5B48}" dt="2022-11-30T06:30:41.503" v="3449" actId="478"/>
          <ac:spMkLst>
            <pc:docMk/>
            <pc:sldMk cId="3755068264" sldId="266"/>
            <ac:spMk id="109" creationId="{B205D4A8-03D0-E92D-2A10-7A44B4A53BD1}"/>
          </ac:spMkLst>
        </pc:spChg>
        <pc:spChg chg="add del mod">
          <ac:chgData name="Amal R Babu" userId="3a292d0a-112b-4bc3-bf38-7771656893d2" providerId="ADAL" clId="{992600FB-E5A2-48A8-ADC9-6968E10B5B48}" dt="2022-11-30T03:41:26.777" v="2519" actId="931"/>
          <ac:spMkLst>
            <pc:docMk/>
            <pc:sldMk cId="3755068264" sldId="266"/>
            <ac:spMk id="110" creationId="{0FC99756-9F43-6308-74C4-8034F357B7C1}"/>
          </ac:spMkLst>
        </pc:spChg>
        <pc:spChg chg="add del mod">
          <ac:chgData name="Amal R Babu" userId="3a292d0a-112b-4bc3-bf38-7771656893d2" providerId="ADAL" clId="{992600FB-E5A2-48A8-ADC9-6968E10B5B48}" dt="2022-11-30T03:42:10.884" v="2533" actId="931"/>
          <ac:spMkLst>
            <pc:docMk/>
            <pc:sldMk cId="3755068264" sldId="266"/>
            <ac:spMk id="114" creationId="{0E946DD9-5788-B760-5EEA-A50E91D44853}"/>
          </ac:spMkLst>
        </pc:spChg>
        <pc:spChg chg="add del mod">
          <ac:chgData name="Amal R Babu" userId="3a292d0a-112b-4bc3-bf38-7771656893d2" providerId="ADAL" clId="{992600FB-E5A2-48A8-ADC9-6968E10B5B48}" dt="2022-11-30T03:45:16.244" v="2540" actId="931"/>
          <ac:spMkLst>
            <pc:docMk/>
            <pc:sldMk cId="3755068264" sldId="266"/>
            <ac:spMk id="122" creationId="{0CFAE096-462D-FC9A-C004-D172714F2AB4}"/>
          </ac:spMkLst>
        </pc:spChg>
        <pc:spChg chg="add del mod">
          <ac:chgData name="Amal R Babu" userId="3a292d0a-112b-4bc3-bf38-7771656893d2" providerId="ADAL" clId="{992600FB-E5A2-48A8-ADC9-6968E10B5B48}" dt="2022-11-30T03:46:03.003" v="2548" actId="931"/>
          <ac:spMkLst>
            <pc:docMk/>
            <pc:sldMk cId="3755068264" sldId="266"/>
            <ac:spMk id="128" creationId="{99DAA5CB-E28B-1495-2E90-A24FF6135DA3}"/>
          </ac:spMkLst>
        </pc:spChg>
        <pc:spChg chg="add del mod">
          <ac:chgData name="Amal R Babu" userId="3a292d0a-112b-4bc3-bf38-7771656893d2" providerId="ADAL" clId="{992600FB-E5A2-48A8-ADC9-6968E10B5B48}" dt="2022-11-30T03:47:24.980" v="2556" actId="931"/>
          <ac:spMkLst>
            <pc:docMk/>
            <pc:sldMk cId="3755068264" sldId="266"/>
            <ac:spMk id="132" creationId="{744A1362-46C5-C97E-B8B1-8F962DE30F92}"/>
          </ac:spMkLst>
        </pc:spChg>
        <pc:spChg chg="add del mod">
          <ac:chgData name="Amal R Babu" userId="3a292d0a-112b-4bc3-bf38-7771656893d2" providerId="ADAL" clId="{992600FB-E5A2-48A8-ADC9-6968E10B5B48}" dt="2022-11-30T03:48:11.663" v="2564" actId="931"/>
          <ac:spMkLst>
            <pc:docMk/>
            <pc:sldMk cId="3755068264" sldId="266"/>
            <ac:spMk id="136" creationId="{AD00A6DA-B41D-8119-5D90-CDA814D52FD9}"/>
          </ac:spMkLst>
        </pc:spChg>
        <pc:spChg chg="add del mod">
          <ac:chgData name="Amal R Babu" userId="3a292d0a-112b-4bc3-bf38-7771656893d2" providerId="ADAL" clId="{992600FB-E5A2-48A8-ADC9-6968E10B5B48}" dt="2022-11-30T03:49:48.970" v="2569" actId="931"/>
          <ac:spMkLst>
            <pc:docMk/>
            <pc:sldMk cId="3755068264" sldId="266"/>
            <ac:spMk id="140" creationId="{FF6CF1D3-DB6E-B056-CB09-41493C298B0D}"/>
          </ac:spMkLst>
        </pc:spChg>
        <pc:spChg chg="add mod">
          <ac:chgData name="Amal R Babu" userId="3a292d0a-112b-4bc3-bf38-7771656893d2" providerId="ADAL" clId="{992600FB-E5A2-48A8-ADC9-6968E10B5B48}" dt="2022-11-30T07:56:09.396" v="3637" actId="207"/>
          <ac:spMkLst>
            <pc:docMk/>
            <pc:sldMk cId="3755068264" sldId="266"/>
            <ac:spMk id="143" creationId="{2ED2C615-8928-5712-BD21-EC1722D16AC9}"/>
          </ac:spMkLst>
        </pc:spChg>
        <pc:spChg chg="add mod">
          <ac:chgData name="Amal R Babu" userId="3a292d0a-112b-4bc3-bf38-7771656893d2" providerId="ADAL" clId="{992600FB-E5A2-48A8-ADC9-6968E10B5B48}" dt="2022-11-30T07:56:15.598" v="3638" actId="207"/>
          <ac:spMkLst>
            <pc:docMk/>
            <pc:sldMk cId="3755068264" sldId="266"/>
            <ac:spMk id="144" creationId="{0B5F13FE-E242-EC5A-9FAA-F873BC403524}"/>
          </ac:spMkLst>
        </pc:spChg>
        <pc:spChg chg="add mod">
          <ac:chgData name="Amal R Babu" userId="3a292d0a-112b-4bc3-bf38-7771656893d2" providerId="ADAL" clId="{992600FB-E5A2-48A8-ADC9-6968E10B5B48}" dt="2022-11-30T07:56:03.704" v="3636"/>
          <ac:spMkLst>
            <pc:docMk/>
            <pc:sldMk cId="3755068264" sldId="266"/>
            <ac:spMk id="145" creationId="{693798C2-D83E-3B70-1313-BE4D6CB97E0E}"/>
          </ac:spMkLst>
        </pc:spChg>
        <pc:spChg chg="add mod">
          <ac:chgData name="Amal R Babu" userId="3a292d0a-112b-4bc3-bf38-7771656893d2" providerId="ADAL" clId="{992600FB-E5A2-48A8-ADC9-6968E10B5B48}" dt="2022-11-30T07:56:03.704" v="3636"/>
          <ac:spMkLst>
            <pc:docMk/>
            <pc:sldMk cId="3755068264" sldId="266"/>
            <ac:spMk id="146" creationId="{0123B626-8DEC-EB98-3743-CCAD7C20C17A}"/>
          </ac:spMkLst>
        </pc:spChg>
        <pc:spChg chg="add mod">
          <ac:chgData name="Amal R Babu" userId="3a292d0a-112b-4bc3-bf38-7771656893d2" providerId="ADAL" clId="{992600FB-E5A2-48A8-ADC9-6968E10B5B48}" dt="2022-11-30T07:56:03.704" v="3636"/>
          <ac:spMkLst>
            <pc:docMk/>
            <pc:sldMk cId="3755068264" sldId="266"/>
            <ac:spMk id="147" creationId="{BC95DEFB-E4F5-3937-99D3-B1130364943B}"/>
          </ac:spMkLst>
        </pc:spChg>
        <pc:spChg chg="mod">
          <ac:chgData name="Amal R Babu" userId="3a292d0a-112b-4bc3-bf38-7771656893d2" providerId="ADAL" clId="{992600FB-E5A2-48A8-ADC9-6968E10B5B48}" dt="2022-11-30T07:56:03.704" v="3636"/>
          <ac:spMkLst>
            <pc:docMk/>
            <pc:sldMk cId="3755068264" sldId="266"/>
            <ac:spMk id="149" creationId="{B8779075-D4F4-FBC2-48EF-1978D405C488}"/>
          </ac:spMkLst>
        </pc:spChg>
        <pc:spChg chg="mod">
          <ac:chgData name="Amal R Babu" userId="3a292d0a-112b-4bc3-bf38-7771656893d2" providerId="ADAL" clId="{992600FB-E5A2-48A8-ADC9-6968E10B5B48}" dt="2022-11-30T07:56:03.704" v="3636"/>
          <ac:spMkLst>
            <pc:docMk/>
            <pc:sldMk cId="3755068264" sldId="266"/>
            <ac:spMk id="150" creationId="{9354CB75-0E1C-561E-888F-A331665EAD02}"/>
          </ac:spMkLst>
        </pc:spChg>
        <pc:spChg chg="mod">
          <ac:chgData name="Amal R Babu" userId="3a292d0a-112b-4bc3-bf38-7771656893d2" providerId="ADAL" clId="{992600FB-E5A2-48A8-ADC9-6968E10B5B48}" dt="2022-11-30T07:56:03.704" v="3636"/>
          <ac:spMkLst>
            <pc:docMk/>
            <pc:sldMk cId="3755068264" sldId="266"/>
            <ac:spMk id="151" creationId="{F46B049A-045A-3A8A-7471-3170FA6E30DB}"/>
          </ac:spMkLst>
        </pc:spChg>
        <pc:spChg chg="add mod">
          <ac:chgData name="Amal R Babu" userId="3a292d0a-112b-4bc3-bf38-7771656893d2" providerId="ADAL" clId="{992600FB-E5A2-48A8-ADC9-6968E10B5B48}" dt="2022-11-30T07:56:03.704" v="3636"/>
          <ac:spMkLst>
            <pc:docMk/>
            <pc:sldMk cId="3755068264" sldId="266"/>
            <ac:spMk id="152" creationId="{AEFBB995-19F7-480D-F600-9C8748632F44}"/>
          </ac:spMkLst>
        </pc:spChg>
        <pc:spChg chg="mod">
          <ac:chgData name="Amal R Babu" userId="3a292d0a-112b-4bc3-bf38-7771656893d2" providerId="ADAL" clId="{992600FB-E5A2-48A8-ADC9-6968E10B5B48}" dt="2022-11-30T07:56:03.704" v="3636"/>
          <ac:spMkLst>
            <pc:docMk/>
            <pc:sldMk cId="3755068264" sldId="266"/>
            <ac:spMk id="154" creationId="{1A6AEACA-C69E-F99E-A7DC-D2C4BDE7B20F}"/>
          </ac:spMkLst>
        </pc:spChg>
        <pc:spChg chg="mod">
          <ac:chgData name="Amal R Babu" userId="3a292d0a-112b-4bc3-bf38-7771656893d2" providerId="ADAL" clId="{992600FB-E5A2-48A8-ADC9-6968E10B5B48}" dt="2022-11-30T07:56:03.704" v="3636"/>
          <ac:spMkLst>
            <pc:docMk/>
            <pc:sldMk cId="3755068264" sldId="266"/>
            <ac:spMk id="157" creationId="{4C348C89-8661-717F-8E75-9113E6E83D9B}"/>
          </ac:spMkLst>
        </pc:spChg>
        <pc:spChg chg="mod">
          <ac:chgData name="Amal R Babu" userId="3a292d0a-112b-4bc3-bf38-7771656893d2" providerId="ADAL" clId="{992600FB-E5A2-48A8-ADC9-6968E10B5B48}" dt="2022-11-30T07:56:03.704" v="3636"/>
          <ac:spMkLst>
            <pc:docMk/>
            <pc:sldMk cId="3755068264" sldId="266"/>
            <ac:spMk id="158" creationId="{826B4028-8A4E-6F00-898A-13D65B86BAF8}"/>
          </ac:spMkLst>
        </pc:spChg>
        <pc:spChg chg="add mod">
          <ac:chgData name="Amal R Babu" userId="3a292d0a-112b-4bc3-bf38-7771656893d2" providerId="ADAL" clId="{992600FB-E5A2-48A8-ADC9-6968E10B5B48}" dt="2022-11-30T07:56:03.704" v="3636"/>
          <ac:spMkLst>
            <pc:docMk/>
            <pc:sldMk cId="3755068264" sldId="266"/>
            <ac:spMk id="159" creationId="{6D1A98A7-2642-B19C-F46D-2727020734E9}"/>
          </ac:spMkLst>
        </pc:spChg>
        <pc:spChg chg="add mod">
          <ac:chgData name="Amal R Babu" userId="3a292d0a-112b-4bc3-bf38-7771656893d2" providerId="ADAL" clId="{992600FB-E5A2-48A8-ADC9-6968E10B5B48}" dt="2022-11-30T07:56:03.704" v="3636"/>
          <ac:spMkLst>
            <pc:docMk/>
            <pc:sldMk cId="3755068264" sldId="266"/>
            <ac:spMk id="161" creationId="{72A752BF-8058-8504-0E25-036A6BB2E287}"/>
          </ac:spMkLst>
        </pc:spChg>
        <pc:spChg chg="add mod">
          <ac:chgData name="Amal R Babu" userId="3a292d0a-112b-4bc3-bf38-7771656893d2" providerId="ADAL" clId="{992600FB-E5A2-48A8-ADC9-6968E10B5B48}" dt="2022-11-30T07:56:03.704" v="3636"/>
          <ac:spMkLst>
            <pc:docMk/>
            <pc:sldMk cId="3755068264" sldId="266"/>
            <ac:spMk id="162" creationId="{D2FC7B67-4B55-CE2D-EFFB-19A6EC58FBC9}"/>
          </ac:spMkLst>
        </pc:spChg>
        <pc:spChg chg="add mod">
          <ac:chgData name="Amal R Babu" userId="3a292d0a-112b-4bc3-bf38-7771656893d2" providerId="ADAL" clId="{992600FB-E5A2-48A8-ADC9-6968E10B5B48}" dt="2022-11-30T07:56:03.704" v="3636"/>
          <ac:spMkLst>
            <pc:docMk/>
            <pc:sldMk cId="3755068264" sldId="266"/>
            <ac:spMk id="163" creationId="{D6FD6B3E-CFE7-10A0-C6B6-A478E16DA06D}"/>
          </ac:spMkLst>
        </pc:spChg>
        <pc:spChg chg="add mod">
          <ac:chgData name="Amal R Babu" userId="3a292d0a-112b-4bc3-bf38-7771656893d2" providerId="ADAL" clId="{992600FB-E5A2-48A8-ADC9-6968E10B5B48}" dt="2022-11-30T07:56:03.704" v="3636"/>
          <ac:spMkLst>
            <pc:docMk/>
            <pc:sldMk cId="3755068264" sldId="266"/>
            <ac:spMk id="164" creationId="{2D884566-ED83-E244-C1E7-03D41A6BBF1B}"/>
          </ac:spMkLst>
        </pc:spChg>
        <pc:spChg chg="add mod">
          <ac:chgData name="Amal R Babu" userId="3a292d0a-112b-4bc3-bf38-7771656893d2" providerId="ADAL" clId="{992600FB-E5A2-48A8-ADC9-6968E10B5B48}" dt="2022-11-30T07:56:20.316" v="3639" actId="207"/>
          <ac:spMkLst>
            <pc:docMk/>
            <pc:sldMk cId="3755068264" sldId="266"/>
            <ac:spMk id="165" creationId="{8B8EC837-C535-A168-2E87-A5F4389F9D2A}"/>
          </ac:spMkLst>
        </pc:spChg>
        <pc:spChg chg="mod">
          <ac:chgData name="Amal R Babu" userId="3a292d0a-112b-4bc3-bf38-7771656893d2" providerId="ADAL" clId="{992600FB-E5A2-48A8-ADC9-6968E10B5B48}" dt="2022-11-30T07:56:25.881" v="3641" actId="207"/>
          <ac:spMkLst>
            <pc:docMk/>
            <pc:sldMk cId="3755068264" sldId="266"/>
            <ac:spMk id="167" creationId="{486785D6-6521-2BA7-0834-5918E389718F}"/>
          </ac:spMkLst>
        </pc:spChg>
        <pc:spChg chg="mod">
          <ac:chgData name="Amal R Babu" userId="3a292d0a-112b-4bc3-bf38-7771656893d2" providerId="ADAL" clId="{992600FB-E5A2-48A8-ADC9-6968E10B5B48}" dt="2022-11-30T07:56:25.881" v="3641" actId="207"/>
          <ac:spMkLst>
            <pc:docMk/>
            <pc:sldMk cId="3755068264" sldId="266"/>
            <ac:spMk id="168" creationId="{B1C52508-46C2-A6B1-527E-2B84F86A6AAD}"/>
          </ac:spMkLst>
        </pc:spChg>
        <pc:spChg chg="add mod">
          <ac:chgData name="Amal R Babu" userId="3a292d0a-112b-4bc3-bf38-7771656893d2" providerId="ADAL" clId="{992600FB-E5A2-48A8-ADC9-6968E10B5B48}" dt="2022-11-30T07:56:03.704" v="3636"/>
          <ac:spMkLst>
            <pc:docMk/>
            <pc:sldMk cId="3755068264" sldId="266"/>
            <ac:spMk id="169" creationId="{5C4A4268-E95E-F2AD-770C-C6E4210F0FF5}"/>
          </ac:spMkLst>
        </pc:spChg>
        <pc:spChg chg="mod">
          <ac:chgData name="Amal R Babu" userId="3a292d0a-112b-4bc3-bf38-7771656893d2" providerId="ADAL" clId="{992600FB-E5A2-48A8-ADC9-6968E10B5B48}" dt="2022-11-30T07:56:03.704" v="3636"/>
          <ac:spMkLst>
            <pc:docMk/>
            <pc:sldMk cId="3755068264" sldId="266"/>
            <ac:spMk id="171" creationId="{2EE5AF55-5565-C657-DC1D-428300C74DE9}"/>
          </ac:spMkLst>
        </pc:spChg>
        <pc:spChg chg="mod">
          <ac:chgData name="Amal R Babu" userId="3a292d0a-112b-4bc3-bf38-7771656893d2" providerId="ADAL" clId="{992600FB-E5A2-48A8-ADC9-6968E10B5B48}" dt="2022-11-30T07:56:03.704" v="3636"/>
          <ac:spMkLst>
            <pc:docMk/>
            <pc:sldMk cId="3755068264" sldId="266"/>
            <ac:spMk id="172" creationId="{BB8EEF29-FDA5-3CD8-B651-A67139FF8EA6}"/>
          </ac:spMkLst>
        </pc:spChg>
        <pc:spChg chg="add mod">
          <ac:chgData name="Amal R Babu" userId="3a292d0a-112b-4bc3-bf38-7771656893d2" providerId="ADAL" clId="{992600FB-E5A2-48A8-ADC9-6968E10B5B48}" dt="2022-11-30T07:56:03.704" v="3636"/>
          <ac:spMkLst>
            <pc:docMk/>
            <pc:sldMk cId="3755068264" sldId="266"/>
            <ac:spMk id="173" creationId="{ABA46D27-59B7-229C-CD9B-37FA191B573D}"/>
          </ac:spMkLst>
        </pc:spChg>
        <pc:spChg chg="add mod">
          <ac:chgData name="Amal R Babu" userId="3a292d0a-112b-4bc3-bf38-7771656893d2" providerId="ADAL" clId="{992600FB-E5A2-48A8-ADC9-6968E10B5B48}" dt="2022-11-30T07:56:03.704" v="3636"/>
          <ac:spMkLst>
            <pc:docMk/>
            <pc:sldMk cId="3755068264" sldId="266"/>
            <ac:spMk id="174" creationId="{8F86F8B7-2B02-5D33-A764-E9D25BFF1237}"/>
          </ac:spMkLst>
        </pc:spChg>
        <pc:grpChg chg="add mod">
          <ac:chgData name="Amal R Babu" userId="3a292d0a-112b-4bc3-bf38-7771656893d2" providerId="ADAL" clId="{992600FB-E5A2-48A8-ADC9-6968E10B5B48}" dt="2022-12-07T05:42:18.379" v="3723"/>
          <ac:grpSpMkLst>
            <pc:docMk/>
            <pc:sldMk cId="3755068264" sldId="266"/>
            <ac:grpSpMk id="2" creationId="{E9978119-D727-EA68-78A8-4C4B0F0AB257}"/>
          </ac:grpSpMkLst>
        </pc:grpChg>
        <pc:grpChg chg="add mod">
          <ac:chgData name="Amal R Babu" userId="3a292d0a-112b-4bc3-bf38-7771656893d2" providerId="ADAL" clId="{992600FB-E5A2-48A8-ADC9-6968E10B5B48}" dt="2022-12-07T05:42:18.379" v="3723"/>
          <ac:grpSpMkLst>
            <pc:docMk/>
            <pc:sldMk cId="3755068264" sldId="266"/>
            <ac:grpSpMk id="10" creationId="{D8CDB6E0-FC45-87A7-040F-631604538EFE}"/>
          </ac:grpSpMkLst>
        </pc:grpChg>
        <pc:grpChg chg="del">
          <ac:chgData name="Amal R Babu" userId="3a292d0a-112b-4bc3-bf38-7771656893d2" providerId="ADAL" clId="{992600FB-E5A2-48A8-ADC9-6968E10B5B48}" dt="2022-11-30T07:56:03.228" v="3635" actId="478"/>
          <ac:grpSpMkLst>
            <pc:docMk/>
            <pc:sldMk cId="3755068264" sldId="266"/>
            <ac:grpSpMk id="30" creationId="{9ECCC638-745A-4CD5-37F4-34E729654B57}"/>
          </ac:grpSpMkLst>
        </pc:grpChg>
        <pc:grpChg chg="del">
          <ac:chgData name="Amal R Babu" userId="3a292d0a-112b-4bc3-bf38-7771656893d2" providerId="ADAL" clId="{992600FB-E5A2-48A8-ADC9-6968E10B5B48}" dt="2022-11-30T07:56:03.228" v="3635" actId="478"/>
          <ac:grpSpMkLst>
            <pc:docMk/>
            <pc:sldMk cId="3755068264" sldId="266"/>
            <ac:grpSpMk id="47" creationId="{5C6579D9-4E04-AE17-CF35-68ADBC5766B2}"/>
          </ac:grpSpMkLst>
        </pc:grpChg>
        <pc:grpChg chg="del">
          <ac:chgData name="Amal R Babu" userId="3a292d0a-112b-4bc3-bf38-7771656893d2" providerId="ADAL" clId="{992600FB-E5A2-48A8-ADC9-6968E10B5B48}" dt="2022-11-30T07:56:03.228" v="3635" actId="478"/>
          <ac:grpSpMkLst>
            <pc:docMk/>
            <pc:sldMk cId="3755068264" sldId="266"/>
            <ac:grpSpMk id="54" creationId="{73F997E9-B116-D8A6-6EF5-C091C7C77B6D}"/>
          </ac:grpSpMkLst>
        </pc:grpChg>
        <pc:grpChg chg="add del mod">
          <ac:chgData name="Amal R Babu" userId="3a292d0a-112b-4bc3-bf38-7771656893d2" providerId="ADAL" clId="{992600FB-E5A2-48A8-ADC9-6968E10B5B48}" dt="2022-11-30T03:31:19.045" v="2471" actId="165"/>
          <ac:grpSpMkLst>
            <pc:docMk/>
            <pc:sldMk cId="3755068264" sldId="266"/>
            <ac:grpSpMk id="61" creationId="{65643C78-5691-1CDC-481B-D5144FB2AEC3}"/>
          </ac:grpSpMkLst>
        </pc:grpChg>
        <pc:grpChg chg="add del mod">
          <ac:chgData name="Amal R Babu" userId="3a292d0a-112b-4bc3-bf38-7771656893d2" providerId="ADAL" clId="{992600FB-E5A2-48A8-ADC9-6968E10B5B48}" dt="2022-11-30T03:32:38.476" v="2488" actId="165"/>
          <ac:grpSpMkLst>
            <pc:docMk/>
            <pc:sldMk cId="3755068264" sldId="266"/>
            <ac:grpSpMk id="66" creationId="{FB02D8C4-DCAE-38A5-680E-33A04C14863D}"/>
          </ac:grpSpMkLst>
        </pc:grpChg>
        <pc:grpChg chg="del">
          <ac:chgData name="Amal R Babu" userId="3a292d0a-112b-4bc3-bf38-7771656893d2" providerId="ADAL" clId="{992600FB-E5A2-48A8-ADC9-6968E10B5B48}" dt="2022-12-07T05:42:17.839" v="3722" actId="478"/>
          <ac:grpSpMkLst>
            <pc:docMk/>
            <pc:sldMk cId="3755068264" sldId="266"/>
            <ac:grpSpMk id="67" creationId="{6D8E5ACC-26DE-243B-180E-E19057A9EB34}"/>
          </ac:grpSpMkLst>
        </pc:grpChg>
        <pc:grpChg chg="del">
          <ac:chgData name="Amal R Babu" userId="3a292d0a-112b-4bc3-bf38-7771656893d2" providerId="ADAL" clId="{992600FB-E5A2-48A8-ADC9-6968E10B5B48}" dt="2022-12-07T05:42:17.839" v="3722" actId="478"/>
          <ac:grpSpMkLst>
            <pc:docMk/>
            <pc:sldMk cId="3755068264" sldId="266"/>
            <ac:grpSpMk id="68" creationId="{CE1D2690-EA4E-562F-8571-7A8695694CC3}"/>
          </ac:grpSpMkLst>
        </pc:grpChg>
        <pc:grpChg chg="del mod">
          <ac:chgData name="Amal R Babu" userId="3a292d0a-112b-4bc3-bf38-7771656893d2" providerId="ADAL" clId="{992600FB-E5A2-48A8-ADC9-6968E10B5B48}" dt="2022-11-30T07:56:03.228" v="3635" actId="478"/>
          <ac:grpSpMkLst>
            <pc:docMk/>
            <pc:sldMk cId="3755068264" sldId="266"/>
            <ac:grpSpMk id="88" creationId="{5202437B-09C4-B9C2-DFB9-8FE4C3A1D94B}"/>
          </ac:grpSpMkLst>
        </pc:grpChg>
        <pc:grpChg chg="del">
          <ac:chgData name="Amal R Babu" userId="3a292d0a-112b-4bc3-bf38-7771656893d2" providerId="ADAL" clId="{992600FB-E5A2-48A8-ADC9-6968E10B5B48}" dt="2022-11-30T07:56:03.228" v="3635" actId="478"/>
          <ac:grpSpMkLst>
            <pc:docMk/>
            <pc:sldMk cId="3755068264" sldId="266"/>
            <ac:grpSpMk id="98" creationId="{5E12AE22-4B66-8998-2063-3E4A6A50C8CF}"/>
          </ac:grpSpMkLst>
        </pc:grpChg>
        <pc:grpChg chg="add mod">
          <ac:chgData name="Amal R Babu" userId="3a292d0a-112b-4bc3-bf38-7771656893d2" providerId="ADAL" clId="{992600FB-E5A2-48A8-ADC9-6968E10B5B48}" dt="2022-11-30T07:56:03.704" v="3636"/>
          <ac:grpSpMkLst>
            <pc:docMk/>
            <pc:sldMk cId="3755068264" sldId="266"/>
            <ac:grpSpMk id="148" creationId="{5DD7B624-9934-A274-6D26-4B7C2E84A28E}"/>
          </ac:grpSpMkLst>
        </pc:grpChg>
        <pc:grpChg chg="add mod">
          <ac:chgData name="Amal R Babu" userId="3a292d0a-112b-4bc3-bf38-7771656893d2" providerId="ADAL" clId="{992600FB-E5A2-48A8-ADC9-6968E10B5B48}" dt="2022-11-30T07:56:03.704" v="3636"/>
          <ac:grpSpMkLst>
            <pc:docMk/>
            <pc:sldMk cId="3755068264" sldId="266"/>
            <ac:grpSpMk id="153" creationId="{0A1B5201-0A58-C4EA-4F1D-130D1852D1B3}"/>
          </ac:grpSpMkLst>
        </pc:grpChg>
        <pc:grpChg chg="add mod">
          <ac:chgData name="Amal R Babu" userId="3a292d0a-112b-4bc3-bf38-7771656893d2" providerId="ADAL" clId="{992600FB-E5A2-48A8-ADC9-6968E10B5B48}" dt="2022-11-30T07:56:03.704" v="3636"/>
          <ac:grpSpMkLst>
            <pc:docMk/>
            <pc:sldMk cId="3755068264" sldId="266"/>
            <ac:grpSpMk id="156" creationId="{29648C6D-6AC3-613B-AD38-9B9E258BC338}"/>
          </ac:grpSpMkLst>
        </pc:grpChg>
        <pc:grpChg chg="add mod">
          <ac:chgData name="Amal R Babu" userId="3a292d0a-112b-4bc3-bf38-7771656893d2" providerId="ADAL" clId="{992600FB-E5A2-48A8-ADC9-6968E10B5B48}" dt="2022-11-30T07:56:25.881" v="3641" actId="207"/>
          <ac:grpSpMkLst>
            <pc:docMk/>
            <pc:sldMk cId="3755068264" sldId="266"/>
            <ac:grpSpMk id="166" creationId="{6964EF7C-3D1F-186E-D026-331EFE58548D}"/>
          </ac:grpSpMkLst>
        </pc:grpChg>
        <pc:grpChg chg="add mod">
          <ac:chgData name="Amal R Babu" userId="3a292d0a-112b-4bc3-bf38-7771656893d2" providerId="ADAL" clId="{992600FB-E5A2-48A8-ADC9-6968E10B5B48}" dt="2022-11-30T07:56:03.704" v="3636"/>
          <ac:grpSpMkLst>
            <pc:docMk/>
            <pc:sldMk cId="3755068264" sldId="266"/>
            <ac:grpSpMk id="170" creationId="{8468CFC2-A367-E206-AAE8-D674A2D01F2C}"/>
          </ac:grpSpMkLst>
        </pc:grpChg>
        <pc:picChg chg="del">
          <ac:chgData name="Amal R Babu" userId="3a292d0a-112b-4bc3-bf38-7771656893d2" providerId="ADAL" clId="{992600FB-E5A2-48A8-ADC9-6968E10B5B48}" dt="2022-11-30T03:27:54.763" v="2434" actId="478"/>
          <ac:picMkLst>
            <pc:docMk/>
            <pc:sldMk cId="3755068264" sldId="266"/>
            <ac:picMk id="74" creationId="{CF962D2B-A97E-A572-A4E8-1080996E9B27}"/>
          </ac:picMkLst>
        </pc:picChg>
        <pc:picChg chg="del">
          <ac:chgData name="Amal R Babu" userId="3a292d0a-112b-4bc3-bf38-7771656893d2" providerId="ADAL" clId="{992600FB-E5A2-48A8-ADC9-6968E10B5B48}" dt="2022-11-30T03:27:54.763" v="2434" actId="478"/>
          <ac:picMkLst>
            <pc:docMk/>
            <pc:sldMk cId="3755068264" sldId="266"/>
            <ac:picMk id="82" creationId="{7A2FB218-90DA-752A-5A0F-ECC9ADE1621C}"/>
          </ac:picMkLst>
        </pc:picChg>
        <pc:picChg chg="add del mod">
          <ac:chgData name="Amal R Babu" userId="3a292d0a-112b-4bc3-bf38-7771656893d2" providerId="ADAL" clId="{992600FB-E5A2-48A8-ADC9-6968E10B5B48}" dt="2022-11-30T03:37:00.391" v="2504" actId="478"/>
          <ac:picMkLst>
            <pc:docMk/>
            <pc:sldMk cId="3755068264" sldId="266"/>
            <ac:picMk id="87" creationId="{27BB5F40-BD0A-DDA2-3DD4-19414606BD78}"/>
          </ac:picMkLst>
        </pc:picChg>
        <pc:picChg chg="del">
          <ac:chgData name="Amal R Babu" userId="3a292d0a-112b-4bc3-bf38-7771656893d2" providerId="ADAL" clId="{992600FB-E5A2-48A8-ADC9-6968E10B5B48}" dt="2022-11-30T03:27:54.763" v="2434" actId="478"/>
          <ac:picMkLst>
            <pc:docMk/>
            <pc:sldMk cId="3755068264" sldId="266"/>
            <ac:picMk id="89" creationId="{47BAB7C8-AA0B-C2C3-9676-2E6AD1AD3B6D}"/>
          </ac:picMkLst>
        </pc:picChg>
        <pc:picChg chg="del">
          <ac:chgData name="Amal R Babu" userId="3a292d0a-112b-4bc3-bf38-7771656893d2" providerId="ADAL" clId="{992600FB-E5A2-48A8-ADC9-6968E10B5B48}" dt="2022-11-30T03:27:54.763" v="2434" actId="478"/>
          <ac:picMkLst>
            <pc:docMk/>
            <pc:sldMk cId="3755068264" sldId="266"/>
            <ac:picMk id="91" creationId="{33705521-662D-32E8-BEA9-64656F252A6E}"/>
          </ac:picMkLst>
        </pc:picChg>
        <pc:picChg chg="add del mod">
          <ac:chgData name="Amal R Babu" userId="3a292d0a-112b-4bc3-bf38-7771656893d2" providerId="ADAL" clId="{992600FB-E5A2-48A8-ADC9-6968E10B5B48}" dt="2022-11-30T03:37:04.888" v="2508" actId="478"/>
          <ac:picMkLst>
            <pc:docMk/>
            <pc:sldMk cId="3755068264" sldId="266"/>
            <ac:picMk id="97" creationId="{9ACBE22A-43C9-62AF-176C-69DC9D3FAC75}"/>
          </ac:picMkLst>
        </pc:picChg>
        <pc:picChg chg="add mod modCrop">
          <ac:chgData name="Amal R Babu" userId="3a292d0a-112b-4bc3-bf38-7771656893d2" providerId="ADAL" clId="{992600FB-E5A2-48A8-ADC9-6968E10B5B48}" dt="2022-11-30T03:37:20.543" v="2512" actId="18131"/>
          <ac:picMkLst>
            <pc:docMk/>
            <pc:sldMk cId="3755068264" sldId="266"/>
            <ac:picMk id="103" creationId="{70081B3C-6CBC-6133-BAE7-633EE2AB9ED3}"/>
          </ac:picMkLst>
        </pc:picChg>
        <pc:picChg chg="add del mod">
          <ac:chgData name="Amal R Babu" userId="3a292d0a-112b-4bc3-bf38-7771656893d2" providerId="ADAL" clId="{992600FB-E5A2-48A8-ADC9-6968E10B5B48}" dt="2022-11-30T03:41:25.016" v="2518" actId="478"/>
          <ac:picMkLst>
            <pc:docMk/>
            <pc:sldMk cId="3755068264" sldId="266"/>
            <ac:picMk id="105" creationId="{C4A1AC29-33B0-8FB9-BDB4-260249EAFBA8}"/>
          </ac:picMkLst>
        </pc:picChg>
        <pc:picChg chg="add mod">
          <ac:chgData name="Amal R Babu" userId="3a292d0a-112b-4bc3-bf38-7771656893d2" providerId="ADAL" clId="{992600FB-E5A2-48A8-ADC9-6968E10B5B48}" dt="2022-11-30T03:40:58.923" v="2517" actId="27614"/>
          <ac:picMkLst>
            <pc:docMk/>
            <pc:sldMk cId="3755068264" sldId="266"/>
            <ac:picMk id="107" creationId="{FB4FD369-9956-2E15-E2ED-C24F5C3A6C8D}"/>
          </ac:picMkLst>
        </pc:picChg>
        <pc:picChg chg="add del mod">
          <ac:chgData name="Amal R Babu" userId="3a292d0a-112b-4bc3-bf38-7771656893d2" providerId="ADAL" clId="{992600FB-E5A2-48A8-ADC9-6968E10B5B48}" dt="2022-11-30T03:41:38.058" v="2522" actId="478"/>
          <ac:picMkLst>
            <pc:docMk/>
            <pc:sldMk cId="3755068264" sldId="266"/>
            <ac:picMk id="112" creationId="{2626D3A7-80F3-3300-E41C-6ED93389835F}"/>
          </ac:picMkLst>
        </pc:picChg>
        <pc:picChg chg="add del mod">
          <ac:chgData name="Amal R Babu" userId="3a292d0a-112b-4bc3-bf38-7771656893d2" providerId="ADAL" clId="{992600FB-E5A2-48A8-ADC9-6968E10B5B48}" dt="2022-11-30T03:41:43.885" v="2527" actId="931"/>
          <ac:picMkLst>
            <pc:docMk/>
            <pc:sldMk cId="3755068264" sldId="266"/>
            <ac:picMk id="116" creationId="{B64A08F3-1F6C-5958-3F59-4BFA2030054E}"/>
          </ac:picMkLst>
        </pc:picChg>
        <pc:picChg chg="add del mod">
          <ac:chgData name="Amal R Babu" userId="3a292d0a-112b-4bc3-bf38-7771656893d2" providerId="ADAL" clId="{992600FB-E5A2-48A8-ADC9-6968E10B5B48}" dt="2022-11-30T03:42:00.797" v="2532" actId="931"/>
          <ac:picMkLst>
            <pc:docMk/>
            <pc:sldMk cId="3755068264" sldId="266"/>
            <ac:picMk id="118" creationId="{AE4DC4F2-910A-02B6-3939-ACD747B59A99}"/>
          </ac:picMkLst>
        </pc:picChg>
        <pc:picChg chg="add del mod">
          <ac:chgData name="Amal R Babu" userId="3a292d0a-112b-4bc3-bf38-7771656893d2" providerId="ADAL" clId="{992600FB-E5A2-48A8-ADC9-6968E10B5B48}" dt="2022-11-30T03:42:21.313" v="2536" actId="478"/>
          <ac:picMkLst>
            <pc:docMk/>
            <pc:sldMk cId="3755068264" sldId="266"/>
            <ac:picMk id="120" creationId="{A8E10549-25C7-57BC-77FC-0E0312B0DD16}"/>
          </ac:picMkLst>
        </pc:picChg>
        <pc:picChg chg="add mod">
          <ac:chgData name="Amal R Babu" userId="3a292d0a-112b-4bc3-bf38-7771656893d2" providerId="ADAL" clId="{992600FB-E5A2-48A8-ADC9-6968E10B5B48}" dt="2022-11-30T03:43:52.114" v="2539" actId="962"/>
          <ac:picMkLst>
            <pc:docMk/>
            <pc:sldMk cId="3755068264" sldId="266"/>
            <ac:picMk id="124" creationId="{7CE375F9-48EE-BBDD-445D-C52D717CDE68}"/>
          </ac:picMkLst>
        </pc:picChg>
        <pc:picChg chg="add del mod modCrop">
          <ac:chgData name="Amal R Babu" userId="3a292d0a-112b-4bc3-bf38-7771656893d2" providerId="ADAL" clId="{992600FB-E5A2-48A8-ADC9-6968E10B5B48}" dt="2022-11-30T03:46:01.230" v="2547" actId="478"/>
          <ac:picMkLst>
            <pc:docMk/>
            <pc:sldMk cId="3755068264" sldId="266"/>
            <ac:picMk id="126" creationId="{F561D934-3CC4-39DE-EE03-346C932D53C8}"/>
          </ac:picMkLst>
        </pc:picChg>
        <pc:picChg chg="add del mod modCrop">
          <ac:chgData name="Amal R Babu" userId="3a292d0a-112b-4bc3-bf38-7771656893d2" providerId="ADAL" clId="{992600FB-E5A2-48A8-ADC9-6968E10B5B48}" dt="2022-11-30T03:47:23.059" v="2555" actId="478"/>
          <ac:picMkLst>
            <pc:docMk/>
            <pc:sldMk cId="3755068264" sldId="266"/>
            <ac:picMk id="130" creationId="{AFBB7C69-4880-440F-0C0A-8F0751B8243E}"/>
          </ac:picMkLst>
        </pc:picChg>
        <pc:picChg chg="add del mod modCrop">
          <ac:chgData name="Amal R Babu" userId="3a292d0a-112b-4bc3-bf38-7771656893d2" providerId="ADAL" clId="{992600FB-E5A2-48A8-ADC9-6968E10B5B48}" dt="2022-11-30T03:48:09.874" v="2563" actId="478"/>
          <ac:picMkLst>
            <pc:docMk/>
            <pc:sldMk cId="3755068264" sldId="266"/>
            <ac:picMk id="134" creationId="{77A21698-AE44-F8A1-10F5-7F00ADEF3EA0}"/>
          </ac:picMkLst>
        </pc:picChg>
        <pc:picChg chg="add del mod modCrop">
          <ac:chgData name="Amal R Babu" userId="3a292d0a-112b-4bc3-bf38-7771656893d2" providerId="ADAL" clId="{992600FB-E5A2-48A8-ADC9-6968E10B5B48}" dt="2022-11-30T03:49:47.124" v="2568" actId="478"/>
          <ac:picMkLst>
            <pc:docMk/>
            <pc:sldMk cId="3755068264" sldId="266"/>
            <ac:picMk id="138" creationId="{E829A6A7-B245-7406-FC3A-F3ABB243BE03}"/>
          </ac:picMkLst>
        </pc:picChg>
        <pc:picChg chg="add mod">
          <ac:chgData name="Amal R Babu" userId="3a292d0a-112b-4bc3-bf38-7771656893d2" providerId="ADAL" clId="{992600FB-E5A2-48A8-ADC9-6968E10B5B48}" dt="2022-11-30T03:49:50.857" v="2571" actId="962"/>
          <ac:picMkLst>
            <pc:docMk/>
            <pc:sldMk cId="3755068264" sldId="266"/>
            <ac:picMk id="142" creationId="{90B6364E-8761-FD15-92F4-20737325ED51}"/>
          </ac:picMkLst>
        </pc:picChg>
        <pc:picChg chg="mod">
          <ac:chgData name="Amal R Babu" userId="3a292d0a-112b-4bc3-bf38-7771656893d2" providerId="ADAL" clId="{992600FB-E5A2-48A8-ADC9-6968E10B5B48}" dt="2022-11-30T07:56:03.704" v="3636"/>
          <ac:picMkLst>
            <pc:docMk/>
            <pc:sldMk cId="3755068264" sldId="266"/>
            <ac:picMk id="155" creationId="{8EBC64F6-52E4-C7D3-C8E0-063624D82FC8}"/>
          </ac:picMkLst>
        </pc:picChg>
        <pc:cxnChg chg="del">
          <ac:chgData name="Amal R Babu" userId="3a292d0a-112b-4bc3-bf38-7771656893d2" providerId="ADAL" clId="{992600FB-E5A2-48A8-ADC9-6968E10B5B48}" dt="2022-11-30T07:56:03.228" v="3635" actId="478"/>
          <ac:cxnSpMkLst>
            <pc:docMk/>
            <pc:sldMk cId="3755068264" sldId="266"/>
            <ac:cxnSpMk id="7" creationId="{1C225904-9D2F-F0C8-8BBE-32DEDB3F8B8F}"/>
          </ac:cxnSpMkLst>
        </pc:cxnChg>
        <pc:cxnChg chg="add mod">
          <ac:chgData name="Amal R Babu" userId="3a292d0a-112b-4bc3-bf38-7771656893d2" providerId="ADAL" clId="{992600FB-E5A2-48A8-ADC9-6968E10B5B48}" dt="2022-11-30T07:56:03.704" v="3636"/>
          <ac:cxnSpMkLst>
            <pc:docMk/>
            <pc:sldMk cId="3755068264" sldId="266"/>
            <ac:cxnSpMk id="160" creationId="{21E1DE83-1467-0F77-A249-12708D55BC7F}"/>
          </ac:cxnSpMkLst>
        </pc:cxnChg>
      </pc:sldChg>
      <pc:sldChg chg="addSp delSp modSp add mod setBg modClrScheme chgLayout">
        <pc:chgData name="Amal R Babu" userId="3a292d0a-112b-4bc3-bf38-7771656893d2" providerId="ADAL" clId="{992600FB-E5A2-48A8-ADC9-6968E10B5B48}" dt="2022-12-07T05:42:23.153" v="3725"/>
        <pc:sldMkLst>
          <pc:docMk/>
          <pc:sldMk cId="2436200355" sldId="267"/>
        </pc:sldMkLst>
        <pc:spChg chg="add mod">
          <ac:chgData name="Amal R Babu" userId="3a292d0a-112b-4bc3-bf38-7771656893d2" providerId="ADAL" clId="{992600FB-E5A2-48A8-ADC9-6968E10B5B48}" dt="2022-12-07T05:35:03.101" v="3704"/>
          <ac:spMkLst>
            <pc:docMk/>
            <pc:sldMk cId="2436200355" sldId="267"/>
            <ac:spMk id="2" creationId="{F301DF9C-8C27-057F-E417-B225D4A79E62}"/>
          </ac:spMkLst>
        </pc:spChg>
        <pc:spChg chg="add del mod">
          <ac:chgData name="Amal R Babu" userId="3a292d0a-112b-4bc3-bf38-7771656893d2" providerId="ADAL" clId="{992600FB-E5A2-48A8-ADC9-6968E10B5B48}" dt="2022-12-07T05:35:19.383" v="3706" actId="931"/>
          <ac:spMkLst>
            <pc:docMk/>
            <pc:sldMk cId="2436200355" sldId="267"/>
            <ac:spMk id="7" creationId="{D8C322E8-8895-2831-9141-19C841220617}"/>
          </ac:spMkLst>
        </pc:spChg>
        <pc:spChg chg="del">
          <ac:chgData name="Amal R Babu" userId="3a292d0a-112b-4bc3-bf38-7771656893d2" providerId="ADAL" clId="{992600FB-E5A2-48A8-ADC9-6968E10B5B48}" dt="2022-11-30T07:58:06.307" v="3649" actId="478"/>
          <ac:spMkLst>
            <pc:docMk/>
            <pc:sldMk cId="2436200355" sldId="267"/>
            <ac:spMk id="9" creationId="{67D53DBD-07C2-B89B-2A5E-6EA3F0CE967B}"/>
          </ac:spMkLst>
        </pc:spChg>
        <pc:spChg chg="add del mod">
          <ac:chgData name="Amal R Babu" userId="3a292d0a-112b-4bc3-bf38-7771656893d2" providerId="ADAL" clId="{992600FB-E5A2-48A8-ADC9-6968E10B5B48}" dt="2022-11-30T03:50:51.408" v="2577" actId="700"/>
          <ac:spMkLst>
            <pc:docMk/>
            <pc:sldMk cId="2436200355" sldId="267"/>
            <ac:spMk id="10" creationId="{EDB9D673-ED42-81AA-EA28-458BC90D440F}"/>
          </ac:spMkLst>
        </pc:spChg>
        <pc:spChg chg="mod">
          <ac:chgData name="Amal R Babu" userId="3a292d0a-112b-4bc3-bf38-7771656893d2" providerId="ADAL" clId="{992600FB-E5A2-48A8-ADC9-6968E10B5B48}" dt="2022-12-07T05:42:23.153" v="3725"/>
          <ac:spMkLst>
            <pc:docMk/>
            <pc:sldMk cId="2436200355" sldId="267"/>
            <ac:spMk id="12" creationId="{164EA592-EC8D-9592-F427-A0650BD9E611}"/>
          </ac:spMkLst>
        </pc:spChg>
        <pc:spChg chg="add del mod">
          <ac:chgData name="Amal R Babu" userId="3a292d0a-112b-4bc3-bf38-7771656893d2" providerId="ADAL" clId="{992600FB-E5A2-48A8-ADC9-6968E10B5B48}" dt="2022-11-30T03:50:51.408" v="2577" actId="700"/>
          <ac:spMkLst>
            <pc:docMk/>
            <pc:sldMk cId="2436200355" sldId="267"/>
            <ac:spMk id="12" creationId="{1D69579F-142A-D3FF-6ABC-CE955EE8B6ED}"/>
          </ac:spMkLst>
        </pc:spChg>
        <pc:spChg chg="del">
          <ac:chgData name="Amal R Babu" userId="3a292d0a-112b-4bc3-bf38-7771656893d2" providerId="ADAL" clId="{992600FB-E5A2-48A8-ADC9-6968E10B5B48}" dt="2022-11-30T07:58:06.307" v="3649" actId="478"/>
          <ac:spMkLst>
            <pc:docMk/>
            <pc:sldMk cId="2436200355" sldId="267"/>
            <ac:spMk id="13" creationId="{4F3E08FA-4C08-7258-FA22-03C53F09604C}"/>
          </ac:spMkLst>
        </pc:spChg>
        <pc:spChg chg="mod">
          <ac:chgData name="Amal R Babu" userId="3a292d0a-112b-4bc3-bf38-7771656893d2" providerId="ADAL" clId="{992600FB-E5A2-48A8-ADC9-6968E10B5B48}" dt="2022-12-07T05:42:23.153" v="3725"/>
          <ac:spMkLst>
            <pc:docMk/>
            <pc:sldMk cId="2436200355" sldId="267"/>
            <ac:spMk id="13" creationId="{A0FA1A64-A5A1-2EB2-FF34-7B3F86C34AA6}"/>
          </ac:spMkLst>
        </pc:spChg>
        <pc:spChg chg="mod">
          <ac:chgData name="Amal R Babu" userId="3a292d0a-112b-4bc3-bf38-7771656893d2" providerId="ADAL" clId="{992600FB-E5A2-48A8-ADC9-6968E10B5B48}" dt="2022-12-07T05:42:23.153" v="3725"/>
          <ac:spMkLst>
            <pc:docMk/>
            <pc:sldMk cId="2436200355" sldId="267"/>
            <ac:spMk id="15" creationId="{02D90D6E-636C-A658-1D13-F2E44B5D2E4B}"/>
          </ac:spMkLst>
        </pc:spChg>
        <pc:spChg chg="add del mod">
          <ac:chgData name="Amal R Babu" userId="3a292d0a-112b-4bc3-bf38-7771656893d2" providerId="ADAL" clId="{992600FB-E5A2-48A8-ADC9-6968E10B5B48}" dt="2022-11-30T03:50:51.408" v="2577" actId="700"/>
          <ac:spMkLst>
            <pc:docMk/>
            <pc:sldMk cId="2436200355" sldId="267"/>
            <ac:spMk id="15" creationId="{758CE942-BEE3-185B-77D6-92057E13A9C7}"/>
          </ac:spMkLst>
        </pc:spChg>
        <pc:spChg chg="del">
          <ac:chgData name="Amal R Babu" userId="3a292d0a-112b-4bc3-bf38-7771656893d2" providerId="ADAL" clId="{992600FB-E5A2-48A8-ADC9-6968E10B5B48}" dt="2022-11-30T07:58:06.307" v="3649" actId="478"/>
          <ac:spMkLst>
            <pc:docMk/>
            <pc:sldMk cId="2436200355" sldId="267"/>
            <ac:spMk id="16" creationId="{2913EB48-94F5-98C7-C275-915A1AD4D3EA}"/>
          </ac:spMkLst>
        </pc:spChg>
        <pc:spChg chg="mod">
          <ac:chgData name="Amal R Babu" userId="3a292d0a-112b-4bc3-bf38-7771656893d2" providerId="ADAL" clId="{992600FB-E5A2-48A8-ADC9-6968E10B5B48}" dt="2022-12-07T05:42:23.153" v="3725"/>
          <ac:spMkLst>
            <pc:docMk/>
            <pc:sldMk cId="2436200355" sldId="267"/>
            <ac:spMk id="16" creationId="{38CB5149-75A3-5875-D6F1-20D7ACB8D9D1}"/>
          </ac:spMkLst>
        </pc:spChg>
        <pc:spChg chg="del">
          <ac:chgData name="Amal R Babu" userId="3a292d0a-112b-4bc3-bf38-7771656893d2" providerId="ADAL" clId="{992600FB-E5A2-48A8-ADC9-6968E10B5B48}" dt="2022-11-30T07:58:06.307" v="3649" actId="478"/>
          <ac:spMkLst>
            <pc:docMk/>
            <pc:sldMk cId="2436200355" sldId="267"/>
            <ac:spMk id="17" creationId="{29D393BC-86FC-4CA8-8830-E874EA43EE28}"/>
          </ac:spMkLst>
        </pc:spChg>
        <pc:spChg chg="del">
          <ac:chgData name="Amal R Babu" userId="3a292d0a-112b-4bc3-bf38-7771656893d2" providerId="ADAL" clId="{992600FB-E5A2-48A8-ADC9-6968E10B5B48}" dt="2022-11-30T07:58:06.307" v="3649" actId="478"/>
          <ac:spMkLst>
            <pc:docMk/>
            <pc:sldMk cId="2436200355" sldId="267"/>
            <ac:spMk id="19" creationId="{B5F22004-B568-5F9F-D315-B9048F8F933E}"/>
          </ac:spMkLst>
        </pc:spChg>
        <pc:spChg chg="del mod">
          <ac:chgData name="Amal R Babu" userId="3a292d0a-112b-4bc3-bf38-7771656893d2" providerId="ADAL" clId="{992600FB-E5A2-48A8-ADC9-6968E10B5B48}" dt="2022-11-30T07:58:06.307" v="3649" actId="478"/>
          <ac:spMkLst>
            <pc:docMk/>
            <pc:sldMk cId="2436200355" sldId="267"/>
            <ac:spMk id="20" creationId="{DBD7492E-2CD4-61A0-9EEE-CEE4E61AED9D}"/>
          </ac:spMkLst>
        </pc:spChg>
        <pc:spChg chg="del">
          <ac:chgData name="Amal R Babu" userId="3a292d0a-112b-4bc3-bf38-7771656893d2" providerId="ADAL" clId="{992600FB-E5A2-48A8-ADC9-6968E10B5B48}" dt="2022-11-30T07:58:06.307" v="3649" actId="478"/>
          <ac:spMkLst>
            <pc:docMk/>
            <pc:sldMk cId="2436200355" sldId="267"/>
            <ac:spMk id="21" creationId="{88AF1956-F7FB-2ADE-A3E7-1F7329C9752A}"/>
          </ac:spMkLst>
        </pc:spChg>
        <pc:spChg chg="del">
          <ac:chgData name="Amal R Babu" userId="3a292d0a-112b-4bc3-bf38-7771656893d2" providerId="ADAL" clId="{992600FB-E5A2-48A8-ADC9-6968E10B5B48}" dt="2022-11-30T07:58:06.307" v="3649" actId="478"/>
          <ac:spMkLst>
            <pc:docMk/>
            <pc:sldMk cId="2436200355" sldId="267"/>
            <ac:spMk id="22" creationId="{B8560F59-A67B-8514-2A4E-47A28A1A48B1}"/>
          </ac:spMkLst>
        </pc:spChg>
        <pc:spChg chg="add del mod">
          <ac:chgData name="Amal R Babu" userId="3a292d0a-112b-4bc3-bf38-7771656893d2" providerId="ADAL" clId="{992600FB-E5A2-48A8-ADC9-6968E10B5B48}" dt="2022-11-30T03:50:51.408" v="2577" actId="700"/>
          <ac:spMkLst>
            <pc:docMk/>
            <pc:sldMk cId="2436200355" sldId="267"/>
            <ac:spMk id="23" creationId="{526B39B7-CCA7-CF72-1C4E-13C742FCB8D5}"/>
          </ac:spMkLst>
        </pc:spChg>
        <pc:spChg chg="add del mod ord">
          <ac:chgData name="Amal R Babu" userId="3a292d0a-112b-4bc3-bf38-7771656893d2" providerId="ADAL" clId="{992600FB-E5A2-48A8-ADC9-6968E10B5B48}" dt="2022-11-30T03:59:16.045" v="2659" actId="478"/>
          <ac:spMkLst>
            <pc:docMk/>
            <pc:sldMk cId="2436200355" sldId="267"/>
            <ac:spMk id="24" creationId="{B3DED94A-06FF-D23F-5860-11A6EA390C5F}"/>
          </ac:spMkLst>
        </pc:spChg>
        <pc:spChg chg="add mod ord">
          <ac:chgData name="Amal R Babu" userId="3a292d0a-112b-4bc3-bf38-7771656893d2" providerId="ADAL" clId="{992600FB-E5A2-48A8-ADC9-6968E10B5B48}" dt="2022-11-30T04:36:01.755" v="2896" actId="167"/>
          <ac:spMkLst>
            <pc:docMk/>
            <pc:sldMk cId="2436200355" sldId="267"/>
            <ac:spMk id="25" creationId="{5D6EB9E9-B3EF-6A67-96FA-386AA6EAF579}"/>
          </ac:spMkLst>
        </pc:spChg>
        <pc:spChg chg="add del mod">
          <ac:chgData name="Amal R Babu" userId="3a292d0a-112b-4bc3-bf38-7771656893d2" providerId="ADAL" clId="{992600FB-E5A2-48A8-ADC9-6968E10B5B48}" dt="2022-12-07T05:35:02.026" v="3703" actId="478"/>
          <ac:spMkLst>
            <pc:docMk/>
            <pc:sldMk cId="2436200355" sldId="267"/>
            <ac:spMk id="26" creationId="{6BDA708B-0796-B9AB-EDD9-80C2C5DE9CF5}"/>
          </ac:spMkLst>
        </pc:spChg>
        <pc:spChg chg="add mod">
          <ac:chgData name="Amal R Babu" userId="3a292d0a-112b-4bc3-bf38-7771656893d2" providerId="ADAL" clId="{992600FB-E5A2-48A8-ADC9-6968E10B5B48}" dt="2022-11-30T03:53:41.412" v="2603" actId="20577"/>
          <ac:spMkLst>
            <pc:docMk/>
            <pc:sldMk cId="2436200355" sldId="267"/>
            <ac:spMk id="31" creationId="{D4E7898C-02FD-99D7-3638-73ACEE2ED58A}"/>
          </ac:spMkLst>
        </pc:spChg>
        <pc:spChg chg="add del mod">
          <ac:chgData name="Amal R Babu" userId="3a292d0a-112b-4bc3-bf38-7771656893d2" providerId="ADAL" clId="{992600FB-E5A2-48A8-ADC9-6968E10B5B48}" dt="2022-11-30T03:55:14.709" v="2630" actId="478"/>
          <ac:spMkLst>
            <pc:docMk/>
            <pc:sldMk cId="2436200355" sldId="267"/>
            <ac:spMk id="32" creationId="{086870B2-D75F-C7D2-4D37-49814685F213}"/>
          </ac:spMkLst>
        </pc:spChg>
        <pc:spChg chg="del mod">
          <ac:chgData name="Amal R Babu" userId="3a292d0a-112b-4bc3-bf38-7771656893d2" providerId="ADAL" clId="{992600FB-E5A2-48A8-ADC9-6968E10B5B48}" dt="2022-11-30T07:58:06.307" v="3649" actId="478"/>
          <ac:spMkLst>
            <pc:docMk/>
            <pc:sldMk cId="2436200355" sldId="267"/>
            <ac:spMk id="33" creationId="{06426368-13B9-05ED-7B4E-48B8C7532F65}"/>
          </ac:spMkLst>
        </pc:spChg>
        <pc:spChg chg="del">
          <ac:chgData name="Amal R Babu" userId="3a292d0a-112b-4bc3-bf38-7771656893d2" providerId="ADAL" clId="{992600FB-E5A2-48A8-ADC9-6968E10B5B48}" dt="2022-11-30T07:58:06.307" v="3649" actId="478"/>
          <ac:spMkLst>
            <pc:docMk/>
            <pc:sldMk cId="2436200355" sldId="267"/>
            <ac:spMk id="34" creationId="{15C24E6E-5086-DAC3-E400-3CB725E13353}"/>
          </ac:spMkLst>
        </pc:spChg>
        <pc:spChg chg="del">
          <ac:chgData name="Amal R Babu" userId="3a292d0a-112b-4bc3-bf38-7771656893d2" providerId="ADAL" clId="{992600FB-E5A2-48A8-ADC9-6968E10B5B48}" dt="2022-11-30T07:58:06.307" v="3649" actId="478"/>
          <ac:spMkLst>
            <pc:docMk/>
            <pc:sldMk cId="2436200355" sldId="267"/>
            <ac:spMk id="35" creationId="{D7FACB4C-BCA4-434A-8FA8-F4D0A8D4C109}"/>
          </ac:spMkLst>
        </pc:spChg>
        <pc:spChg chg="add mod">
          <ac:chgData name="Amal R Babu" userId="3a292d0a-112b-4bc3-bf38-7771656893d2" providerId="ADAL" clId="{992600FB-E5A2-48A8-ADC9-6968E10B5B48}" dt="2022-11-30T03:54:36.166" v="2619" actId="20577"/>
          <ac:spMkLst>
            <pc:docMk/>
            <pc:sldMk cId="2436200355" sldId="267"/>
            <ac:spMk id="36" creationId="{28942AF7-B546-F1D1-6BC0-F3D81E656F81}"/>
          </ac:spMkLst>
        </pc:spChg>
        <pc:spChg chg="mod">
          <ac:chgData name="Amal R Babu" userId="3a292d0a-112b-4bc3-bf38-7771656893d2" providerId="ADAL" clId="{992600FB-E5A2-48A8-ADC9-6968E10B5B48}" dt="2022-11-30T03:55:12.911" v="2629" actId="207"/>
          <ac:spMkLst>
            <pc:docMk/>
            <pc:sldMk cId="2436200355" sldId="267"/>
            <ac:spMk id="38" creationId="{998C2A7B-B8AC-81E7-B686-85B7D32EB26B}"/>
          </ac:spMkLst>
        </pc:spChg>
        <pc:spChg chg="del">
          <ac:chgData name="Amal R Babu" userId="3a292d0a-112b-4bc3-bf38-7771656893d2" providerId="ADAL" clId="{992600FB-E5A2-48A8-ADC9-6968E10B5B48}" dt="2022-11-30T03:50:47.124" v="2576" actId="478"/>
          <ac:spMkLst>
            <pc:docMk/>
            <pc:sldMk cId="2436200355" sldId="267"/>
            <ac:spMk id="39" creationId="{84CB2A03-F658-93C7-05A0-E19A53B2B170}"/>
          </ac:spMkLst>
        </pc:spChg>
        <pc:spChg chg="del">
          <ac:chgData name="Amal R Babu" userId="3a292d0a-112b-4bc3-bf38-7771656893d2" providerId="ADAL" clId="{992600FB-E5A2-48A8-ADC9-6968E10B5B48}" dt="2022-11-30T03:50:47.124" v="2576" actId="478"/>
          <ac:spMkLst>
            <pc:docMk/>
            <pc:sldMk cId="2436200355" sldId="267"/>
            <ac:spMk id="40" creationId="{FDBDB851-F4F9-B908-0B05-CD369D63F206}"/>
          </ac:spMkLst>
        </pc:spChg>
        <pc:spChg chg="mod">
          <ac:chgData name="Amal R Babu" userId="3a292d0a-112b-4bc3-bf38-7771656893d2" providerId="ADAL" clId="{992600FB-E5A2-48A8-ADC9-6968E10B5B48}" dt="2022-11-30T03:55:12.911" v="2629" actId="207"/>
          <ac:spMkLst>
            <pc:docMk/>
            <pc:sldMk cId="2436200355" sldId="267"/>
            <ac:spMk id="42" creationId="{AC9ACCAC-E1FD-5965-31EC-0BB220B36731}"/>
          </ac:spMkLst>
        </pc:spChg>
        <pc:spChg chg="del">
          <ac:chgData name="Amal R Babu" userId="3a292d0a-112b-4bc3-bf38-7771656893d2" providerId="ADAL" clId="{992600FB-E5A2-48A8-ADC9-6968E10B5B48}" dt="2022-11-30T06:30:38.170" v="3448" actId="478"/>
          <ac:spMkLst>
            <pc:docMk/>
            <pc:sldMk cId="2436200355" sldId="267"/>
            <ac:spMk id="43" creationId="{4085F982-777E-59AD-4DB4-B07024AB9EAF}"/>
          </ac:spMkLst>
        </pc:spChg>
        <pc:spChg chg="add mod">
          <ac:chgData name="Amal R Babu" userId="3a292d0a-112b-4bc3-bf38-7771656893d2" providerId="ADAL" clId="{992600FB-E5A2-48A8-ADC9-6968E10B5B48}" dt="2022-11-30T03:56:32.456" v="2647" actId="571"/>
          <ac:spMkLst>
            <pc:docMk/>
            <pc:sldMk cId="2436200355" sldId="267"/>
            <ac:spMk id="45" creationId="{7B705C14-D695-289A-5B4B-151808B22F53}"/>
          </ac:spMkLst>
        </pc:spChg>
        <pc:spChg chg="add mod">
          <ac:chgData name="Amal R Babu" userId="3a292d0a-112b-4bc3-bf38-7771656893d2" providerId="ADAL" clId="{992600FB-E5A2-48A8-ADC9-6968E10B5B48}" dt="2022-11-30T03:56:32.128" v="2646" actId="571"/>
          <ac:spMkLst>
            <pc:docMk/>
            <pc:sldMk cId="2436200355" sldId="267"/>
            <ac:spMk id="46" creationId="{9C583884-9C38-A6D4-3A9B-143FDDA660E1}"/>
          </ac:spMkLst>
        </pc:spChg>
        <pc:spChg chg="add del mod">
          <ac:chgData name="Amal R Babu" userId="3a292d0a-112b-4bc3-bf38-7771656893d2" providerId="ADAL" clId="{992600FB-E5A2-48A8-ADC9-6968E10B5B48}" dt="2022-11-30T03:59:16.045" v="2659" actId="478"/>
          <ac:spMkLst>
            <pc:docMk/>
            <pc:sldMk cId="2436200355" sldId="267"/>
            <ac:spMk id="48" creationId="{3284ED4A-1855-9B48-11A8-50FC60413A46}"/>
          </ac:spMkLst>
        </pc:spChg>
        <pc:spChg chg="del">
          <ac:chgData name="Amal R Babu" userId="3a292d0a-112b-4bc3-bf38-7771656893d2" providerId="ADAL" clId="{992600FB-E5A2-48A8-ADC9-6968E10B5B48}" dt="2022-11-30T07:58:06.307" v="3649" actId="478"/>
          <ac:spMkLst>
            <pc:docMk/>
            <pc:sldMk cId="2436200355" sldId="267"/>
            <ac:spMk id="50" creationId="{0E2B6178-FB2D-9772-47AD-87A734026875}"/>
          </ac:spMkLst>
        </pc:spChg>
        <pc:spChg chg="add del mod">
          <ac:chgData name="Amal R Babu" userId="3a292d0a-112b-4bc3-bf38-7771656893d2" providerId="ADAL" clId="{992600FB-E5A2-48A8-ADC9-6968E10B5B48}" dt="2022-11-30T04:20:28.205" v="2808" actId="478"/>
          <ac:spMkLst>
            <pc:docMk/>
            <pc:sldMk cId="2436200355" sldId="267"/>
            <ac:spMk id="51" creationId="{5E08E010-DD5B-5D15-E704-A8EDA2556850}"/>
          </ac:spMkLst>
        </pc:spChg>
        <pc:spChg chg="del">
          <ac:chgData name="Amal R Babu" userId="3a292d0a-112b-4bc3-bf38-7771656893d2" providerId="ADAL" clId="{992600FB-E5A2-48A8-ADC9-6968E10B5B48}" dt="2022-11-30T07:58:06.307" v="3649" actId="478"/>
          <ac:spMkLst>
            <pc:docMk/>
            <pc:sldMk cId="2436200355" sldId="267"/>
            <ac:spMk id="55" creationId="{A2C13AB5-7A64-00F4-ECBF-90F667E097CA}"/>
          </ac:spMkLst>
        </pc:spChg>
        <pc:spChg chg="add del mod ord">
          <ac:chgData name="Amal R Babu" userId="3a292d0a-112b-4bc3-bf38-7771656893d2" providerId="ADAL" clId="{992600FB-E5A2-48A8-ADC9-6968E10B5B48}" dt="2022-11-30T04:38:08.945" v="2947" actId="931"/>
          <ac:spMkLst>
            <pc:docMk/>
            <pc:sldMk cId="2436200355" sldId="267"/>
            <ac:spMk id="56" creationId="{DF405926-BBB8-EBFD-152D-227073957948}"/>
          </ac:spMkLst>
        </pc:spChg>
        <pc:spChg chg="del">
          <ac:chgData name="Amal R Babu" userId="3a292d0a-112b-4bc3-bf38-7771656893d2" providerId="ADAL" clId="{992600FB-E5A2-48A8-ADC9-6968E10B5B48}" dt="2022-11-30T07:58:06.307" v="3649" actId="478"/>
          <ac:spMkLst>
            <pc:docMk/>
            <pc:sldMk cId="2436200355" sldId="267"/>
            <ac:spMk id="58" creationId="{84827C04-91A4-59E2-705C-138BA0A13DA9}"/>
          </ac:spMkLst>
        </pc:spChg>
        <pc:spChg chg="del">
          <ac:chgData name="Amal R Babu" userId="3a292d0a-112b-4bc3-bf38-7771656893d2" providerId="ADAL" clId="{992600FB-E5A2-48A8-ADC9-6968E10B5B48}" dt="2022-11-30T03:50:47.124" v="2576" actId="478"/>
          <ac:spMkLst>
            <pc:docMk/>
            <pc:sldMk cId="2436200355" sldId="267"/>
            <ac:spMk id="59" creationId="{FE99B941-0458-55FC-E1B0-58A502078AD2}"/>
          </ac:spMkLst>
        </pc:spChg>
        <pc:spChg chg="del">
          <ac:chgData name="Amal R Babu" userId="3a292d0a-112b-4bc3-bf38-7771656893d2" providerId="ADAL" clId="{992600FB-E5A2-48A8-ADC9-6968E10B5B48}" dt="2022-11-30T03:50:47.124" v="2576" actId="478"/>
          <ac:spMkLst>
            <pc:docMk/>
            <pc:sldMk cId="2436200355" sldId="267"/>
            <ac:spMk id="60" creationId="{3428904D-27D3-9BF1-D864-C817A0232D45}"/>
          </ac:spMkLst>
        </pc:spChg>
        <pc:spChg chg="add del mod">
          <ac:chgData name="Amal R Babu" userId="3a292d0a-112b-4bc3-bf38-7771656893d2" providerId="ADAL" clId="{992600FB-E5A2-48A8-ADC9-6968E10B5B48}" dt="2022-11-30T04:18:18.773" v="2758" actId="478"/>
          <ac:spMkLst>
            <pc:docMk/>
            <pc:sldMk cId="2436200355" sldId="267"/>
            <ac:spMk id="61" creationId="{2D4F12DC-56B3-08D9-00FD-2EEA5C5416FD}"/>
          </ac:spMkLst>
        </pc:spChg>
        <pc:spChg chg="add del mod">
          <ac:chgData name="Amal R Babu" userId="3a292d0a-112b-4bc3-bf38-7771656893d2" providerId="ADAL" clId="{992600FB-E5A2-48A8-ADC9-6968E10B5B48}" dt="2022-11-30T04:18:18.773" v="2758" actId="478"/>
          <ac:spMkLst>
            <pc:docMk/>
            <pc:sldMk cId="2436200355" sldId="267"/>
            <ac:spMk id="63" creationId="{0F65353D-A70B-9D0E-EE8B-286534A8AFB8}"/>
          </ac:spMkLst>
        </pc:spChg>
        <pc:spChg chg="mod">
          <ac:chgData name="Amal R Babu" userId="3a292d0a-112b-4bc3-bf38-7771656893d2" providerId="ADAL" clId="{992600FB-E5A2-48A8-ADC9-6968E10B5B48}" dt="2022-11-30T03:54:49.540" v="2621" actId="207"/>
          <ac:spMkLst>
            <pc:docMk/>
            <pc:sldMk cId="2436200355" sldId="267"/>
            <ac:spMk id="64" creationId="{1026419F-9D4F-D6A0-6D28-43C551A1C434}"/>
          </ac:spMkLst>
        </pc:spChg>
        <pc:spChg chg="add del mod">
          <ac:chgData name="Amal R Babu" userId="3a292d0a-112b-4bc3-bf38-7771656893d2" providerId="ADAL" clId="{992600FB-E5A2-48A8-ADC9-6968E10B5B48}" dt="2022-11-30T04:18:18.773" v="2758" actId="478"/>
          <ac:spMkLst>
            <pc:docMk/>
            <pc:sldMk cId="2436200355" sldId="267"/>
            <ac:spMk id="66" creationId="{FB8E8C4D-E5EF-84D3-D8A1-B694A1608B33}"/>
          </ac:spMkLst>
        </pc:spChg>
        <pc:spChg chg="add del mod">
          <ac:chgData name="Amal R Babu" userId="3a292d0a-112b-4bc3-bf38-7771656893d2" providerId="ADAL" clId="{992600FB-E5A2-48A8-ADC9-6968E10B5B48}" dt="2022-11-30T04:18:18.773" v="2758" actId="478"/>
          <ac:spMkLst>
            <pc:docMk/>
            <pc:sldMk cId="2436200355" sldId="267"/>
            <ac:spMk id="74" creationId="{314CC820-7370-67F8-DA11-C538733CB629}"/>
          </ac:spMkLst>
        </pc:spChg>
        <pc:spChg chg="add del mod">
          <ac:chgData name="Amal R Babu" userId="3a292d0a-112b-4bc3-bf38-7771656893d2" providerId="ADAL" clId="{992600FB-E5A2-48A8-ADC9-6968E10B5B48}" dt="2022-11-30T04:10:37.141" v="2661" actId="478"/>
          <ac:spMkLst>
            <pc:docMk/>
            <pc:sldMk cId="2436200355" sldId="267"/>
            <ac:spMk id="78" creationId="{43FCFFFF-43D0-912C-C1FB-26D002714C33}"/>
          </ac:spMkLst>
        </pc:spChg>
        <pc:spChg chg="mod">
          <ac:chgData name="Amal R Babu" userId="3a292d0a-112b-4bc3-bf38-7771656893d2" providerId="ADAL" clId="{992600FB-E5A2-48A8-ADC9-6968E10B5B48}" dt="2022-11-30T03:54:49.540" v="2621" actId="207"/>
          <ac:spMkLst>
            <pc:docMk/>
            <pc:sldMk cId="2436200355" sldId="267"/>
            <ac:spMk id="79" creationId="{658172E2-3787-64CE-5910-C25C444076A5}"/>
          </ac:spMkLst>
        </pc:spChg>
        <pc:spChg chg="add del mod">
          <ac:chgData name="Amal R Babu" userId="3a292d0a-112b-4bc3-bf38-7771656893d2" providerId="ADAL" clId="{992600FB-E5A2-48A8-ADC9-6968E10B5B48}" dt="2022-11-30T04:10:37.141" v="2661" actId="478"/>
          <ac:spMkLst>
            <pc:docMk/>
            <pc:sldMk cId="2436200355" sldId="267"/>
            <ac:spMk id="82" creationId="{7541FA28-902D-3734-9CAC-318928E00201}"/>
          </ac:spMkLst>
        </pc:spChg>
        <pc:spChg chg="add del mod">
          <ac:chgData name="Amal R Babu" userId="3a292d0a-112b-4bc3-bf38-7771656893d2" providerId="ADAL" clId="{992600FB-E5A2-48A8-ADC9-6968E10B5B48}" dt="2022-11-30T04:10:37.141" v="2661" actId="478"/>
          <ac:spMkLst>
            <pc:docMk/>
            <pc:sldMk cId="2436200355" sldId="267"/>
            <ac:spMk id="83" creationId="{F5E55489-A4E5-6229-1D1D-1CA2BFC5721F}"/>
          </ac:spMkLst>
        </pc:spChg>
        <pc:spChg chg="add del mod">
          <ac:chgData name="Amal R Babu" userId="3a292d0a-112b-4bc3-bf38-7771656893d2" providerId="ADAL" clId="{992600FB-E5A2-48A8-ADC9-6968E10B5B48}" dt="2022-11-30T04:10:37.141" v="2661" actId="478"/>
          <ac:spMkLst>
            <pc:docMk/>
            <pc:sldMk cId="2436200355" sldId="267"/>
            <ac:spMk id="84" creationId="{0D133F81-4F2C-D1EE-D696-64DEAC40CBEE}"/>
          </ac:spMkLst>
        </pc:spChg>
        <pc:spChg chg="add del mod">
          <ac:chgData name="Amal R Babu" userId="3a292d0a-112b-4bc3-bf38-7771656893d2" providerId="ADAL" clId="{992600FB-E5A2-48A8-ADC9-6968E10B5B48}" dt="2022-11-30T04:10:46.377" v="2662" actId="478"/>
          <ac:spMkLst>
            <pc:docMk/>
            <pc:sldMk cId="2436200355" sldId="267"/>
            <ac:spMk id="86" creationId="{EEB4E139-8C8E-16E0-F917-581D6D24EEF6}"/>
          </ac:spMkLst>
        </pc:spChg>
        <pc:spChg chg="add del mod">
          <ac:chgData name="Amal R Babu" userId="3a292d0a-112b-4bc3-bf38-7771656893d2" providerId="ADAL" clId="{992600FB-E5A2-48A8-ADC9-6968E10B5B48}" dt="2022-11-30T04:10:46.377" v="2662" actId="478"/>
          <ac:spMkLst>
            <pc:docMk/>
            <pc:sldMk cId="2436200355" sldId="267"/>
            <ac:spMk id="87" creationId="{B779A671-0E2F-578A-B17A-067E1A68259B}"/>
          </ac:spMkLst>
        </pc:spChg>
        <pc:spChg chg="add del mod">
          <ac:chgData name="Amal R Babu" userId="3a292d0a-112b-4bc3-bf38-7771656893d2" providerId="ADAL" clId="{992600FB-E5A2-48A8-ADC9-6968E10B5B48}" dt="2022-11-30T04:18:06.318" v="2757" actId="478"/>
          <ac:spMkLst>
            <pc:docMk/>
            <pc:sldMk cId="2436200355" sldId="267"/>
            <ac:spMk id="89" creationId="{47BD40E3-6B73-2363-03EC-F8D8781B6113}"/>
          </ac:spMkLst>
        </pc:spChg>
        <pc:spChg chg="add del mod">
          <ac:chgData name="Amal R Babu" userId="3a292d0a-112b-4bc3-bf38-7771656893d2" providerId="ADAL" clId="{992600FB-E5A2-48A8-ADC9-6968E10B5B48}" dt="2022-11-30T04:21:53.442" v="2829" actId="478"/>
          <ac:spMkLst>
            <pc:docMk/>
            <pc:sldMk cId="2436200355" sldId="267"/>
            <ac:spMk id="90" creationId="{ADC99C48-EBAB-4674-43AA-16F154808F5C}"/>
          </ac:spMkLst>
        </pc:spChg>
        <pc:spChg chg="add del mod">
          <ac:chgData name="Amal R Babu" userId="3a292d0a-112b-4bc3-bf38-7771656893d2" providerId="ADAL" clId="{992600FB-E5A2-48A8-ADC9-6968E10B5B48}" dt="2022-11-30T04:21:53.442" v="2829" actId="478"/>
          <ac:spMkLst>
            <pc:docMk/>
            <pc:sldMk cId="2436200355" sldId="267"/>
            <ac:spMk id="91" creationId="{1E55062F-2A50-D779-DD79-780B9971DC68}"/>
          </ac:spMkLst>
        </pc:spChg>
        <pc:spChg chg="del mod">
          <ac:chgData name="Amal R Babu" userId="3a292d0a-112b-4bc3-bf38-7771656893d2" providerId="ADAL" clId="{992600FB-E5A2-48A8-ADC9-6968E10B5B48}" dt="2022-11-30T03:53:29.957" v="2593" actId="478"/>
          <ac:spMkLst>
            <pc:docMk/>
            <pc:sldMk cId="2436200355" sldId="267"/>
            <ac:spMk id="92" creationId="{232C2ADA-8B7B-4990-FB78-B27C9A79E87E}"/>
          </ac:spMkLst>
        </pc:spChg>
        <pc:spChg chg="add del mod">
          <ac:chgData name="Amal R Babu" userId="3a292d0a-112b-4bc3-bf38-7771656893d2" providerId="ADAL" clId="{992600FB-E5A2-48A8-ADC9-6968E10B5B48}" dt="2022-11-30T04:10:46.377" v="2662" actId="478"/>
          <ac:spMkLst>
            <pc:docMk/>
            <pc:sldMk cId="2436200355" sldId="267"/>
            <ac:spMk id="93" creationId="{86F428B6-7FF3-C84F-9439-D6B75867C3AD}"/>
          </ac:spMkLst>
        </pc:spChg>
        <pc:spChg chg="mod">
          <ac:chgData name="Amal R Babu" userId="3a292d0a-112b-4bc3-bf38-7771656893d2" providerId="ADAL" clId="{992600FB-E5A2-48A8-ADC9-6968E10B5B48}" dt="2022-11-30T03:54:58.747" v="2624" actId="207"/>
          <ac:spMkLst>
            <pc:docMk/>
            <pc:sldMk cId="2436200355" sldId="267"/>
            <ac:spMk id="94" creationId="{149494EE-3A8F-DAC0-A98E-4649108E72E4}"/>
          </ac:spMkLst>
        </pc:spChg>
        <pc:spChg chg="add mod">
          <ac:chgData name="Amal R Babu" userId="3a292d0a-112b-4bc3-bf38-7771656893d2" providerId="ADAL" clId="{992600FB-E5A2-48A8-ADC9-6968E10B5B48}" dt="2022-11-30T04:40:48.798" v="2992" actId="12789"/>
          <ac:spMkLst>
            <pc:docMk/>
            <pc:sldMk cId="2436200355" sldId="267"/>
            <ac:spMk id="95" creationId="{43460EB2-7EA5-0AA6-B5C9-D78929D9BBD6}"/>
          </ac:spMkLst>
        </pc:spChg>
        <pc:spChg chg="mod">
          <ac:chgData name="Amal R Babu" userId="3a292d0a-112b-4bc3-bf38-7771656893d2" providerId="ADAL" clId="{992600FB-E5A2-48A8-ADC9-6968E10B5B48}" dt="2022-11-30T03:54:58.747" v="2624" actId="207"/>
          <ac:spMkLst>
            <pc:docMk/>
            <pc:sldMk cId="2436200355" sldId="267"/>
            <ac:spMk id="96" creationId="{1D716285-1ADB-8062-28AF-3D63F2CFC065}"/>
          </ac:spMkLst>
        </pc:spChg>
        <pc:spChg chg="add del mod topLvl">
          <ac:chgData name="Amal R Babu" userId="3a292d0a-112b-4bc3-bf38-7771656893d2" providerId="ADAL" clId="{992600FB-E5A2-48A8-ADC9-6968E10B5B48}" dt="2022-11-30T04:38:33.775" v="2954" actId="478"/>
          <ac:spMkLst>
            <pc:docMk/>
            <pc:sldMk cId="2436200355" sldId="267"/>
            <ac:spMk id="97" creationId="{2ED34B56-AB6E-24FE-AAC1-FD9733A9E66C}"/>
          </ac:spMkLst>
        </pc:spChg>
        <pc:spChg chg="add del mod">
          <ac:chgData name="Amal R Babu" userId="3a292d0a-112b-4bc3-bf38-7771656893d2" providerId="ADAL" clId="{992600FB-E5A2-48A8-ADC9-6968E10B5B48}" dt="2022-11-30T04:35:21.686" v="2886" actId="478"/>
          <ac:spMkLst>
            <pc:docMk/>
            <pc:sldMk cId="2436200355" sldId="267"/>
            <ac:spMk id="99" creationId="{5153950A-6722-04EA-9B11-365BE185C372}"/>
          </ac:spMkLst>
        </pc:spChg>
        <pc:spChg chg="add del mod">
          <ac:chgData name="Amal R Babu" userId="3a292d0a-112b-4bc3-bf38-7771656893d2" providerId="ADAL" clId="{992600FB-E5A2-48A8-ADC9-6968E10B5B48}" dt="2022-11-30T04:35:21.686" v="2886" actId="478"/>
          <ac:spMkLst>
            <pc:docMk/>
            <pc:sldMk cId="2436200355" sldId="267"/>
            <ac:spMk id="100" creationId="{69C3DD9C-FD00-A0B6-B2C4-04CAF1FDE69D}"/>
          </ac:spMkLst>
        </pc:spChg>
        <pc:spChg chg="add del mod">
          <ac:chgData name="Amal R Babu" userId="3a292d0a-112b-4bc3-bf38-7771656893d2" providerId="ADAL" clId="{992600FB-E5A2-48A8-ADC9-6968E10B5B48}" dt="2022-11-30T04:10:46.377" v="2662" actId="478"/>
          <ac:spMkLst>
            <pc:docMk/>
            <pc:sldMk cId="2436200355" sldId="267"/>
            <ac:spMk id="101" creationId="{E2B08EEE-B67B-3870-1BAE-0563155D7091}"/>
          </ac:spMkLst>
        </pc:spChg>
        <pc:spChg chg="del">
          <ac:chgData name="Amal R Babu" userId="3a292d0a-112b-4bc3-bf38-7771656893d2" providerId="ADAL" clId="{992600FB-E5A2-48A8-ADC9-6968E10B5B48}" dt="2022-11-30T07:58:06.307" v="3649" actId="478"/>
          <ac:spMkLst>
            <pc:docMk/>
            <pc:sldMk cId="2436200355" sldId="267"/>
            <ac:spMk id="102" creationId="{BC336F4F-319C-E66A-14BA-28906300DE58}"/>
          </ac:spMkLst>
        </pc:spChg>
        <pc:spChg chg="add mod">
          <ac:chgData name="Amal R Babu" userId="3a292d0a-112b-4bc3-bf38-7771656893d2" providerId="ADAL" clId="{992600FB-E5A2-48A8-ADC9-6968E10B5B48}" dt="2022-11-30T04:40:11.544" v="2987" actId="1076"/>
          <ac:spMkLst>
            <pc:docMk/>
            <pc:sldMk cId="2436200355" sldId="267"/>
            <ac:spMk id="104" creationId="{14C18C75-DA00-CC7E-1E81-66F80669B451}"/>
          </ac:spMkLst>
        </pc:spChg>
        <pc:spChg chg="add del mod topLvl">
          <ac:chgData name="Amal R Babu" userId="3a292d0a-112b-4bc3-bf38-7771656893d2" providerId="ADAL" clId="{992600FB-E5A2-48A8-ADC9-6968E10B5B48}" dt="2022-11-30T04:41:00.231" v="2993" actId="478"/>
          <ac:spMkLst>
            <pc:docMk/>
            <pc:sldMk cId="2436200355" sldId="267"/>
            <ac:spMk id="105" creationId="{0C637EF9-91A0-42CF-2980-9C9C5552EEE7}"/>
          </ac:spMkLst>
        </pc:spChg>
        <pc:spChg chg="add del mod">
          <ac:chgData name="Amal R Babu" userId="3a292d0a-112b-4bc3-bf38-7771656893d2" providerId="ADAL" clId="{992600FB-E5A2-48A8-ADC9-6968E10B5B48}" dt="2022-11-30T04:35:21.686" v="2886" actId="478"/>
          <ac:spMkLst>
            <pc:docMk/>
            <pc:sldMk cId="2436200355" sldId="267"/>
            <ac:spMk id="106" creationId="{63A3A119-64F3-A175-C6D4-4EDFAAE03324}"/>
          </ac:spMkLst>
        </pc:spChg>
        <pc:spChg chg="add del mod">
          <ac:chgData name="Amal R Babu" userId="3a292d0a-112b-4bc3-bf38-7771656893d2" providerId="ADAL" clId="{992600FB-E5A2-48A8-ADC9-6968E10B5B48}" dt="2022-11-30T04:35:21.686" v="2886" actId="478"/>
          <ac:spMkLst>
            <pc:docMk/>
            <pc:sldMk cId="2436200355" sldId="267"/>
            <ac:spMk id="108" creationId="{72F5C04A-141B-CD8D-F1C4-1EAD6AA026D7}"/>
          </ac:spMkLst>
        </pc:spChg>
        <pc:spChg chg="del">
          <ac:chgData name="Amal R Babu" userId="3a292d0a-112b-4bc3-bf38-7771656893d2" providerId="ADAL" clId="{992600FB-E5A2-48A8-ADC9-6968E10B5B48}" dt="2022-11-30T06:30:38.170" v="3448" actId="478"/>
          <ac:spMkLst>
            <pc:docMk/>
            <pc:sldMk cId="2436200355" sldId="267"/>
            <ac:spMk id="109" creationId="{B205D4A8-03D0-E92D-2A10-7A44B4A53BD1}"/>
          </ac:spMkLst>
        </pc:spChg>
        <pc:spChg chg="add del mod">
          <ac:chgData name="Amal R Babu" userId="3a292d0a-112b-4bc3-bf38-7771656893d2" providerId="ADAL" clId="{992600FB-E5A2-48A8-ADC9-6968E10B5B48}" dt="2022-11-30T04:10:46.377" v="2662" actId="478"/>
          <ac:spMkLst>
            <pc:docMk/>
            <pc:sldMk cId="2436200355" sldId="267"/>
            <ac:spMk id="110" creationId="{21A8CC11-1BDE-2479-BFDA-38B34C3395BD}"/>
          </ac:spMkLst>
        </pc:spChg>
        <pc:spChg chg="add mod">
          <ac:chgData name="Amal R Babu" userId="3a292d0a-112b-4bc3-bf38-7771656893d2" providerId="ADAL" clId="{992600FB-E5A2-48A8-ADC9-6968E10B5B48}" dt="2022-11-30T04:40:11.544" v="2987" actId="1076"/>
          <ac:spMkLst>
            <pc:docMk/>
            <pc:sldMk cId="2436200355" sldId="267"/>
            <ac:spMk id="111" creationId="{A2F3EBE6-C177-D5F3-59BD-523602054F8E}"/>
          </ac:spMkLst>
        </pc:spChg>
        <pc:spChg chg="add mod topLvl">
          <ac:chgData name="Amal R Babu" userId="3a292d0a-112b-4bc3-bf38-7771656893d2" providerId="ADAL" clId="{992600FB-E5A2-48A8-ADC9-6968E10B5B48}" dt="2022-11-30T04:41:38.691" v="3017" actId="20577"/>
          <ac:spMkLst>
            <pc:docMk/>
            <pc:sldMk cId="2436200355" sldId="267"/>
            <ac:spMk id="112" creationId="{7F5110A7-2F70-84E5-9091-9F909F1E5795}"/>
          </ac:spMkLst>
        </pc:spChg>
        <pc:spChg chg="add del mod">
          <ac:chgData name="Amal R Babu" userId="3a292d0a-112b-4bc3-bf38-7771656893d2" providerId="ADAL" clId="{992600FB-E5A2-48A8-ADC9-6968E10B5B48}" dt="2022-11-30T04:35:21.686" v="2886" actId="478"/>
          <ac:spMkLst>
            <pc:docMk/>
            <pc:sldMk cId="2436200355" sldId="267"/>
            <ac:spMk id="113" creationId="{3094AB64-93A1-6197-3A5E-D639A75EA732}"/>
          </ac:spMkLst>
        </pc:spChg>
        <pc:spChg chg="add del mod">
          <ac:chgData name="Amal R Babu" userId="3a292d0a-112b-4bc3-bf38-7771656893d2" providerId="ADAL" clId="{992600FB-E5A2-48A8-ADC9-6968E10B5B48}" dt="2022-11-30T04:35:21.686" v="2886" actId="478"/>
          <ac:spMkLst>
            <pc:docMk/>
            <pc:sldMk cId="2436200355" sldId="267"/>
            <ac:spMk id="114" creationId="{BAB0055F-6949-0484-A74D-871B123DA59E}"/>
          </ac:spMkLst>
        </pc:spChg>
        <pc:spChg chg="add del mod">
          <ac:chgData name="Amal R Babu" userId="3a292d0a-112b-4bc3-bf38-7771656893d2" providerId="ADAL" clId="{992600FB-E5A2-48A8-ADC9-6968E10B5B48}" dt="2022-11-30T04:10:46.377" v="2662" actId="478"/>
          <ac:spMkLst>
            <pc:docMk/>
            <pc:sldMk cId="2436200355" sldId="267"/>
            <ac:spMk id="115" creationId="{8912BEA6-8422-F738-01EC-EFC8300A84D6}"/>
          </ac:spMkLst>
        </pc:spChg>
        <pc:spChg chg="add mod">
          <ac:chgData name="Amal R Babu" userId="3a292d0a-112b-4bc3-bf38-7771656893d2" providerId="ADAL" clId="{992600FB-E5A2-48A8-ADC9-6968E10B5B48}" dt="2022-11-30T04:40:11.544" v="2987" actId="1076"/>
          <ac:spMkLst>
            <pc:docMk/>
            <pc:sldMk cId="2436200355" sldId="267"/>
            <ac:spMk id="116" creationId="{3B26A4DA-E1E7-EB66-2DEC-BB4BE2028D1E}"/>
          </ac:spMkLst>
        </pc:spChg>
        <pc:spChg chg="add mod topLvl">
          <ac:chgData name="Amal R Babu" userId="3a292d0a-112b-4bc3-bf38-7771656893d2" providerId="ADAL" clId="{992600FB-E5A2-48A8-ADC9-6968E10B5B48}" dt="2022-11-30T04:42:40.895" v="3045" actId="20577"/>
          <ac:spMkLst>
            <pc:docMk/>
            <pc:sldMk cId="2436200355" sldId="267"/>
            <ac:spMk id="117" creationId="{922101D1-B7A5-9A32-D1C4-84FFD2572BBF}"/>
          </ac:spMkLst>
        </pc:spChg>
        <pc:spChg chg="add del mod">
          <ac:chgData name="Amal R Babu" userId="3a292d0a-112b-4bc3-bf38-7771656893d2" providerId="ADAL" clId="{992600FB-E5A2-48A8-ADC9-6968E10B5B48}" dt="2022-11-30T04:35:21.686" v="2886" actId="478"/>
          <ac:spMkLst>
            <pc:docMk/>
            <pc:sldMk cId="2436200355" sldId="267"/>
            <ac:spMk id="118" creationId="{AE7923F9-92D2-8FB4-E62B-01A85DE5A467}"/>
          </ac:spMkLst>
        </pc:spChg>
        <pc:spChg chg="add del mod">
          <ac:chgData name="Amal R Babu" userId="3a292d0a-112b-4bc3-bf38-7771656893d2" providerId="ADAL" clId="{992600FB-E5A2-48A8-ADC9-6968E10B5B48}" dt="2022-11-30T04:35:21.686" v="2886" actId="478"/>
          <ac:spMkLst>
            <pc:docMk/>
            <pc:sldMk cId="2436200355" sldId="267"/>
            <ac:spMk id="119" creationId="{CB7D645A-E152-2667-2376-D72418E30E12}"/>
          </ac:spMkLst>
        </pc:spChg>
        <pc:spChg chg="add del mod ord">
          <ac:chgData name="Amal R Babu" userId="3a292d0a-112b-4bc3-bf38-7771656893d2" providerId="ADAL" clId="{992600FB-E5A2-48A8-ADC9-6968E10B5B48}" dt="2022-11-30T04:22:14.691" v="2833"/>
          <ac:spMkLst>
            <pc:docMk/>
            <pc:sldMk cId="2436200355" sldId="267"/>
            <ac:spMk id="122" creationId="{D7080320-FCEF-B6A1-40F3-A3313F339FD4}"/>
          </ac:spMkLst>
        </pc:spChg>
        <pc:spChg chg="add del mod ord">
          <ac:chgData name="Amal R Babu" userId="3a292d0a-112b-4bc3-bf38-7771656893d2" providerId="ADAL" clId="{992600FB-E5A2-48A8-ADC9-6968E10B5B48}" dt="2022-11-30T04:33:21.309" v="2862" actId="478"/>
          <ac:spMkLst>
            <pc:docMk/>
            <pc:sldMk cId="2436200355" sldId="267"/>
            <ac:spMk id="123" creationId="{666C1A41-6458-2833-29F3-C833606F635F}"/>
          </ac:spMkLst>
        </pc:spChg>
        <pc:spChg chg="add mod ord topLvl">
          <ac:chgData name="Amal R Babu" userId="3a292d0a-112b-4bc3-bf38-7771656893d2" providerId="ADAL" clId="{992600FB-E5A2-48A8-ADC9-6968E10B5B48}" dt="2022-11-30T04:40:43.624" v="2991" actId="12788"/>
          <ac:spMkLst>
            <pc:docMk/>
            <pc:sldMk cId="2436200355" sldId="267"/>
            <ac:spMk id="125" creationId="{A53C9CB7-F717-D736-EED5-837B50C73B32}"/>
          </ac:spMkLst>
        </pc:spChg>
        <pc:spChg chg="del mod topLvl">
          <ac:chgData name="Amal R Babu" userId="3a292d0a-112b-4bc3-bf38-7771656893d2" providerId="ADAL" clId="{992600FB-E5A2-48A8-ADC9-6968E10B5B48}" dt="2022-11-30T04:33:49.446" v="2870" actId="478"/>
          <ac:spMkLst>
            <pc:docMk/>
            <pc:sldMk cId="2436200355" sldId="267"/>
            <ac:spMk id="127" creationId="{B4C6D4B2-0CAE-3490-9E5F-7E3C8D0D34FC}"/>
          </ac:spMkLst>
        </pc:spChg>
        <pc:spChg chg="mod topLvl">
          <ac:chgData name="Amal R Babu" userId="3a292d0a-112b-4bc3-bf38-7771656893d2" providerId="ADAL" clId="{992600FB-E5A2-48A8-ADC9-6968E10B5B48}" dt="2022-11-30T04:40:43.624" v="2991" actId="12788"/>
          <ac:spMkLst>
            <pc:docMk/>
            <pc:sldMk cId="2436200355" sldId="267"/>
            <ac:spMk id="128" creationId="{9E78DFDA-C87C-9AD7-DBE0-DACF65B71802}"/>
          </ac:spMkLst>
        </pc:spChg>
        <pc:spChg chg="add del mod">
          <ac:chgData name="Amal R Babu" userId="3a292d0a-112b-4bc3-bf38-7771656893d2" providerId="ADAL" clId="{992600FB-E5A2-48A8-ADC9-6968E10B5B48}" dt="2022-11-30T04:22:14.691" v="2833"/>
          <ac:spMkLst>
            <pc:docMk/>
            <pc:sldMk cId="2436200355" sldId="267"/>
            <ac:spMk id="130" creationId="{39B0F8F9-36F9-80BC-59A0-335857568F58}"/>
          </ac:spMkLst>
        </pc:spChg>
        <pc:spChg chg="add del mod ord">
          <ac:chgData name="Amal R Babu" userId="3a292d0a-112b-4bc3-bf38-7771656893d2" providerId="ADAL" clId="{992600FB-E5A2-48A8-ADC9-6968E10B5B48}" dt="2022-11-30T04:34:59.259" v="2878"/>
          <ac:spMkLst>
            <pc:docMk/>
            <pc:sldMk cId="2436200355" sldId="267"/>
            <ac:spMk id="131" creationId="{E53B2214-BCE4-8202-60DB-4BE5ADB432DA}"/>
          </ac:spMkLst>
        </pc:spChg>
        <pc:spChg chg="del mod">
          <ac:chgData name="Amal R Babu" userId="3a292d0a-112b-4bc3-bf38-7771656893d2" providerId="ADAL" clId="{992600FB-E5A2-48A8-ADC9-6968E10B5B48}" dt="2022-11-30T04:22:16.712" v="2834" actId="478"/>
          <ac:spMkLst>
            <pc:docMk/>
            <pc:sldMk cId="2436200355" sldId="267"/>
            <ac:spMk id="132" creationId="{48AEDCD9-E88F-0CA1-79AC-F0E2889D6AB4}"/>
          </ac:spMkLst>
        </pc:spChg>
        <pc:spChg chg="add del mod ord">
          <ac:chgData name="Amal R Babu" userId="3a292d0a-112b-4bc3-bf38-7771656893d2" providerId="ADAL" clId="{992600FB-E5A2-48A8-ADC9-6968E10B5B48}" dt="2022-11-30T04:34:59.259" v="2878"/>
          <ac:spMkLst>
            <pc:docMk/>
            <pc:sldMk cId="2436200355" sldId="267"/>
            <ac:spMk id="133" creationId="{E7A4D254-09AA-7B38-24A8-7EB3CED0FB16}"/>
          </ac:spMkLst>
        </pc:spChg>
        <pc:spChg chg="mod ord topLvl">
          <ac:chgData name="Amal R Babu" userId="3a292d0a-112b-4bc3-bf38-7771656893d2" providerId="ADAL" clId="{992600FB-E5A2-48A8-ADC9-6968E10B5B48}" dt="2022-11-30T04:40:43.624" v="2991" actId="12788"/>
          <ac:spMkLst>
            <pc:docMk/>
            <pc:sldMk cId="2436200355" sldId="267"/>
            <ac:spMk id="135" creationId="{C8F5921D-0F3D-1B67-BB75-6E454B010F31}"/>
          </ac:spMkLst>
        </pc:spChg>
        <pc:spChg chg="add del mod">
          <ac:chgData name="Amal R Babu" userId="3a292d0a-112b-4bc3-bf38-7771656893d2" providerId="ADAL" clId="{992600FB-E5A2-48A8-ADC9-6968E10B5B48}" dt="2022-11-30T04:35:17.960" v="2885" actId="478"/>
          <ac:spMkLst>
            <pc:docMk/>
            <pc:sldMk cId="2436200355" sldId="267"/>
            <ac:spMk id="136" creationId="{8882B3ED-A681-0B03-8D1B-96C35821B3B8}"/>
          </ac:spMkLst>
        </pc:spChg>
        <pc:spChg chg="add mod">
          <ac:chgData name="Amal R Babu" userId="3a292d0a-112b-4bc3-bf38-7771656893d2" providerId="ADAL" clId="{992600FB-E5A2-48A8-ADC9-6968E10B5B48}" dt="2022-11-30T04:35:15.874" v="2884" actId="571"/>
          <ac:spMkLst>
            <pc:docMk/>
            <pc:sldMk cId="2436200355" sldId="267"/>
            <ac:spMk id="137" creationId="{C6B29BC6-0B3D-1B0C-D16A-F593A95CCEF3}"/>
          </ac:spMkLst>
        </pc:spChg>
        <pc:spChg chg="mod ord topLvl">
          <ac:chgData name="Amal R Babu" userId="3a292d0a-112b-4bc3-bf38-7771656893d2" providerId="ADAL" clId="{992600FB-E5A2-48A8-ADC9-6968E10B5B48}" dt="2022-11-30T04:40:39.192" v="2990" actId="12788"/>
          <ac:spMkLst>
            <pc:docMk/>
            <pc:sldMk cId="2436200355" sldId="267"/>
            <ac:spMk id="140" creationId="{7F6D1C83-222C-B837-5160-506CEE807451}"/>
          </ac:spMkLst>
        </pc:spChg>
        <pc:spChg chg="del mod topLvl">
          <ac:chgData name="Amal R Babu" userId="3a292d0a-112b-4bc3-bf38-7771656893d2" providerId="ADAL" clId="{992600FB-E5A2-48A8-ADC9-6968E10B5B48}" dt="2022-11-30T04:39:05.793" v="2963" actId="478"/>
          <ac:spMkLst>
            <pc:docMk/>
            <pc:sldMk cId="2436200355" sldId="267"/>
            <ac:spMk id="141" creationId="{F7BCC6A9-A2C5-7CD6-5A11-9A4EBF6A73C6}"/>
          </ac:spMkLst>
        </pc:spChg>
        <pc:spChg chg="del mod topLvl">
          <ac:chgData name="Amal R Babu" userId="3a292d0a-112b-4bc3-bf38-7771656893d2" providerId="ADAL" clId="{992600FB-E5A2-48A8-ADC9-6968E10B5B48}" dt="2022-11-30T04:41:00.231" v="2993" actId="478"/>
          <ac:spMkLst>
            <pc:docMk/>
            <pc:sldMk cId="2436200355" sldId="267"/>
            <ac:spMk id="143" creationId="{8914A9DD-A7C3-E097-343B-7ADFCF659E67}"/>
          </ac:spMkLst>
        </pc:spChg>
        <pc:spChg chg="mod topLvl">
          <ac:chgData name="Amal R Babu" userId="3a292d0a-112b-4bc3-bf38-7771656893d2" providerId="ADAL" clId="{992600FB-E5A2-48A8-ADC9-6968E10B5B48}" dt="2022-11-30T04:41:58.664" v="3026" actId="20577"/>
          <ac:spMkLst>
            <pc:docMk/>
            <pc:sldMk cId="2436200355" sldId="267"/>
            <ac:spMk id="144" creationId="{A74A8A31-F4E5-5D14-4DF3-A47C44E1D668}"/>
          </ac:spMkLst>
        </pc:spChg>
        <pc:spChg chg="mod topLvl">
          <ac:chgData name="Amal R Babu" userId="3a292d0a-112b-4bc3-bf38-7771656893d2" providerId="ADAL" clId="{992600FB-E5A2-48A8-ADC9-6968E10B5B48}" dt="2022-11-30T04:42:46.671" v="3054" actId="20577"/>
          <ac:spMkLst>
            <pc:docMk/>
            <pc:sldMk cId="2436200355" sldId="267"/>
            <ac:spMk id="145" creationId="{CA525A16-C20F-509E-582B-B5576A27C743}"/>
          </ac:spMkLst>
        </pc:spChg>
        <pc:spChg chg="mod topLvl">
          <ac:chgData name="Amal R Babu" userId="3a292d0a-112b-4bc3-bf38-7771656893d2" providerId="ADAL" clId="{992600FB-E5A2-48A8-ADC9-6968E10B5B48}" dt="2022-11-30T04:40:39.192" v="2990" actId="12788"/>
          <ac:spMkLst>
            <pc:docMk/>
            <pc:sldMk cId="2436200355" sldId="267"/>
            <ac:spMk id="146" creationId="{52A6F68C-FE8E-F353-5E41-DF1143698FF0}"/>
          </ac:spMkLst>
        </pc:spChg>
        <pc:spChg chg="mod topLvl">
          <ac:chgData name="Amal R Babu" userId="3a292d0a-112b-4bc3-bf38-7771656893d2" providerId="ADAL" clId="{992600FB-E5A2-48A8-ADC9-6968E10B5B48}" dt="2022-11-30T04:40:39.192" v="2990" actId="12788"/>
          <ac:spMkLst>
            <pc:docMk/>
            <pc:sldMk cId="2436200355" sldId="267"/>
            <ac:spMk id="147" creationId="{567BECF8-907F-0BA2-0A76-DCF3599468CB}"/>
          </ac:spMkLst>
        </pc:spChg>
        <pc:spChg chg="mod ord topLvl">
          <ac:chgData name="Amal R Babu" userId="3a292d0a-112b-4bc3-bf38-7771656893d2" providerId="ADAL" clId="{992600FB-E5A2-48A8-ADC9-6968E10B5B48}" dt="2022-11-30T04:40:35.383" v="2989" actId="12788"/>
          <ac:spMkLst>
            <pc:docMk/>
            <pc:sldMk cId="2436200355" sldId="267"/>
            <ac:spMk id="149" creationId="{5DE8F1B2-2D0A-4779-1D87-9B2DFD1FAE65}"/>
          </ac:spMkLst>
        </pc:spChg>
        <pc:spChg chg="del mod topLvl">
          <ac:chgData name="Amal R Babu" userId="3a292d0a-112b-4bc3-bf38-7771656893d2" providerId="ADAL" clId="{992600FB-E5A2-48A8-ADC9-6968E10B5B48}" dt="2022-11-30T04:39:05.793" v="2963" actId="478"/>
          <ac:spMkLst>
            <pc:docMk/>
            <pc:sldMk cId="2436200355" sldId="267"/>
            <ac:spMk id="150" creationId="{23A47A06-8442-A2CB-4AA0-FF0745A45117}"/>
          </ac:spMkLst>
        </pc:spChg>
        <pc:spChg chg="del mod topLvl">
          <ac:chgData name="Amal R Babu" userId="3a292d0a-112b-4bc3-bf38-7771656893d2" providerId="ADAL" clId="{992600FB-E5A2-48A8-ADC9-6968E10B5B48}" dt="2022-11-30T04:41:00.231" v="2993" actId="478"/>
          <ac:spMkLst>
            <pc:docMk/>
            <pc:sldMk cId="2436200355" sldId="267"/>
            <ac:spMk id="151" creationId="{81C1E948-89F8-CB86-6353-0BE4A9710607}"/>
          </ac:spMkLst>
        </pc:spChg>
        <pc:spChg chg="mod topLvl">
          <ac:chgData name="Amal R Babu" userId="3a292d0a-112b-4bc3-bf38-7771656893d2" providerId="ADAL" clId="{992600FB-E5A2-48A8-ADC9-6968E10B5B48}" dt="2022-11-30T04:42:30.363" v="3035" actId="20577"/>
          <ac:spMkLst>
            <pc:docMk/>
            <pc:sldMk cId="2436200355" sldId="267"/>
            <ac:spMk id="152" creationId="{33611C85-D9D5-3478-58FC-CC5655C2E6C7}"/>
          </ac:spMkLst>
        </pc:spChg>
        <pc:spChg chg="mod topLvl">
          <ac:chgData name="Amal R Babu" userId="3a292d0a-112b-4bc3-bf38-7771656893d2" providerId="ADAL" clId="{992600FB-E5A2-48A8-ADC9-6968E10B5B48}" dt="2022-11-30T04:43:00.160" v="3075" actId="20577"/>
          <ac:spMkLst>
            <pc:docMk/>
            <pc:sldMk cId="2436200355" sldId="267"/>
            <ac:spMk id="153" creationId="{81BDDFC1-7C76-E690-15AA-26CB3366DA04}"/>
          </ac:spMkLst>
        </pc:spChg>
        <pc:spChg chg="mod topLvl">
          <ac:chgData name="Amal R Babu" userId="3a292d0a-112b-4bc3-bf38-7771656893d2" providerId="ADAL" clId="{992600FB-E5A2-48A8-ADC9-6968E10B5B48}" dt="2022-11-30T04:40:35.383" v="2989" actId="12788"/>
          <ac:spMkLst>
            <pc:docMk/>
            <pc:sldMk cId="2436200355" sldId="267"/>
            <ac:spMk id="154" creationId="{0BDFB805-A6C6-D1CA-DA11-4745B8377B70}"/>
          </ac:spMkLst>
        </pc:spChg>
        <pc:spChg chg="mod topLvl">
          <ac:chgData name="Amal R Babu" userId="3a292d0a-112b-4bc3-bf38-7771656893d2" providerId="ADAL" clId="{992600FB-E5A2-48A8-ADC9-6968E10B5B48}" dt="2022-11-30T04:40:35.383" v="2989" actId="12788"/>
          <ac:spMkLst>
            <pc:docMk/>
            <pc:sldMk cId="2436200355" sldId="267"/>
            <ac:spMk id="155" creationId="{B4956DC2-5CC2-1474-5256-8C45F0909122}"/>
          </ac:spMkLst>
        </pc:spChg>
        <pc:spChg chg="add del mod">
          <ac:chgData name="Amal R Babu" userId="3a292d0a-112b-4bc3-bf38-7771656893d2" providerId="ADAL" clId="{992600FB-E5A2-48A8-ADC9-6968E10B5B48}" dt="2022-11-30T04:38:20.898" v="2949" actId="931"/>
          <ac:spMkLst>
            <pc:docMk/>
            <pc:sldMk cId="2436200355" sldId="267"/>
            <ac:spMk id="159" creationId="{A5260FF4-8967-D126-3C16-6BBFDF231B5B}"/>
          </ac:spMkLst>
        </pc:spChg>
        <pc:spChg chg="add del mod">
          <ac:chgData name="Amal R Babu" userId="3a292d0a-112b-4bc3-bf38-7771656893d2" providerId="ADAL" clId="{992600FB-E5A2-48A8-ADC9-6968E10B5B48}" dt="2022-11-30T04:45:10.191" v="3078" actId="931"/>
          <ac:spMkLst>
            <pc:docMk/>
            <pc:sldMk cId="2436200355" sldId="267"/>
            <ac:spMk id="168" creationId="{A15628B1-1966-3FC5-99E0-4E0A0B852513}"/>
          </ac:spMkLst>
        </pc:spChg>
        <pc:spChg chg="add mod">
          <ac:chgData name="Amal R Babu" userId="3a292d0a-112b-4bc3-bf38-7771656893d2" providerId="ADAL" clId="{992600FB-E5A2-48A8-ADC9-6968E10B5B48}" dt="2022-11-30T07:58:11.678" v="3651" actId="207"/>
          <ac:spMkLst>
            <pc:docMk/>
            <pc:sldMk cId="2436200355" sldId="267"/>
            <ac:spMk id="171" creationId="{2CF07F76-813F-7F51-9483-10655BFE243D}"/>
          </ac:spMkLst>
        </pc:spChg>
        <pc:spChg chg="add mod">
          <ac:chgData name="Amal R Babu" userId="3a292d0a-112b-4bc3-bf38-7771656893d2" providerId="ADAL" clId="{992600FB-E5A2-48A8-ADC9-6968E10B5B48}" dt="2022-11-30T07:58:14.831" v="3652" actId="207"/>
          <ac:spMkLst>
            <pc:docMk/>
            <pc:sldMk cId="2436200355" sldId="267"/>
            <ac:spMk id="172" creationId="{8850B17B-AB51-6CB1-07C5-D08B041699BC}"/>
          </ac:spMkLst>
        </pc:spChg>
        <pc:spChg chg="add mod">
          <ac:chgData name="Amal R Babu" userId="3a292d0a-112b-4bc3-bf38-7771656893d2" providerId="ADAL" clId="{992600FB-E5A2-48A8-ADC9-6968E10B5B48}" dt="2022-11-30T07:58:07.006" v="3650"/>
          <ac:spMkLst>
            <pc:docMk/>
            <pc:sldMk cId="2436200355" sldId="267"/>
            <ac:spMk id="173" creationId="{5FE40BA8-5EBE-F3BF-B6EF-D0DADC3DD716}"/>
          </ac:spMkLst>
        </pc:spChg>
        <pc:spChg chg="add mod">
          <ac:chgData name="Amal R Babu" userId="3a292d0a-112b-4bc3-bf38-7771656893d2" providerId="ADAL" clId="{992600FB-E5A2-48A8-ADC9-6968E10B5B48}" dt="2022-11-30T07:58:07.006" v="3650"/>
          <ac:spMkLst>
            <pc:docMk/>
            <pc:sldMk cId="2436200355" sldId="267"/>
            <ac:spMk id="174" creationId="{4CF696F9-D55F-4C59-A365-D4EF404ECE69}"/>
          </ac:spMkLst>
        </pc:spChg>
        <pc:spChg chg="add mod">
          <ac:chgData name="Amal R Babu" userId="3a292d0a-112b-4bc3-bf38-7771656893d2" providerId="ADAL" clId="{992600FB-E5A2-48A8-ADC9-6968E10B5B48}" dt="2022-11-30T07:58:07.006" v="3650"/>
          <ac:spMkLst>
            <pc:docMk/>
            <pc:sldMk cId="2436200355" sldId="267"/>
            <ac:spMk id="175" creationId="{1A33C21D-9ABA-E473-51BA-C92659E1AD73}"/>
          </ac:spMkLst>
        </pc:spChg>
        <pc:spChg chg="mod">
          <ac:chgData name="Amal R Babu" userId="3a292d0a-112b-4bc3-bf38-7771656893d2" providerId="ADAL" clId="{992600FB-E5A2-48A8-ADC9-6968E10B5B48}" dt="2022-11-30T07:58:07.006" v="3650"/>
          <ac:spMkLst>
            <pc:docMk/>
            <pc:sldMk cId="2436200355" sldId="267"/>
            <ac:spMk id="177" creationId="{B35412BB-4663-FA60-FB67-3154CD74BA90}"/>
          </ac:spMkLst>
        </pc:spChg>
        <pc:spChg chg="mod">
          <ac:chgData name="Amal R Babu" userId="3a292d0a-112b-4bc3-bf38-7771656893d2" providerId="ADAL" clId="{992600FB-E5A2-48A8-ADC9-6968E10B5B48}" dt="2022-11-30T07:58:07.006" v="3650"/>
          <ac:spMkLst>
            <pc:docMk/>
            <pc:sldMk cId="2436200355" sldId="267"/>
            <ac:spMk id="178" creationId="{FBE56D39-CFEB-C5CF-4D0D-668E3DE579BD}"/>
          </ac:spMkLst>
        </pc:spChg>
        <pc:spChg chg="mod">
          <ac:chgData name="Amal R Babu" userId="3a292d0a-112b-4bc3-bf38-7771656893d2" providerId="ADAL" clId="{992600FB-E5A2-48A8-ADC9-6968E10B5B48}" dt="2022-11-30T07:58:07.006" v="3650"/>
          <ac:spMkLst>
            <pc:docMk/>
            <pc:sldMk cId="2436200355" sldId="267"/>
            <ac:spMk id="179" creationId="{3A823205-08CB-CDCE-C541-E77679B7B3E4}"/>
          </ac:spMkLst>
        </pc:spChg>
        <pc:spChg chg="add mod">
          <ac:chgData name="Amal R Babu" userId="3a292d0a-112b-4bc3-bf38-7771656893d2" providerId="ADAL" clId="{992600FB-E5A2-48A8-ADC9-6968E10B5B48}" dt="2022-11-30T07:58:07.006" v="3650"/>
          <ac:spMkLst>
            <pc:docMk/>
            <pc:sldMk cId="2436200355" sldId="267"/>
            <ac:spMk id="180" creationId="{F306AE8A-993A-753D-4362-547F6FA593E6}"/>
          </ac:spMkLst>
        </pc:spChg>
        <pc:spChg chg="mod">
          <ac:chgData name="Amal R Babu" userId="3a292d0a-112b-4bc3-bf38-7771656893d2" providerId="ADAL" clId="{992600FB-E5A2-48A8-ADC9-6968E10B5B48}" dt="2022-11-30T07:58:07.006" v="3650"/>
          <ac:spMkLst>
            <pc:docMk/>
            <pc:sldMk cId="2436200355" sldId="267"/>
            <ac:spMk id="182" creationId="{A15D04E7-7F8E-A398-5467-1A6EC147754D}"/>
          </ac:spMkLst>
        </pc:spChg>
        <pc:spChg chg="mod">
          <ac:chgData name="Amal R Babu" userId="3a292d0a-112b-4bc3-bf38-7771656893d2" providerId="ADAL" clId="{992600FB-E5A2-48A8-ADC9-6968E10B5B48}" dt="2022-11-30T07:58:07.006" v="3650"/>
          <ac:spMkLst>
            <pc:docMk/>
            <pc:sldMk cId="2436200355" sldId="267"/>
            <ac:spMk id="185" creationId="{FF344791-E284-7C54-F037-488E1E2A8EE0}"/>
          </ac:spMkLst>
        </pc:spChg>
        <pc:spChg chg="mod">
          <ac:chgData name="Amal R Babu" userId="3a292d0a-112b-4bc3-bf38-7771656893d2" providerId="ADAL" clId="{992600FB-E5A2-48A8-ADC9-6968E10B5B48}" dt="2022-11-30T07:58:07.006" v="3650"/>
          <ac:spMkLst>
            <pc:docMk/>
            <pc:sldMk cId="2436200355" sldId="267"/>
            <ac:spMk id="186" creationId="{6B7F920F-2EEE-FD20-FFC5-FFAC31A8A873}"/>
          </ac:spMkLst>
        </pc:spChg>
        <pc:spChg chg="add mod">
          <ac:chgData name="Amal R Babu" userId="3a292d0a-112b-4bc3-bf38-7771656893d2" providerId="ADAL" clId="{992600FB-E5A2-48A8-ADC9-6968E10B5B48}" dt="2022-11-30T07:58:07.006" v="3650"/>
          <ac:spMkLst>
            <pc:docMk/>
            <pc:sldMk cId="2436200355" sldId="267"/>
            <ac:spMk id="187" creationId="{BC20C51C-95CD-9410-4B5E-076094A63202}"/>
          </ac:spMkLst>
        </pc:spChg>
        <pc:spChg chg="add mod">
          <ac:chgData name="Amal R Babu" userId="3a292d0a-112b-4bc3-bf38-7771656893d2" providerId="ADAL" clId="{992600FB-E5A2-48A8-ADC9-6968E10B5B48}" dt="2022-11-30T07:58:07.006" v="3650"/>
          <ac:spMkLst>
            <pc:docMk/>
            <pc:sldMk cId="2436200355" sldId="267"/>
            <ac:spMk id="189" creationId="{836C91C7-08B0-5CE8-884D-CBF584161995}"/>
          </ac:spMkLst>
        </pc:spChg>
        <pc:spChg chg="add mod">
          <ac:chgData name="Amal R Babu" userId="3a292d0a-112b-4bc3-bf38-7771656893d2" providerId="ADAL" clId="{992600FB-E5A2-48A8-ADC9-6968E10B5B48}" dt="2022-11-30T07:58:07.006" v="3650"/>
          <ac:spMkLst>
            <pc:docMk/>
            <pc:sldMk cId="2436200355" sldId="267"/>
            <ac:spMk id="190" creationId="{5076886B-252A-45E5-AB02-D6D4CBD223FC}"/>
          </ac:spMkLst>
        </pc:spChg>
        <pc:spChg chg="add mod">
          <ac:chgData name="Amal R Babu" userId="3a292d0a-112b-4bc3-bf38-7771656893d2" providerId="ADAL" clId="{992600FB-E5A2-48A8-ADC9-6968E10B5B48}" dt="2022-11-30T07:58:07.006" v="3650"/>
          <ac:spMkLst>
            <pc:docMk/>
            <pc:sldMk cId="2436200355" sldId="267"/>
            <ac:spMk id="191" creationId="{5A51A4C7-3126-90DE-B7FA-498E066EA222}"/>
          </ac:spMkLst>
        </pc:spChg>
        <pc:spChg chg="add mod">
          <ac:chgData name="Amal R Babu" userId="3a292d0a-112b-4bc3-bf38-7771656893d2" providerId="ADAL" clId="{992600FB-E5A2-48A8-ADC9-6968E10B5B48}" dt="2022-11-30T07:58:07.006" v="3650"/>
          <ac:spMkLst>
            <pc:docMk/>
            <pc:sldMk cId="2436200355" sldId="267"/>
            <ac:spMk id="1024" creationId="{3734A827-5C7E-174E-859D-7A63C93ED68F}"/>
          </ac:spMkLst>
        </pc:spChg>
        <pc:spChg chg="add mod">
          <ac:chgData name="Amal R Babu" userId="3a292d0a-112b-4bc3-bf38-7771656893d2" providerId="ADAL" clId="{992600FB-E5A2-48A8-ADC9-6968E10B5B48}" dt="2022-11-30T07:58:07.006" v="3650"/>
          <ac:spMkLst>
            <pc:docMk/>
            <pc:sldMk cId="2436200355" sldId="267"/>
            <ac:spMk id="1025" creationId="{CB9D5E0D-A2E2-074D-59F1-D8B089718A90}"/>
          </ac:spMkLst>
        </pc:spChg>
        <pc:spChg chg="mod">
          <ac:chgData name="Amal R Babu" userId="3a292d0a-112b-4bc3-bf38-7771656893d2" providerId="ADAL" clId="{992600FB-E5A2-48A8-ADC9-6968E10B5B48}" dt="2022-11-30T07:58:07.006" v="3650"/>
          <ac:spMkLst>
            <pc:docMk/>
            <pc:sldMk cId="2436200355" sldId="267"/>
            <ac:spMk id="1028" creationId="{318C1211-1807-9C15-6A2E-25D3D19D322B}"/>
          </ac:spMkLst>
        </pc:spChg>
        <pc:spChg chg="mod">
          <ac:chgData name="Amal R Babu" userId="3a292d0a-112b-4bc3-bf38-7771656893d2" providerId="ADAL" clId="{992600FB-E5A2-48A8-ADC9-6968E10B5B48}" dt="2022-11-30T07:58:07.006" v="3650"/>
          <ac:spMkLst>
            <pc:docMk/>
            <pc:sldMk cId="2436200355" sldId="267"/>
            <ac:spMk id="1029" creationId="{722A60F8-E5FE-E021-32E5-F3AEC091D02F}"/>
          </ac:spMkLst>
        </pc:spChg>
        <pc:spChg chg="add mod">
          <ac:chgData name="Amal R Babu" userId="3a292d0a-112b-4bc3-bf38-7771656893d2" providerId="ADAL" clId="{992600FB-E5A2-48A8-ADC9-6968E10B5B48}" dt="2022-11-30T07:58:18.650" v="3653" actId="207"/>
          <ac:spMkLst>
            <pc:docMk/>
            <pc:sldMk cId="2436200355" sldId="267"/>
            <ac:spMk id="1030" creationId="{21989B86-49C2-FBC4-7303-ADC39A1DF903}"/>
          </ac:spMkLst>
        </pc:spChg>
        <pc:spChg chg="mod">
          <ac:chgData name="Amal R Babu" userId="3a292d0a-112b-4bc3-bf38-7771656893d2" providerId="ADAL" clId="{992600FB-E5A2-48A8-ADC9-6968E10B5B48}" dt="2022-11-30T07:58:22.921" v="3655" actId="207"/>
          <ac:spMkLst>
            <pc:docMk/>
            <pc:sldMk cId="2436200355" sldId="267"/>
            <ac:spMk id="1032" creationId="{AF0DBE9B-E712-C172-9172-1ECCE49A5C65}"/>
          </ac:spMkLst>
        </pc:spChg>
        <pc:spChg chg="mod">
          <ac:chgData name="Amal R Babu" userId="3a292d0a-112b-4bc3-bf38-7771656893d2" providerId="ADAL" clId="{992600FB-E5A2-48A8-ADC9-6968E10B5B48}" dt="2022-11-30T07:58:22.921" v="3655" actId="207"/>
          <ac:spMkLst>
            <pc:docMk/>
            <pc:sldMk cId="2436200355" sldId="267"/>
            <ac:spMk id="1033" creationId="{69694415-0641-917F-94CA-39A290AE3BB9}"/>
          </ac:spMkLst>
        </pc:spChg>
        <pc:spChg chg="add mod">
          <ac:chgData name="Amal R Babu" userId="3a292d0a-112b-4bc3-bf38-7771656893d2" providerId="ADAL" clId="{992600FB-E5A2-48A8-ADC9-6968E10B5B48}" dt="2022-11-30T07:58:07.006" v="3650"/>
          <ac:spMkLst>
            <pc:docMk/>
            <pc:sldMk cId="2436200355" sldId="267"/>
            <ac:spMk id="1034" creationId="{BDF61BBE-3CBE-6DF3-F61C-5CB2EE5C84A4}"/>
          </ac:spMkLst>
        </pc:spChg>
        <pc:spChg chg="add mod">
          <ac:chgData name="Amal R Babu" userId="3a292d0a-112b-4bc3-bf38-7771656893d2" providerId="ADAL" clId="{992600FB-E5A2-48A8-ADC9-6968E10B5B48}" dt="2022-11-30T07:58:07.006" v="3650"/>
          <ac:spMkLst>
            <pc:docMk/>
            <pc:sldMk cId="2436200355" sldId="267"/>
            <ac:spMk id="1035" creationId="{9EE522F7-D4BF-5EAF-EFEE-B4FBAA1304D3}"/>
          </ac:spMkLst>
        </pc:spChg>
        <pc:grpChg chg="add mod">
          <ac:chgData name="Amal R Babu" userId="3a292d0a-112b-4bc3-bf38-7771656893d2" providerId="ADAL" clId="{992600FB-E5A2-48A8-ADC9-6968E10B5B48}" dt="2022-12-07T05:42:23.153" v="3725"/>
          <ac:grpSpMkLst>
            <pc:docMk/>
            <pc:sldMk cId="2436200355" sldId="267"/>
            <ac:grpSpMk id="11" creationId="{C8BF7A46-A302-2584-C669-B01B15E6AFD6}"/>
          </ac:grpSpMkLst>
        </pc:grpChg>
        <pc:grpChg chg="add mod">
          <ac:chgData name="Amal R Babu" userId="3a292d0a-112b-4bc3-bf38-7771656893d2" providerId="ADAL" clId="{992600FB-E5A2-48A8-ADC9-6968E10B5B48}" dt="2022-12-07T05:42:23.153" v="3725"/>
          <ac:grpSpMkLst>
            <pc:docMk/>
            <pc:sldMk cId="2436200355" sldId="267"/>
            <ac:grpSpMk id="14" creationId="{76A5FDA4-9EFE-789A-17BD-2EA6200C2D97}"/>
          </ac:grpSpMkLst>
        </pc:grpChg>
        <pc:grpChg chg="del">
          <ac:chgData name="Amal R Babu" userId="3a292d0a-112b-4bc3-bf38-7771656893d2" providerId="ADAL" clId="{992600FB-E5A2-48A8-ADC9-6968E10B5B48}" dt="2022-11-30T07:58:06.307" v="3649" actId="478"/>
          <ac:grpSpMkLst>
            <pc:docMk/>
            <pc:sldMk cId="2436200355" sldId="267"/>
            <ac:grpSpMk id="30" creationId="{9ECCC638-745A-4CD5-37F4-34E729654B57}"/>
          </ac:grpSpMkLst>
        </pc:grpChg>
        <pc:grpChg chg="add del mod">
          <ac:chgData name="Amal R Babu" userId="3a292d0a-112b-4bc3-bf38-7771656893d2" providerId="ADAL" clId="{992600FB-E5A2-48A8-ADC9-6968E10B5B48}" dt="2022-11-30T03:57:03.664" v="2657" actId="478"/>
          <ac:grpSpMkLst>
            <pc:docMk/>
            <pc:sldMk cId="2436200355" sldId="267"/>
            <ac:grpSpMk id="37" creationId="{B23D3290-4C45-FC69-96B8-7AAA73C36223}"/>
          </ac:grpSpMkLst>
        </pc:grpChg>
        <pc:grpChg chg="del">
          <ac:chgData name="Amal R Babu" userId="3a292d0a-112b-4bc3-bf38-7771656893d2" providerId="ADAL" clId="{992600FB-E5A2-48A8-ADC9-6968E10B5B48}" dt="2022-11-30T07:58:06.307" v="3649" actId="478"/>
          <ac:grpSpMkLst>
            <pc:docMk/>
            <pc:sldMk cId="2436200355" sldId="267"/>
            <ac:grpSpMk id="47" creationId="{5C6579D9-4E04-AE17-CF35-68ADBC5766B2}"/>
          </ac:grpSpMkLst>
        </pc:grpChg>
        <pc:grpChg chg="del">
          <ac:chgData name="Amal R Babu" userId="3a292d0a-112b-4bc3-bf38-7771656893d2" providerId="ADAL" clId="{992600FB-E5A2-48A8-ADC9-6968E10B5B48}" dt="2022-11-30T07:58:06.307" v="3649" actId="478"/>
          <ac:grpSpMkLst>
            <pc:docMk/>
            <pc:sldMk cId="2436200355" sldId="267"/>
            <ac:grpSpMk id="54" creationId="{73F997E9-B116-D8A6-6EF5-C091C7C77B6D}"/>
          </ac:grpSpMkLst>
        </pc:grpChg>
        <pc:grpChg chg="del">
          <ac:chgData name="Amal R Babu" userId="3a292d0a-112b-4bc3-bf38-7771656893d2" providerId="ADAL" clId="{992600FB-E5A2-48A8-ADC9-6968E10B5B48}" dt="2022-12-07T05:42:22.799" v="3724" actId="478"/>
          <ac:grpSpMkLst>
            <pc:docMk/>
            <pc:sldMk cId="2436200355" sldId="267"/>
            <ac:grpSpMk id="67" creationId="{6D8E5ACC-26DE-243B-180E-E19057A9EB34}"/>
          </ac:grpSpMkLst>
        </pc:grpChg>
        <pc:grpChg chg="del">
          <ac:chgData name="Amal R Babu" userId="3a292d0a-112b-4bc3-bf38-7771656893d2" providerId="ADAL" clId="{992600FB-E5A2-48A8-ADC9-6968E10B5B48}" dt="2022-12-07T05:42:22.799" v="3724" actId="478"/>
          <ac:grpSpMkLst>
            <pc:docMk/>
            <pc:sldMk cId="2436200355" sldId="267"/>
            <ac:grpSpMk id="68" creationId="{CE1D2690-EA4E-562F-8571-7A8695694CC3}"/>
          </ac:grpSpMkLst>
        </pc:grpChg>
        <pc:grpChg chg="del mod">
          <ac:chgData name="Amal R Babu" userId="3a292d0a-112b-4bc3-bf38-7771656893d2" providerId="ADAL" clId="{992600FB-E5A2-48A8-ADC9-6968E10B5B48}" dt="2022-11-30T07:58:06.307" v="3649" actId="478"/>
          <ac:grpSpMkLst>
            <pc:docMk/>
            <pc:sldMk cId="2436200355" sldId="267"/>
            <ac:grpSpMk id="88" creationId="{5202437B-09C4-B9C2-DFB9-8FE4C3A1D94B}"/>
          </ac:grpSpMkLst>
        </pc:grpChg>
        <pc:grpChg chg="del mod">
          <ac:chgData name="Amal R Babu" userId="3a292d0a-112b-4bc3-bf38-7771656893d2" providerId="ADAL" clId="{992600FB-E5A2-48A8-ADC9-6968E10B5B48}" dt="2022-11-30T07:58:06.307" v="3649" actId="478"/>
          <ac:grpSpMkLst>
            <pc:docMk/>
            <pc:sldMk cId="2436200355" sldId="267"/>
            <ac:grpSpMk id="98" creationId="{5E12AE22-4B66-8998-2063-3E4A6A50C8CF}"/>
          </ac:grpSpMkLst>
        </pc:grpChg>
        <pc:grpChg chg="add del mod">
          <ac:chgData name="Amal R Babu" userId="3a292d0a-112b-4bc3-bf38-7771656893d2" providerId="ADAL" clId="{992600FB-E5A2-48A8-ADC9-6968E10B5B48}" dt="2022-11-30T04:20:56.998" v="2812" actId="165"/>
          <ac:grpSpMkLst>
            <pc:docMk/>
            <pc:sldMk cId="2436200355" sldId="267"/>
            <ac:grpSpMk id="126" creationId="{D0F7AF6C-0D46-5F4A-2397-AB33C92A19F3}"/>
          </ac:grpSpMkLst>
        </pc:grpChg>
        <pc:grpChg chg="add del mod ord">
          <ac:chgData name="Amal R Babu" userId="3a292d0a-112b-4bc3-bf38-7771656893d2" providerId="ADAL" clId="{992600FB-E5A2-48A8-ADC9-6968E10B5B48}" dt="2022-11-30T04:33:49.446" v="2870" actId="478"/>
          <ac:grpSpMkLst>
            <pc:docMk/>
            <pc:sldMk cId="2436200355" sldId="267"/>
            <ac:grpSpMk id="129" creationId="{2F44F85E-EB00-B89D-6A3F-FA5D34C5BF54}"/>
          </ac:grpSpMkLst>
        </pc:grpChg>
        <pc:grpChg chg="add del mod">
          <ac:chgData name="Amal R Babu" userId="3a292d0a-112b-4bc3-bf38-7771656893d2" providerId="ADAL" clId="{992600FB-E5A2-48A8-ADC9-6968E10B5B48}" dt="2022-11-30T04:35:36.065" v="2892" actId="165"/>
          <ac:grpSpMkLst>
            <pc:docMk/>
            <pc:sldMk cId="2436200355" sldId="267"/>
            <ac:grpSpMk id="138" creationId="{452C6E01-A4DE-D823-AC95-53962324E913}"/>
          </ac:grpSpMkLst>
        </pc:grpChg>
        <pc:grpChg chg="add del mod">
          <ac:chgData name="Amal R Babu" userId="3a292d0a-112b-4bc3-bf38-7771656893d2" providerId="ADAL" clId="{992600FB-E5A2-48A8-ADC9-6968E10B5B48}" dt="2022-11-30T04:35:36.065" v="2892" actId="165"/>
          <ac:grpSpMkLst>
            <pc:docMk/>
            <pc:sldMk cId="2436200355" sldId="267"/>
            <ac:grpSpMk id="139" creationId="{FA7584C6-310C-EBA4-D3FE-B08EFD5EBB95}"/>
          </ac:grpSpMkLst>
        </pc:grpChg>
        <pc:grpChg chg="add del mod">
          <ac:chgData name="Amal R Babu" userId="3a292d0a-112b-4bc3-bf38-7771656893d2" providerId="ADAL" clId="{992600FB-E5A2-48A8-ADC9-6968E10B5B48}" dt="2022-11-30T04:35:36.065" v="2892" actId="165"/>
          <ac:grpSpMkLst>
            <pc:docMk/>
            <pc:sldMk cId="2436200355" sldId="267"/>
            <ac:grpSpMk id="148" creationId="{14802A45-8B7D-4778-F1D8-37DE698801DB}"/>
          </ac:grpSpMkLst>
        </pc:grpChg>
        <pc:grpChg chg="add mod">
          <ac:chgData name="Amal R Babu" userId="3a292d0a-112b-4bc3-bf38-7771656893d2" providerId="ADAL" clId="{992600FB-E5A2-48A8-ADC9-6968E10B5B48}" dt="2022-11-30T07:58:07.006" v="3650"/>
          <ac:grpSpMkLst>
            <pc:docMk/>
            <pc:sldMk cId="2436200355" sldId="267"/>
            <ac:grpSpMk id="176" creationId="{057C5A39-C92B-DE93-8682-4EE7F922A50A}"/>
          </ac:grpSpMkLst>
        </pc:grpChg>
        <pc:grpChg chg="add mod">
          <ac:chgData name="Amal R Babu" userId="3a292d0a-112b-4bc3-bf38-7771656893d2" providerId="ADAL" clId="{992600FB-E5A2-48A8-ADC9-6968E10B5B48}" dt="2022-11-30T07:58:07.006" v="3650"/>
          <ac:grpSpMkLst>
            <pc:docMk/>
            <pc:sldMk cId="2436200355" sldId="267"/>
            <ac:grpSpMk id="181" creationId="{E1DA177F-5130-0494-03B6-171AB64C1FAE}"/>
          </ac:grpSpMkLst>
        </pc:grpChg>
        <pc:grpChg chg="add mod">
          <ac:chgData name="Amal R Babu" userId="3a292d0a-112b-4bc3-bf38-7771656893d2" providerId="ADAL" clId="{992600FB-E5A2-48A8-ADC9-6968E10B5B48}" dt="2022-11-30T07:58:07.006" v="3650"/>
          <ac:grpSpMkLst>
            <pc:docMk/>
            <pc:sldMk cId="2436200355" sldId="267"/>
            <ac:grpSpMk id="184" creationId="{B5C0792A-7B43-3344-4BD4-FF291F95EA27}"/>
          </ac:grpSpMkLst>
        </pc:grpChg>
        <pc:grpChg chg="add mod">
          <ac:chgData name="Amal R Babu" userId="3a292d0a-112b-4bc3-bf38-7771656893d2" providerId="ADAL" clId="{992600FB-E5A2-48A8-ADC9-6968E10B5B48}" dt="2022-11-30T07:58:07.006" v="3650"/>
          <ac:grpSpMkLst>
            <pc:docMk/>
            <pc:sldMk cId="2436200355" sldId="267"/>
            <ac:grpSpMk id="1027" creationId="{712318D0-43C4-982D-7E5C-1AF94C49304C}"/>
          </ac:grpSpMkLst>
        </pc:grpChg>
        <pc:grpChg chg="add mod">
          <ac:chgData name="Amal R Babu" userId="3a292d0a-112b-4bc3-bf38-7771656893d2" providerId="ADAL" clId="{992600FB-E5A2-48A8-ADC9-6968E10B5B48}" dt="2022-11-30T07:58:22.921" v="3655" actId="207"/>
          <ac:grpSpMkLst>
            <pc:docMk/>
            <pc:sldMk cId="2436200355" sldId="267"/>
            <ac:grpSpMk id="1031" creationId="{7AFC11AE-3754-0A3D-09D8-8214E33717A1}"/>
          </ac:grpSpMkLst>
        </pc:grpChg>
        <pc:picChg chg="add mod">
          <ac:chgData name="Amal R Babu" userId="3a292d0a-112b-4bc3-bf38-7771656893d2" providerId="ADAL" clId="{992600FB-E5A2-48A8-ADC9-6968E10B5B48}" dt="2022-12-07T05:35:20.670" v="3707" actId="27614"/>
          <ac:picMkLst>
            <pc:docMk/>
            <pc:sldMk cId="2436200355" sldId="267"/>
            <ac:picMk id="10" creationId="{2EE88C4E-DA3C-6798-5D57-7172822CE41D}"/>
          </ac:picMkLst>
        </pc:picChg>
        <pc:picChg chg="add del mod">
          <ac:chgData name="Amal R Babu" userId="3a292d0a-112b-4bc3-bf38-7771656893d2" providerId="ADAL" clId="{992600FB-E5A2-48A8-ADC9-6968E10B5B48}" dt="2022-11-30T04:17:09.265" v="2744" actId="478"/>
          <ac:picMkLst>
            <pc:docMk/>
            <pc:sldMk cId="2436200355" sldId="267"/>
            <ac:picMk id="52" creationId="{47F713DD-6EB5-5161-9779-57C686C63526}"/>
          </ac:picMkLst>
        </pc:picChg>
        <pc:picChg chg="add del mod">
          <ac:chgData name="Amal R Babu" userId="3a292d0a-112b-4bc3-bf38-7771656893d2" providerId="ADAL" clId="{992600FB-E5A2-48A8-ADC9-6968E10B5B48}" dt="2022-11-30T04:10:37.141" v="2661" actId="478"/>
          <ac:picMkLst>
            <pc:docMk/>
            <pc:sldMk cId="2436200355" sldId="267"/>
            <ac:picMk id="85" creationId="{8A2CBADA-28E3-1898-FDF8-68EAFB7158C5}"/>
          </ac:picMkLst>
        </pc:picChg>
        <pc:picChg chg="del">
          <ac:chgData name="Amal R Babu" userId="3a292d0a-112b-4bc3-bf38-7771656893d2" providerId="ADAL" clId="{992600FB-E5A2-48A8-ADC9-6968E10B5B48}" dt="2022-11-30T03:50:47.124" v="2576" actId="478"/>
          <ac:picMkLst>
            <pc:docMk/>
            <pc:sldMk cId="2436200355" sldId="267"/>
            <ac:picMk id="103" creationId="{70081B3C-6CBC-6133-BAE7-633EE2AB9ED3}"/>
          </ac:picMkLst>
        </pc:picChg>
        <pc:picChg chg="del">
          <ac:chgData name="Amal R Babu" userId="3a292d0a-112b-4bc3-bf38-7771656893d2" providerId="ADAL" clId="{992600FB-E5A2-48A8-ADC9-6968E10B5B48}" dt="2022-11-30T03:50:47.124" v="2576" actId="478"/>
          <ac:picMkLst>
            <pc:docMk/>
            <pc:sldMk cId="2436200355" sldId="267"/>
            <ac:picMk id="107" creationId="{FB4FD369-9956-2E15-E2ED-C24F5C3A6C8D}"/>
          </ac:picMkLst>
        </pc:picChg>
        <pc:picChg chg="del">
          <ac:chgData name="Amal R Babu" userId="3a292d0a-112b-4bc3-bf38-7771656893d2" providerId="ADAL" clId="{992600FB-E5A2-48A8-ADC9-6968E10B5B48}" dt="2022-11-30T03:50:47.124" v="2576" actId="478"/>
          <ac:picMkLst>
            <pc:docMk/>
            <pc:sldMk cId="2436200355" sldId="267"/>
            <ac:picMk id="124" creationId="{7CE375F9-48EE-BBDD-445D-C52D717CDE68}"/>
          </ac:picMkLst>
        </pc:picChg>
        <pc:picChg chg="del">
          <ac:chgData name="Amal R Babu" userId="3a292d0a-112b-4bc3-bf38-7771656893d2" providerId="ADAL" clId="{992600FB-E5A2-48A8-ADC9-6968E10B5B48}" dt="2022-11-30T03:50:47.124" v="2576" actId="478"/>
          <ac:picMkLst>
            <pc:docMk/>
            <pc:sldMk cId="2436200355" sldId="267"/>
            <ac:picMk id="142" creationId="{90B6364E-8761-FD15-92F4-20737325ED51}"/>
          </ac:picMkLst>
        </pc:picChg>
        <pc:picChg chg="add del mod">
          <ac:chgData name="Amal R Babu" userId="3a292d0a-112b-4bc3-bf38-7771656893d2" providerId="ADAL" clId="{992600FB-E5A2-48A8-ADC9-6968E10B5B48}" dt="2022-11-30T04:38:12.579" v="2948" actId="478"/>
          <ac:picMkLst>
            <pc:docMk/>
            <pc:sldMk cId="2436200355" sldId="267"/>
            <ac:picMk id="157" creationId="{1329788E-7E47-3440-F381-4825F5C69465}"/>
          </ac:picMkLst>
        </pc:picChg>
        <pc:picChg chg="add del mod ord modCrop">
          <ac:chgData name="Amal R Babu" userId="3a292d0a-112b-4bc3-bf38-7771656893d2" providerId="ADAL" clId="{992600FB-E5A2-48A8-ADC9-6968E10B5B48}" dt="2022-11-30T04:43:36.549" v="3077" actId="478"/>
          <ac:picMkLst>
            <pc:docMk/>
            <pc:sldMk cId="2436200355" sldId="267"/>
            <ac:picMk id="161" creationId="{B201F22A-A7E6-693B-014E-6EB0F52FB1D7}"/>
          </ac:picMkLst>
        </pc:picChg>
        <pc:picChg chg="add mod">
          <ac:chgData name="Amal R Babu" userId="3a292d0a-112b-4bc3-bf38-7771656893d2" providerId="ADAL" clId="{992600FB-E5A2-48A8-ADC9-6968E10B5B48}" dt="2022-11-30T04:40:48.798" v="2992" actId="12789"/>
          <ac:picMkLst>
            <pc:docMk/>
            <pc:sldMk cId="2436200355" sldId="267"/>
            <ac:picMk id="162" creationId="{AAE22387-12C5-B080-05BF-A472BB9ECD87}"/>
          </ac:picMkLst>
        </pc:picChg>
        <pc:picChg chg="add mod">
          <ac:chgData name="Amal R Babu" userId="3a292d0a-112b-4bc3-bf38-7771656893d2" providerId="ADAL" clId="{992600FB-E5A2-48A8-ADC9-6968E10B5B48}" dt="2022-11-30T04:40:48.798" v="2992" actId="12789"/>
          <ac:picMkLst>
            <pc:docMk/>
            <pc:sldMk cId="2436200355" sldId="267"/>
            <ac:picMk id="163" creationId="{AA2B92FD-D233-A167-86B2-906DD23B6D3D}"/>
          </ac:picMkLst>
        </pc:picChg>
        <pc:picChg chg="add mod">
          <ac:chgData name="Amal R Babu" userId="3a292d0a-112b-4bc3-bf38-7771656893d2" providerId="ADAL" clId="{992600FB-E5A2-48A8-ADC9-6968E10B5B48}" dt="2022-11-30T04:41:08.279" v="2994" actId="571"/>
          <ac:picMkLst>
            <pc:docMk/>
            <pc:sldMk cId="2436200355" sldId="267"/>
            <ac:picMk id="164" creationId="{7EF68BCF-F573-A218-F58B-71804BD5EFC0}"/>
          </ac:picMkLst>
        </pc:picChg>
        <pc:picChg chg="add mod">
          <ac:chgData name="Amal R Babu" userId="3a292d0a-112b-4bc3-bf38-7771656893d2" providerId="ADAL" clId="{992600FB-E5A2-48A8-ADC9-6968E10B5B48}" dt="2022-11-30T04:41:08.279" v="2994" actId="571"/>
          <ac:picMkLst>
            <pc:docMk/>
            <pc:sldMk cId="2436200355" sldId="267"/>
            <ac:picMk id="165" creationId="{8006576A-18F3-85BE-02DF-D2754D1050A1}"/>
          </ac:picMkLst>
        </pc:picChg>
        <pc:picChg chg="add mod">
          <ac:chgData name="Amal R Babu" userId="3a292d0a-112b-4bc3-bf38-7771656893d2" providerId="ADAL" clId="{992600FB-E5A2-48A8-ADC9-6968E10B5B48}" dt="2022-11-30T04:41:08.279" v="2994" actId="571"/>
          <ac:picMkLst>
            <pc:docMk/>
            <pc:sldMk cId="2436200355" sldId="267"/>
            <ac:picMk id="166" creationId="{5AEDCCAA-CA2F-84E9-1E40-9E56C9A84A59}"/>
          </ac:picMkLst>
        </pc:picChg>
        <pc:picChg chg="add del mod">
          <ac:chgData name="Amal R Babu" userId="3a292d0a-112b-4bc3-bf38-7771656893d2" providerId="ADAL" clId="{992600FB-E5A2-48A8-ADC9-6968E10B5B48}" dt="2022-12-07T05:35:00.107" v="3702" actId="478"/>
          <ac:picMkLst>
            <pc:docMk/>
            <pc:sldMk cId="2436200355" sldId="267"/>
            <ac:picMk id="170" creationId="{A3BA43A8-F321-2C92-5D2E-DC81DBF8F2F4}"/>
          </ac:picMkLst>
        </pc:picChg>
        <pc:picChg chg="mod">
          <ac:chgData name="Amal R Babu" userId="3a292d0a-112b-4bc3-bf38-7771656893d2" providerId="ADAL" clId="{992600FB-E5A2-48A8-ADC9-6968E10B5B48}" dt="2022-11-30T07:58:07.006" v="3650"/>
          <ac:picMkLst>
            <pc:docMk/>
            <pc:sldMk cId="2436200355" sldId="267"/>
            <ac:picMk id="183" creationId="{40039E6E-CE7C-DF71-1652-F5C5771357B2}"/>
          </ac:picMkLst>
        </pc:picChg>
        <pc:picChg chg="add del mod">
          <ac:chgData name="Amal R Babu" userId="3a292d0a-112b-4bc3-bf38-7771656893d2" providerId="ADAL" clId="{992600FB-E5A2-48A8-ADC9-6968E10B5B48}" dt="2022-11-30T03:56:49.987" v="2654" actId="21"/>
          <ac:picMkLst>
            <pc:docMk/>
            <pc:sldMk cId="2436200355" sldId="267"/>
            <ac:picMk id="1026" creationId="{0E99FE53-F473-08B5-B4B8-AFD731D85DA9}"/>
          </ac:picMkLst>
        </pc:picChg>
        <pc:cxnChg chg="del">
          <ac:chgData name="Amal R Babu" userId="3a292d0a-112b-4bc3-bf38-7771656893d2" providerId="ADAL" clId="{992600FB-E5A2-48A8-ADC9-6968E10B5B48}" dt="2022-11-30T07:58:06.307" v="3649" actId="478"/>
          <ac:cxnSpMkLst>
            <pc:docMk/>
            <pc:sldMk cId="2436200355" sldId="267"/>
            <ac:cxnSpMk id="7" creationId="{1C225904-9D2F-F0C8-8BBE-32DEDB3F8B8F}"/>
          </ac:cxnSpMkLst>
        </pc:cxnChg>
        <pc:cxnChg chg="add mod">
          <ac:chgData name="Amal R Babu" userId="3a292d0a-112b-4bc3-bf38-7771656893d2" providerId="ADAL" clId="{992600FB-E5A2-48A8-ADC9-6968E10B5B48}" dt="2022-11-30T04:39:47.364" v="2985" actId="692"/>
          <ac:cxnSpMkLst>
            <pc:docMk/>
            <pc:sldMk cId="2436200355" sldId="267"/>
            <ac:cxnSpMk id="57" creationId="{5FF8CDCE-10B7-1024-16E3-424184B8E468}"/>
          </ac:cxnSpMkLst>
        </pc:cxnChg>
        <pc:cxnChg chg="add mod">
          <ac:chgData name="Amal R Babu" userId="3a292d0a-112b-4bc3-bf38-7771656893d2" providerId="ADAL" clId="{992600FB-E5A2-48A8-ADC9-6968E10B5B48}" dt="2022-11-30T04:39:47.364" v="2985" actId="692"/>
          <ac:cxnSpMkLst>
            <pc:docMk/>
            <pc:sldMk cId="2436200355" sldId="267"/>
            <ac:cxnSpMk id="120" creationId="{A240157F-8D1B-A559-F522-04FCB77591B3}"/>
          </ac:cxnSpMkLst>
        </pc:cxnChg>
        <pc:cxnChg chg="add mod">
          <ac:chgData name="Amal R Babu" userId="3a292d0a-112b-4bc3-bf38-7771656893d2" providerId="ADAL" clId="{992600FB-E5A2-48A8-ADC9-6968E10B5B48}" dt="2022-11-30T04:39:47.364" v="2985" actId="692"/>
          <ac:cxnSpMkLst>
            <pc:docMk/>
            <pc:sldMk cId="2436200355" sldId="267"/>
            <ac:cxnSpMk id="121" creationId="{5E57F4C2-F9F8-A01F-E960-54D772B8D09E}"/>
          </ac:cxnSpMkLst>
        </pc:cxnChg>
        <pc:cxnChg chg="add mod">
          <ac:chgData name="Amal R Babu" userId="3a292d0a-112b-4bc3-bf38-7771656893d2" providerId="ADAL" clId="{992600FB-E5A2-48A8-ADC9-6968E10B5B48}" dt="2022-11-30T04:39:47.364" v="2985" actId="692"/>
          <ac:cxnSpMkLst>
            <pc:docMk/>
            <pc:sldMk cId="2436200355" sldId="267"/>
            <ac:cxnSpMk id="134" creationId="{9A1115FD-6341-A2D6-B69C-15594CB04846}"/>
          </ac:cxnSpMkLst>
        </pc:cxnChg>
        <pc:cxnChg chg="add mod">
          <ac:chgData name="Amal R Babu" userId="3a292d0a-112b-4bc3-bf38-7771656893d2" providerId="ADAL" clId="{992600FB-E5A2-48A8-ADC9-6968E10B5B48}" dt="2022-11-30T07:58:07.006" v="3650"/>
          <ac:cxnSpMkLst>
            <pc:docMk/>
            <pc:sldMk cId="2436200355" sldId="267"/>
            <ac:cxnSpMk id="188" creationId="{5F78F841-C5FA-9560-4E74-6D8DEDBCD739}"/>
          </ac:cxnSpMkLst>
        </pc:cxnChg>
      </pc:sldChg>
      <pc:sldChg chg="addSp delSp modSp add mod ord modClrScheme chgLayout">
        <pc:chgData name="Amal R Babu" userId="3a292d0a-112b-4bc3-bf38-7771656893d2" providerId="ADAL" clId="{992600FB-E5A2-48A8-ADC9-6968E10B5B48}" dt="2022-12-07T05:42:27.275" v="3727"/>
        <pc:sldMkLst>
          <pc:docMk/>
          <pc:sldMk cId="1275407903" sldId="268"/>
        </pc:sldMkLst>
        <pc:spChg chg="mod">
          <ac:chgData name="Amal R Babu" userId="3a292d0a-112b-4bc3-bf38-7771656893d2" providerId="ADAL" clId="{992600FB-E5A2-48A8-ADC9-6968E10B5B48}" dt="2022-11-30T07:56:30.011" v="3642" actId="34135"/>
          <ac:spMkLst>
            <pc:docMk/>
            <pc:sldMk cId="1275407903" sldId="268"/>
            <ac:spMk id="3" creationId="{1025ACCD-BEFE-4057-D0DA-23300AB28132}"/>
          </ac:spMkLst>
        </pc:spChg>
        <pc:spChg chg="mod">
          <ac:chgData name="Amal R Babu" userId="3a292d0a-112b-4bc3-bf38-7771656893d2" providerId="ADAL" clId="{992600FB-E5A2-48A8-ADC9-6968E10B5B48}" dt="2022-12-07T05:42:27.275" v="3727"/>
          <ac:spMkLst>
            <pc:docMk/>
            <pc:sldMk cId="1275407903" sldId="268"/>
            <ac:spMk id="7" creationId="{23050DE3-369B-E445-2767-B394DB1B311B}"/>
          </ac:spMkLst>
        </pc:spChg>
        <pc:spChg chg="mod">
          <ac:chgData name="Amal R Babu" userId="3a292d0a-112b-4bc3-bf38-7771656893d2" providerId="ADAL" clId="{992600FB-E5A2-48A8-ADC9-6968E10B5B48}" dt="2022-12-07T05:42:27.275" v="3727"/>
          <ac:spMkLst>
            <pc:docMk/>
            <pc:sldMk cId="1275407903" sldId="268"/>
            <ac:spMk id="9" creationId="{29D83D9C-CEE9-9DED-FF19-8C4E9F341318}"/>
          </ac:spMkLst>
        </pc:spChg>
        <pc:spChg chg="del">
          <ac:chgData name="Amal R Babu" userId="3a292d0a-112b-4bc3-bf38-7771656893d2" providerId="ADAL" clId="{992600FB-E5A2-48A8-ADC9-6968E10B5B48}" dt="2022-11-30T07:56:33.087" v="3643" actId="478"/>
          <ac:spMkLst>
            <pc:docMk/>
            <pc:sldMk cId="1275407903" sldId="268"/>
            <ac:spMk id="9" creationId="{67D53DBD-07C2-B89B-2A5E-6EA3F0CE967B}"/>
          </ac:spMkLst>
        </pc:spChg>
        <pc:spChg chg="add del mod">
          <ac:chgData name="Amal R Babu" userId="3a292d0a-112b-4bc3-bf38-7771656893d2" providerId="ADAL" clId="{992600FB-E5A2-48A8-ADC9-6968E10B5B48}" dt="2022-11-30T04:48:52.146" v="3100" actId="700"/>
          <ac:spMkLst>
            <pc:docMk/>
            <pc:sldMk cId="1275407903" sldId="268"/>
            <ac:spMk id="10" creationId="{F1CA8146-CC48-F41B-7CFA-EF2D3204A981}"/>
          </ac:spMkLst>
        </pc:spChg>
        <pc:spChg chg="mod">
          <ac:chgData name="Amal R Babu" userId="3a292d0a-112b-4bc3-bf38-7771656893d2" providerId="ADAL" clId="{992600FB-E5A2-48A8-ADC9-6968E10B5B48}" dt="2022-12-07T05:42:27.275" v="3727"/>
          <ac:spMkLst>
            <pc:docMk/>
            <pc:sldMk cId="1275407903" sldId="268"/>
            <ac:spMk id="11" creationId="{3556EFC1-9474-9435-8D43-7F2DD4AD27AE}"/>
          </ac:spMkLst>
        </pc:spChg>
        <pc:spChg chg="del">
          <ac:chgData name="Amal R Babu" userId="3a292d0a-112b-4bc3-bf38-7771656893d2" providerId="ADAL" clId="{992600FB-E5A2-48A8-ADC9-6968E10B5B48}" dt="2022-11-30T04:48:39.445" v="3088" actId="478"/>
          <ac:spMkLst>
            <pc:docMk/>
            <pc:sldMk cId="1275407903" sldId="268"/>
            <ac:spMk id="11" creationId="{C521702C-A845-3192-B348-68658C74D330}"/>
          </ac:spMkLst>
        </pc:spChg>
        <pc:spChg chg="mod">
          <ac:chgData name="Amal R Babu" userId="3a292d0a-112b-4bc3-bf38-7771656893d2" providerId="ADAL" clId="{992600FB-E5A2-48A8-ADC9-6968E10B5B48}" dt="2022-12-07T05:42:27.275" v="3727"/>
          <ac:spMkLst>
            <pc:docMk/>
            <pc:sldMk cId="1275407903" sldId="268"/>
            <ac:spMk id="12" creationId="{17372AC4-3BC2-2135-A21D-0EFB527FA1BE}"/>
          </ac:spMkLst>
        </pc:spChg>
        <pc:spChg chg="del">
          <ac:chgData name="Amal R Babu" userId="3a292d0a-112b-4bc3-bf38-7771656893d2" providerId="ADAL" clId="{992600FB-E5A2-48A8-ADC9-6968E10B5B48}" dt="2022-11-30T07:56:33.087" v="3643" actId="478"/>
          <ac:spMkLst>
            <pc:docMk/>
            <pc:sldMk cId="1275407903" sldId="268"/>
            <ac:spMk id="13" creationId="{4F3E08FA-4C08-7258-FA22-03C53F09604C}"/>
          </ac:spMkLst>
        </pc:spChg>
        <pc:spChg chg="add del mod">
          <ac:chgData name="Amal R Babu" userId="3a292d0a-112b-4bc3-bf38-7771656893d2" providerId="ADAL" clId="{992600FB-E5A2-48A8-ADC9-6968E10B5B48}" dt="2022-11-30T04:48:52.146" v="3100" actId="700"/>
          <ac:spMkLst>
            <pc:docMk/>
            <pc:sldMk cId="1275407903" sldId="268"/>
            <ac:spMk id="14" creationId="{F3223D60-2550-F8CF-C81E-DD700A4F65B0}"/>
          </ac:spMkLst>
        </pc:spChg>
        <pc:spChg chg="del">
          <ac:chgData name="Amal R Babu" userId="3a292d0a-112b-4bc3-bf38-7771656893d2" providerId="ADAL" clId="{992600FB-E5A2-48A8-ADC9-6968E10B5B48}" dt="2022-11-30T07:56:33.087" v="3643" actId="478"/>
          <ac:spMkLst>
            <pc:docMk/>
            <pc:sldMk cId="1275407903" sldId="268"/>
            <ac:spMk id="16" creationId="{2913EB48-94F5-98C7-C275-915A1AD4D3EA}"/>
          </ac:spMkLst>
        </pc:spChg>
        <pc:spChg chg="del">
          <ac:chgData name="Amal R Babu" userId="3a292d0a-112b-4bc3-bf38-7771656893d2" providerId="ADAL" clId="{992600FB-E5A2-48A8-ADC9-6968E10B5B48}" dt="2022-11-30T07:56:33.087" v="3643" actId="478"/>
          <ac:spMkLst>
            <pc:docMk/>
            <pc:sldMk cId="1275407903" sldId="268"/>
            <ac:spMk id="17" creationId="{29D393BC-86FC-4CA8-8830-E874EA43EE28}"/>
          </ac:spMkLst>
        </pc:spChg>
        <pc:spChg chg="add del mod">
          <ac:chgData name="Amal R Babu" userId="3a292d0a-112b-4bc3-bf38-7771656893d2" providerId="ADAL" clId="{992600FB-E5A2-48A8-ADC9-6968E10B5B48}" dt="2022-11-30T04:48:52.146" v="3100" actId="700"/>
          <ac:spMkLst>
            <pc:docMk/>
            <pc:sldMk cId="1275407903" sldId="268"/>
            <ac:spMk id="18" creationId="{5CBDF400-1587-74DB-D6E5-8CCEEDFC709E}"/>
          </ac:spMkLst>
        </pc:spChg>
        <pc:spChg chg="del mod">
          <ac:chgData name="Amal R Babu" userId="3a292d0a-112b-4bc3-bf38-7771656893d2" providerId="ADAL" clId="{992600FB-E5A2-48A8-ADC9-6968E10B5B48}" dt="2022-11-30T07:56:33.087" v="3643" actId="478"/>
          <ac:spMkLst>
            <pc:docMk/>
            <pc:sldMk cId="1275407903" sldId="268"/>
            <ac:spMk id="19" creationId="{B5F22004-B568-5F9F-D315-B9048F8F933E}"/>
          </ac:spMkLst>
        </pc:spChg>
        <pc:spChg chg="del">
          <ac:chgData name="Amal R Babu" userId="3a292d0a-112b-4bc3-bf38-7771656893d2" providerId="ADAL" clId="{992600FB-E5A2-48A8-ADC9-6968E10B5B48}" dt="2022-11-30T07:56:33.087" v="3643" actId="478"/>
          <ac:spMkLst>
            <pc:docMk/>
            <pc:sldMk cId="1275407903" sldId="268"/>
            <ac:spMk id="20" creationId="{DBD7492E-2CD4-61A0-9EEE-CEE4E61AED9D}"/>
          </ac:spMkLst>
        </pc:spChg>
        <pc:spChg chg="del">
          <ac:chgData name="Amal R Babu" userId="3a292d0a-112b-4bc3-bf38-7771656893d2" providerId="ADAL" clId="{992600FB-E5A2-48A8-ADC9-6968E10B5B48}" dt="2022-11-30T07:56:33.087" v="3643" actId="478"/>
          <ac:spMkLst>
            <pc:docMk/>
            <pc:sldMk cId="1275407903" sldId="268"/>
            <ac:spMk id="21" creationId="{88AF1956-F7FB-2ADE-A3E7-1F7329C9752A}"/>
          </ac:spMkLst>
        </pc:spChg>
        <pc:spChg chg="del">
          <ac:chgData name="Amal R Babu" userId="3a292d0a-112b-4bc3-bf38-7771656893d2" providerId="ADAL" clId="{992600FB-E5A2-48A8-ADC9-6968E10B5B48}" dt="2022-11-30T07:56:33.087" v="3643" actId="478"/>
          <ac:spMkLst>
            <pc:docMk/>
            <pc:sldMk cId="1275407903" sldId="268"/>
            <ac:spMk id="22" creationId="{B8560F59-A67B-8514-2A4E-47A28A1A48B1}"/>
          </ac:spMkLst>
        </pc:spChg>
        <pc:spChg chg="del">
          <ac:chgData name="Amal R Babu" userId="3a292d0a-112b-4bc3-bf38-7771656893d2" providerId="ADAL" clId="{992600FB-E5A2-48A8-ADC9-6968E10B5B48}" dt="2022-11-30T04:48:39.445" v="3088" actId="478"/>
          <ac:spMkLst>
            <pc:docMk/>
            <pc:sldMk cId="1275407903" sldId="268"/>
            <ac:spMk id="23" creationId="{228DA46A-69B8-B7A2-2A6D-3722412D45CD}"/>
          </ac:spMkLst>
        </pc:spChg>
        <pc:spChg chg="del">
          <ac:chgData name="Amal R Babu" userId="3a292d0a-112b-4bc3-bf38-7771656893d2" providerId="ADAL" clId="{992600FB-E5A2-48A8-ADC9-6968E10B5B48}" dt="2022-11-30T04:48:39.445" v="3088" actId="478"/>
          <ac:spMkLst>
            <pc:docMk/>
            <pc:sldMk cId="1275407903" sldId="268"/>
            <ac:spMk id="24" creationId="{633A5DBA-3D5C-D126-07EA-FFE40D5EAE42}"/>
          </ac:spMkLst>
        </pc:spChg>
        <pc:spChg chg="del">
          <ac:chgData name="Amal R Babu" userId="3a292d0a-112b-4bc3-bf38-7771656893d2" providerId="ADAL" clId="{992600FB-E5A2-48A8-ADC9-6968E10B5B48}" dt="2022-11-30T04:48:39.445" v="3088" actId="478"/>
          <ac:spMkLst>
            <pc:docMk/>
            <pc:sldMk cId="1275407903" sldId="268"/>
            <ac:spMk id="25" creationId="{09E00A39-BE32-E161-2790-951E54DE8412}"/>
          </ac:spMkLst>
        </pc:spChg>
        <pc:spChg chg="del">
          <ac:chgData name="Amal R Babu" userId="3a292d0a-112b-4bc3-bf38-7771656893d2" providerId="ADAL" clId="{992600FB-E5A2-48A8-ADC9-6968E10B5B48}" dt="2022-11-30T04:48:39.445" v="3088" actId="478"/>
          <ac:spMkLst>
            <pc:docMk/>
            <pc:sldMk cId="1275407903" sldId="268"/>
            <ac:spMk id="26" creationId="{CA7E335B-0CDC-1E90-9E21-D361EEBAEC05}"/>
          </ac:spMkLst>
        </pc:spChg>
        <pc:spChg chg="del">
          <ac:chgData name="Amal R Babu" userId="3a292d0a-112b-4bc3-bf38-7771656893d2" providerId="ADAL" clId="{992600FB-E5A2-48A8-ADC9-6968E10B5B48}" dt="2022-11-30T04:48:39.445" v="3088" actId="478"/>
          <ac:spMkLst>
            <pc:docMk/>
            <pc:sldMk cId="1275407903" sldId="268"/>
            <ac:spMk id="32" creationId="{99A3E2DA-8AB7-CB43-4A8D-D6AB9DB6D6E8}"/>
          </ac:spMkLst>
        </pc:spChg>
        <pc:spChg chg="del">
          <ac:chgData name="Amal R Babu" userId="3a292d0a-112b-4bc3-bf38-7771656893d2" providerId="ADAL" clId="{992600FB-E5A2-48A8-ADC9-6968E10B5B48}" dt="2022-11-30T07:56:33.087" v="3643" actId="478"/>
          <ac:spMkLst>
            <pc:docMk/>
            <pc:sldMk cId="1275407903" sldId="268"/>
            <ac:spMk id="33" creationId="{06426368-13B9-05ED-7B4E-48B8C7532F65}"/>
          </ac:spMkLst>
        </pc:spChg>
        <pc:spChg chg="del mod">
          <ac:chgData name="Amal R Babu" userId="3a292d0a-112b-4bc3-bf38-7771656893d2" providerId="ADAL" clId="{992600FB-E5A2-48A8-ADC9-6968E10B5B48}" dt="2022-11-30T07:56:33.087" v="3643" actId="478"/>
          <ac:spMkLst>
            <pc:docMk/>
            <pc:sldMk cId="1275407903" sldId="268"/>
            <ac:spMk id="34" creationId="{15C24E6E-5086-DAC3-E400-3CB725E13353}"/>
          </ac:spMkLst>
        </pc:spChg>
        <pc:spChg chg="del">
          <ac:chgData name="Amal R Babu" userId="3a292d0a-112b-4bc3-bf38-7771656893d2" providerId="ADAL" clId="{992600FB-E5A2-48A8-ADC9-6968E10B5B48}" dt="2022-11-30T07:56:33.087" v="3643" actId="478"/>
          <ac:spMkLst>
            <pc:docMk/>
            <pc:sldMk cId="1275407903" sldId="268"/>
            <ac:spMk id="35" creationId="{D7FACB4C-BCA4-434A-8FA8-F4D0A8D4C109}"/>
          </ac:spMkLst>
        </pc:spChg>
        <pc:spChg chg="del">
          <ac:chgData name="Amal R Babu" userId="3a292d0a-112b-4bc3-bf38-7771656893d2" providerId="ADAL" clId="{992600FB-E5A2-48A8-ADC9-6968E10B5B48}" dt="2022-11-30T04:48:39.445" v="3088" actId="478"/>
          <ac:spMkLst>
            <pc:docMk/>
            <pc:sldMk cId="1275407903" sldId="268"/>
            <ac:spMk id="36" creationId="{CEE4DF2C-8E3C-6B03-0972-A3B04A285B1E}"/>
          </ac:spMkLst>
        </pc:spChg>
        <pc:spChg chg="del">
          <ac:chgData name="Amal R Babu" userId="3a292d0a-112b-4bc3-bf38-7771656893d2" providerId="ADAL" clId="{992600FB-E5A2-48A8-ADC9-6968E10B5B48}" dt="2022-11-30T04:48:39.445" v="3088" actId="478"/>
          <ac:spMkLst>
            <pc:docMk/>
            <pc:sldMk cId="1275407903" sldId="268"/>
            <ac:spMk id="37" creationId="{DB6B8045-A507-44E2-526E-4BD417A97DF9}"/>
          </ac:spMkLst>
        </pc:spChg>
        <pc:spChg chg="add del mod">
          <ac:chgData name="Amal R Babu" userId="3a292d0a-112b-4bc3-bf38-7771656893d2" providerId="ADAL" clId="{992600FB-E5A2-48A8-ADC9-6968E10B5B48}" dt="2022-11-30T04:48:52.146" v="3100" actId="700"/>
          <ac:spMkLst>
            <pc:docMk/>
            <pc:sldMk cId="1275407903" sldId="268"/>
            <ac:spMk id="38" creationId="{400284FD-98AC-F99E-A873-938DE0E88A51}"/>
          </ac:spMkLst>
        </pc:spChg>
        <pc:spChg chg="add del mod">
          <ac:chgData name="Amal R Babu" userId="3a292d0a-112b-4bc3-bf38-7771656893d2" providerId="ADAL" clId="{992600FB-E5A2-48A8-ADC9-6968E10B5B48}" dt="2022-11-30T05:55:13.131" v="3161" actId="478"/>
          <ac:spMkLst>
            <pc:docMk/>
            <pc:sldMk cId="1275407903" sldId="268"/>
            <ac:spMk id="39" creationId="{6B24D97C-1238-537A-B98A-63E157F5EFB3}"/>
          </ac:spMkLst>
        </pc:spChg>
        <pc:spChg chg="add del">
          <ac:chgData name="Amal R Babu" userId="3a292d0a-112b-4bc3-bf38-7771656893d2" providerId="ADAL" clId="{992600FB-E5A2-48A8-ADC9-6968E10B5B48}" dt="2022-11-30T05:01:30.876" v="3110" actId="478"/>
          <ac:spMkLst>
            <pc:docMk/>
            <pc:sldMk cId="1275407903" sldId="268"/>
            <ac:spMk id="40" creationId="{6CCDBC62-3856-5157-EFFA-CC134AD466E9}"/>
          </ac:spMkLst>
        </pc:spChg>
        <pc:spChg chg="del">
          <ac:chgData name="Amal R Babu" userId="3a292d0a-112b-4bc3-bf38-7771656893d2" providerId="ADAL" clId="{992600FB-E5A2-48A8-ADC9-6968E10B5B48}" dt="2022-11-30T04:48:40.565" v="3089" actId="478"/>
          <ac:spMkLst>
            <pc:docMk/>
            <pc:sldMk cId="1275407903" sldId="268"/>
            <ac:spMk id="42" creationId="{8EB9BA56-9EF6-A93C-93AB-DFC2AF6FDCF8}"/>
          </ac:spMkLst>
        </pc:spChg>
        <pc:spChg chg="del">
          <ac:chgData name="Amal R Babu" userId="3a292d0a-112b-4bc3-bf38-7771656893d2" providerId="ADAL" clId="{992600FB-E5A2-48A8-ADC9-6968E10B5B48}" dt="2022-11-30T06:30:34.897" v="3447" actId="478"/>
          <ac:spMkLst>
            <pc:docMk/>
            <pc:sldMk cId="1275407903" sldId="268"/>
            <ac:spMk id="43" creationId="{4085F982-777E-59AD-4DB4-B07024AB9EAF}"/>
          </ac:spMkLst>
        </pc:spChg>
        <pc:spChg chg="del">
          <ac:chgData name="Amal R Babu" userId="3a292d0a-112b-4bc3-bf38-7771656893d2" providerId="ADAL" clId="{992600FB-E5A2-48A8-ADC9-6968E10B5B48}" dt="2022-11-30T04:48:39.445" v="3088" actId="478"/>
          <ac:spMkLst>
            <pc:docMk/>
            <pc:sldMk cId="1275407903" sldId="268"/>
            <ac:spMk id="45" creationId="{CAD06A51-706D-3020-BC3C-51F74BA47466}"/>
          </ac:spMkLst>
        </pc:spChg>
        <pc:spChg chg="del">
          <ac:chgData name="Amal R Babu" userId="3a292d0a-112b-4bc3-bf38-7771656893d2" providerId="ADAL" clId="{992600FB-E5A2-48A8-ADC9-6968E10B5B48}" dt="2022-11-30T04:48:39.445" v="3088" actId="478"/>
          <ac:spMkLst>
            <pc:docMk/>
            <pc:sldMk cId="1275407903" sldId="268"/>
            <ac:spMk id="46" creationId="{4D2F7B60-C640-B10E-3F51-75BE4A15FDE6}"/>
          </ac:spMkLst>
        </pc:spChg>
        <pc:spChg chg="del">
          <ac:chgData name="Amal R Babu" userId="3a292d0a-112b-4bc3-bf38-7771656893d2" providerId="ADAL" clId="{992600FB-E5A2-48A8-ADC9-6968E10B5B48}" dt="2022-11-30T04:48:39.445" v="3088" actId="478"/>
          <ac:spMkLst>
            <pc:docMk/>
            <pc:sldMk cId="1275407903" sldId="268"/>
            <ac:spMk id="48" creationId="{32BA2B5C-A252-6EDB-B3FB-09C6C1A0D1C5}"/>
          </ac:spMkLst>
        </pc:spChg>
        <pc:spChg chg="del">
          <ac:chgData name="Amal R Babu" userId="3a292d0a-112b-4bc3-bf38-7771656893d2" providerId="ADAL" clId="{992600FB-E5A2-48A8-ADC9-6968E10B5B48}" dt="2022-11-30T07:56:33.087" v="3643" actId="478"/>
          <ac:spMkLst>
            <pc:docMk/>
            <pc:sldMk cId="1275407903" sldId="268"/>
            <ac:spMk id="50" creationId="{0E2B6178-FB2D-9772-47AD-87A734026875}"/>
          </ac:spMkLst>
        </pc:spChg>
        <pc:spChg chg="del">
          <ac:chgData name="Amal R Babu" userId="3a292d0a-112b-4bc3-bf38-7771656893d2" providerId="ADAL" clId="{992600FB-E5A2-48A8-ADC9-6968E10B5B48}" dt="2022-11-30T04:48:39.445" v="3088" actId="478"/>
          <ac:spMkLst>
            <pc:docMk/>
            <pc:sldMk cId="1275407903" sldId="268"/>
            <ac:spMk id="51" creationId="{27AE5392-7B1E-233F-F925-0AC39F540B43}"/>
          </ac:spMkLst>
        </pc:spChg>
        <pc:spChg chg="del">
          <ac:chgData name="Amal R Babu" userId="3a292d0a-112b-4bc3-bf38-7771656893d2" providerId="ADAL" clId="{992600FB-E5A2-48A8-ADC9-6968E10B5B48}" dt="2022-11-30T07:56:33.087" v="3643" actId="478"/>
          <ac:spMkLst>
            <pc:docMk/>
            <pc:sldMk cId="1275407903" sldId="268"/>
            <ac:spMk id="55" creationId="{A2C13AB5-7A64-00F4-ECBF-90F667E097CA}"/>
          </ac:spMkLst>
        </pc:spChg>
        <pc:spChg chg="del">
          <ac:chgData name="Amal R Babu" userId="3a292d0a-112b-4bc3-bf38-7771656893d2" providerId="ADAL" clId="{992600FB-E5A2-48A8-ADC9-6968E10B5B48}" dt="2022-11-30T04:48:39.445" v="3088" actId="478"/>
          <ac:spMkLst>
            <pc:docMk/>
            <pc:sldMk cId="1275407903" sldId="268"/>
            <ac:spMk id="56" creationId="{7770034B-8A8D-D547-60C2-8309477214E3}"/>
          </ac:spMkLst>
        </pc:spChg>
        <pc:spChg chg="del">
          <ac:chgData name="Amal R Babu" userId="3a292d0a-112b-4bc3-bf38-7771656893d2" providerId="ADAL" clId="{992600FB-E5A2-48A8-ADC9-6968E10B5B48}" dt="2022-11-30T04:48:39.445" v="3088" actId="478"/>
          <ac:spMkLst>
            <pc:docMk/>
            <pc:sldMk cId="1275407903" sldId="268"/>
            <ac:spMk id="57" creationId="{83D07306-8D46-7528-99E4-D290AA4D1959}"/>
          </ac:spMkLst>
        </pc:spChg>
        <pc:spChg chg="del mod">
          <ac:chgData name="Amal R Babu" userId="3a292d0a-112b-4bc3-bf38-7771656893d2" providerId="ADAL" clId="{992600FB-E5A2-48A8-ADC9-6968E10B5B48}" dt="2022-11-30T07:56:33.087" v="3643" actId="478"/>
          <ac:spMkLst>
            <pc:docMk/>
            <pc:sldMk cId="1275407903" sldId="268"/>
            <ac:spMk id="58" creationId="{84827C04-91A4-59E2-705C-138BA0A13DA9}"/>
          </ac:spMkLst>
        </pc:spChg>
        <pc:spChg chg="add del mod">
          <ac:chgData name="Amal R Babu" userId="3a292d0a-112b-4bc3-bf38-7771656893d2" providerId="ADAL" clId="{992600FB-E5A2-48A8-ADC9-6968E10B5B48}" dt="2022-11-30T05:55:13.939" v="3162" actId="478"/>
          <ac:spMkLst>
            <pc:docMk/>
            <pc:sldMk cId="1275407903" sldId="268"/>
            <ac:spMk id="60" creationId="{D0091BF2-C64E-F1C0-8920-3DA514ECC8C8}"/>
          </ac:spMkLst>
        </pc:spChg>
        <pc:spChg chg="add mod">
          <ac:chgData name="Amal R Babu" userId="3a292d0a-112b-4bc3-bf38-7771656893d2" providerId="ADAL" clId="{992600FB-E5A2-48A8-ADC9-6968E10B5B48}" dt="2022-11-30T05:04:29.839" v="3130" actId="571"/>
          <ac:spMkLst>
            <pc:docMk/>
            <pc:sldMk cId="1275407903" sldId="268"/>
            <ac:spMk id="61" creationId="{E0FB8D4D-DFF6-7AA2-5EE0-6927B13FDD32}"/>
          </ac:spMkLst>
        </pc:spChg>
        <pc:spChg chg="mod">
          <ac:chgData name="Amal R Babu" userId="3a292d0a-112b-4bc3-bf38-7771656893d2" providerId="ADAL" clId="{992600FB-E5A2-48A8-ADC9-6968E10B5B48}" dt="2022-11-30T05:04:29.839" v="3130" actId="571"/>
          <ac:spMkLst>
            <pc:docMk/>
            <pc:sldMk cId="1275407903" sldId="268"/>
            <ac:spMk id="66" creationId="{CEB1998D-D3A0-A139-FBE8-70CF5BBA3F09}"/>
          </ac:spMkLst>
        </pc:spChg>
        <pc:spChg chg="mod">
          <ac:chgData name="Amal R Babu" userId="3a292d0a-112b-4bc3-bf38-7771656893d2" providerId="ADAL" clId="{992600FB-E5A2-48A8-ADC9-6968E10B5B48}" dt="2022-11-30T05:04:29.839" v="3130" actId="571"/>
          <ac:spMkLst>
            <pc:docMk/>
            <pc:sldMk cId="1275407903" sldId="268"/>
            <ac:spMk id="78" creationId="{B940A963-0376-13CD-77D3-09B621D65567}"/>
          </ac:spMkLst>
        </pc:spChg>
        <pc:spChg chg="mod">
          <ac:chgData name="Amal R Babu" userId="3a292d0a-112b-4bc3-bf38-7771656893d2" providerId="ADAL" clId="{992600FB-E5A2-48A8-ADC9-6968E10B5B48}" dt="2022-11-30T05:04:29.839" v="3130" actId="571"/>
          <ac:spMkLst>
            <pc:docMk/>
            <pc:sldMk cId="1275407903" sldId="268"/>
            <ac:spMk id="83" creationId="{D64D265E-00CD-9E88-4409-B578791487BD}"/>
          </ac:spMkLst>
        </pc:spChg>
        <pc:spChg chg="mod topLvl">
          <ac:chgData name="Amal R Babu" userId="3a292d0a-112b-4bc3-bf38-7771656893d2" providerId="ADAL" clId="{992600FB-E5A2-48A8-ADC9-6968E10B5B48}" dt="2022-11-30T05:05:34.558" v="3145" actId="164"/>
          <ac:spMkLst>
            <pc:docMk/>
            <pc:sldMk cId="1275407903" sldId="268"/>
            <ac:spMk id="85" creationId="{25072C4A-5329-3570-77D6-C53A0BA26164}"/>
          </ac:spMkLst>
        </pc:spChg>
        <pc:spChg chg="mod topLvl">
          <ac:chgData name="Amal R Babu" userId="3a292d0a-112b-4bc3-bf38-7771656893d2" providerId="ADAL" clId="{992600FB-E5A2-48A8-ADC9-6968E10B5B48}" dt="2022-11-30T05:05:34.558" v="3145" actId="164"/>
          <ac:spMkLst>
            <pc:docMk/>
            <pc:sldMk cId="1275407903" sldId="268"/>
            <ac:spMk id="86" creationId="{8B527B8B-00F3-7F5B-C545-7B4EA8327C5B}"/>
          </ac:spMkLst>
        </pc:spChg>
        <pc:spChg chg="mod topLvl">
          <ac:chgData name="Amal R Babu" userId="3a292d0a-112b-4bc3-bf38-7771656893d2" providerId="ADAL" clId="{992600FB-E5A2-48A8-ADC9-6968E10B5B48}" dt="2022-11-30T05:05:34.558" v="3145" actId="164"/>
          <ac:spMkLst>
            <pc:docMk/>
            <pc:sldMk cId="1275407903" sldId="268"/>
            <ac:spMk id="87" creationId="{7433497A-914B-E88E-CBE5-5552A5250999}"/>
          </ac:spMkLst>
        </pc:spChg>
        <pc:spChg chg="mod">
          <ac:chgData name="Amal R Babu" userId="3a292d0a-112b-4bc3-bf38-7771656893d2" providerId="ADAL" clId="{992600FB-E5A2-48A8-ADC9-6968E10B5B48}" dt="2022-11-30T06:20:54.956" v="3348" actId="1076"/>
          <ac:spMkLst>
            <pc:docMk/>
            <pc:sldMk cId="1275407903" sldId="268"/>
            <ac:spMk id="92" creationId="{232C2ADA-8B7B-4990-FB78-B27C9A79E87E}"/>
          </ac:spMkLst>
        </pc:spChg>
        <pc:spChg chg="del mod topLvl">
          <ac:chgData name="Amal R Babu" userId="3a292d0a-112b-4bc3-bf38-7771656893d2" providerId="ADAL" clId="{992600FB-E5A2-48A8-ADC9-6968E10B5B48}" dt="2022-11-30T06:13:05.298" v="3256" actId="478"/>
          <ac:spMkLst>
            <pc:docMk/>
            <pc:sldMk cId="1275407903" sldId="268"/>
            <ac:spMk id="100" creationId="{1634DE25-4BAD-982B-FD41-4807446A3F0F}"/>
          </ac:spMkLst>
        </pc:spChg>
        <pc:spChg chg="mod topLvl">
          <ac:chgData name="Amal R Babu" userId="3a292d0a-112b-4bc3-bf38-7771656893d2" providerId="ADAL" clId="{992600FB-E5A2-48A8-ADC9-6968E10B5B48}" dt="2022-11-30T06:15:10.227" v="3296" actId="165"/>
          <ac:spMkLst>
            <pc:docMk/>
            <pc:sldMk cId="1275407903" sldId="268"/>
            <ac:spMk id="101" creationId="{0B8B5381-5AF5-78F1-22D8-F0A963C908A4}"/>
          </ac:spMkLst>
        </pc:spChg>
        <pc:spChg chg="del mod">
          <ac:chgData name="Amal R Babu" userId="3a292d0a-112b-4bc3-bf38-7771656893d2" providerId="ADAL" clId="{992600FB-E5A2-48A8-ADC9-6968E10B5B48}" dt="2022-11-30T07:56:33.087" v="3643" actId="478"/>
          <ac:spMkLst>
            <pc:docMk/>
            <pc:sldMk cId="1275407903" sldId="268"/>
            <ac:spMk id="102" creationId="{BC336F4F-319C-E66A-14BA-28906300DE58}"/>
          </ac:spMkLst>
        </pc:spChg>
        <pc:spChg chg="mod">
          <ac:chgData name="Amal R Babu" userId="3a292d0a-112b-4bc3-bf38-7771656893d2" providerId="ADAL" clId="{992600FB-E5A2-48A8-ADC9-6968E10B5B48}" dt="2022-11-30T06:15:10.227" v="3296" actId="165"/>
          <ac:spMkLst>
            <pc:docMk/>
            <pc:sldMk cId="1275407903" sldId="268"/>
            <ac:spMk id="104" creationId="{72E5EABC-A394-7B77-8095-B853866C97DB}"/>
          </ac:spMkLst>
        </pc:spChg>
        <pc:spChg chg="mod">
          <ac:chgData name="Amal R Babu" userId="3a292d0a-112b-4bc3-bf38-7771656893d2" providerId="ADAL" clId="{992600FB-E5A2-48A8-ADC9-6968E10B5B48}" dt="2022-11-30T06:15:10.227" v="3296" actId="165"/>
          <ac:spMkLst>
            <pc:docMk/>
            <pc:sldMk cId="1275407903" sldId="268"/>
            <ac:spMk id="105" creationId="{F3A4B0B8-01E4-D3C7-DEDD-8FE0A1D96186}"/>
          </ac:spMkLst>
        </pc:spChg>
        <pc:spChg chg="mod">
          <ac:chgData name="Amal R Babu" userId="3a292d0a-112b-4bc3-bf38-7771656893d2" providerId="ADAL" clId="{992600FB-E5A2-48A8-ADC9-6968E10B5B48}" dt="2022-11-30T06:15:10.227" v="3296" actId="165"/>
          <ac:spMkLst>
            <pc:docMk/>
            <pc:sldMk cId="1275407903" sldId="268"/>
            <ac:spMk id="106" creationId="{FEC4E796-7548-60E9-1483-58CB80A5066B}"/>
          </ac:spMkLst>
        </pc:spChg>
        <pc:spChg chg="mod topLvl">
          <ac:chgData name="Amal R Babu" userId="3a292d0a-112b-4bc3-bf38-7771656893d2" providerId="ADAL" clId="{992600FB-E5A2-48A8-ADC9-6968E10B5B48}" dt="2022-11-30T06:15:10.227" v="3296" actId="165"/>
          <ac:spMkLst>
            <pc:docMk/>
            <pc:sldMk cId="1275407903" sldId="268"/>
            <ac:spMk id="107" creationId="{D780F9A4-B3F5-3D00-9D28-DB74E7AC3029}"/>
          </ac:spMkLst>
        </pc:spChg>
        <pc:spChg chg="mod topLvl">
          <ac:chgData name="Amal R Babu" userId="3a292d0a-112b-4bc3-bf38-7771656893d2" providerId="ADAL" clId="{992600FB-E5A2-48A8-ADC9-6968E10B5B48}" dt="2022-11-30T06:15:10.227" v="3296" actId="165"/>
          <ac:spMkLst>
            <pc:docMk/>
            <pc:sldMk cId="1275407903" sldId="268"/>
            <ac:spMk id="108" creationId="{FB189AB4-5F00-6EBF-81EA-576AE98AF0DD}"/>
          </ac:spMkLst>
        </pc:spChg>
        <pc:spChg chg="del">
          <ac:chgData name="Amal R Babu" userId="3a292d0a-112b-4bc3-bf38-7771656893d2" providerId="ADAL" clId="{992600FB-E5A2-48A8-ADC9-6968E10B5B48}" dt="2022-11-30T06:30:34.897" v="3447" actId="478"/>
          <ac:spMkLst>
            <pc:docMk/>
            <pc:sldMk cId="1275407903" sldId="268"/>
            <ac:spMk id="109" creationId="{B205D4A8-03D0-E92D-2A10-7A44B4A53BD1}"/>
          </ac:spMkLst>
        </pc:spChg>
        <pc:spChg chg="mod topLvl">
          <ac:chgData name="Amal R Babu" userId="3a292d0a-112b-4bc3-bf38-7771656893d2" providerId="ADAL" clId="{992600FB-E5A2-48A8-ADC9-6968E10B5B48}" dt="2022-11-30T06:15:10.227" v="3296" actId="165"/>
          <ac:spMkLst>
            <pc:docMk/>
            <pc:sldMk cId="1275407903" sldId="268"/>
            <ac:spMk id="110" creationId="{11D044F7-069C-1EE1-631B-E39F51A8514B}"/>
          </ac:spMkLst>
        </pc:spChg>
        <pc:spChg chg="mod topLvl">
          <ac:chgData name="Amal R Babu" userId="3a292d0a-112b-4bc3-bf38-7771656893d2" providerId="ADAL" clId="{992600FB-E5A2-48A8-ADC9-6968E10B5B48}" dt="2022-11-30T06:15:10.227" v="3296" actId="165"/>
          <ac:spMkLst>
            <pc:docMk/>
            <pc:sldMk cId="1275407903" sldId="268"/>
            <ac:spMk id="111" creationId="{F8D5B782-E102-ED48-384D-001B4CCF7315}"/>
          </ac:spMkLst>
        </pc:spChg>
        <pc:spChg chg="mod topLvl">
          <ac:chgData name="Amal R Babu" userId="3a292d0a-112b-4bc3-bf38-7771656893d2" providerId="ADAL" clId="{992600FB-E5A2-48A8-ADC9-6968E10B5B48}" dt="2022-11-30T06:15:10.227" v="3296" actId="165"/>
          <ac:spMkLst>
            <pc:docMk/>
            <pc:sldMk cId="1275407903" sldId="268"/>
            <ac:spMk id="112" creationId="{7D934A19-4D47-C1B5-CC49-5DD72A97EE92}"/>
          </ac:spMkLst>
        </pc:spChg>
        <pc:spChg chg="mod topLvl">
          <ac:chgData name="Amal R Babu" userId="3a292d0a-112b-4bc3-bf38-7771656893d2" providerId="ADAL" clId="{992600FB-E5A2-48A8-ADC9-6968E10B5B48}" dt="2022-11-30T06:15:59.483" v="3299" actId="207"/>
          <ac:spMkLst>
            <pc:docMk/>
            <pc:sldMk cId="1275407903" sldId="268"/>
            <ac:spMk id="113" creationId="{F3C445CE-A671-6B0E-5B71-2C636FB9174A}"/>
          </ac:spMkLst>
        </pc:spChg>
        <pc:spChg chg="mod">
          <ac:chgData name="Amal R Babu" userId="3a292d0a-112b-4bc3-bf38-7771656893d2" providerId="ADAL" clId="{992600FB-E5A2-48A8-ADC9-6968E10B5B48}" dt="2022-11-30T06:15:10.227" v="3296" actId="165"/>
          <ac:spMkLst>
            <pc:docMk/>
            <pc:sldMk cId="1275407903" sldId="268"/>
            <ac:spMk id="115" creationId="{01DE9920-18F1-D9E2-18D8-57E9502EAF07}"/>
          </ac:spMkLst>
        </pc:spChg>
        <pc:spChg chg="mod">
          <ac:chgData name="Amal R Babu" userId="3a292d0a-112b-4bc3-bf38-7771656893d2" providerId="ADAL" clId="{992600FB-E5A2-48A8-ADC9-6968E10B5B48}" dt="2022-11-30T06:15:10.227" v="3296" actId="165"/>
          <ac:spMkLst>
            <pc:docMk/>
            <pc:sldMk cId="1275407903" sldId="268"/>
            <ac:spMk id="116" creationId="{769D4DB6-8204-1CA6-35DA-0CBF0D1F3B23}"/>
          </ac:spMkLst>
        </pc:spChg>
        <pc:spChg chg="mod topLvl">
          <ac:chgData name="Amal R Babu" userId="3a292d0a-112b-4bc3-bf38-7771656893d2" providerId="ADAL" clId="{992600FB-E5A2-48A8-ADC9-6968E10B5B48}" dt="2022-11-30T06:15:10.227" v="3296" actId="165"/>
          <ac:spMkLst>
            <pc:docMk/>
            <pc:sldMk cId="1275407903" sldId="268"/>
            <ac:spMk id="117" creationId="{56370A66-18BF-DCBF-3BE1-53FFA1CBDF58}"/>
          </ac:spMkLst>
        </pc:spChg>
        <pc:spChg chg="mod topLvl">
          <ac:chgData name="Amal R Babu" userId="3a292d0a-112b-4bc3-bf38-7771656893d2" providerId="ADAL" clId="{992600FB-E5A2-48A8-ADC9-6968E10B5B48}" dt="2022-11-30T06:15:10.227" v="3296" actId="165"/>
          <ac:spMkLst>
            <pc:docMk/>
            <pc:sldMk cId="1275407903" sldId="268"/>
            <ac:spMk id="118" creationId="{3AACD876-D12C-4DE4-2E25-620E3ACF133C}"/>
          </ac:spMkLst>
        </pc:spChg>
        <pc:spChg chg="mod topLvl">
          <ac:chgData name="Amal R Babu" userId="3a292d0a-112b-4bc3-bf38-7771656893d2" providerId="ADAL" clId="{992600FB-E5A2-48A8-ADC9-6968E10B5B48}" dt="2022-11-30T06:15:10.227" v="3296" actId="165"/>
          <ac:spMkLst>
            <pc:docMk/>
            <pc:sldMk cId="1275407903" sldId="268"/>
            <ac:spMk id="119" creationId="{8F4F6FAE-F521-B77E-1175-C825184004FD}"/>
          </ac:spMkLst>
        </pc:spChg>
        <pc:spChg chg="mod">
          <ac:chgData name="Amal R Babu" userId="3a292d0a-112b-4bc3-bf38-7771656893d2" providerId="ADAL" clId="{992600FB-E5A2-48A8-ADC9-6968E10B5B48}" dt="2022-11-30T06:15:10.227" v="3296" actId="165"/>
          <ac:spMkLst>
            <pc:docMk/>
            <pc:sldMk cId="1275407903" sldId="268"/>
            <ac:spMk id="122" creationId="{452F70D3-03C9-71D9-8A14-657E719AC81E}"/>
          </ac:spMkLst>
        </pc:spChg>
        <pc:spChg chg="mod">
          <ac:chgData name="Amal R Babu" userId="3a292d0a-112b-4bc3-bf38-7771656893d2" providerId="ADAL" clId="{992600FB-E5A2-48A8-ADC9-6968E10B5B48}" dt="2022-11-30T06:15:10.227" v="3296" actId="165"/>
          <ac:spMkLst>
            <pc:docMk/>
            <pc:sldMk cId="1275407903" sldId="268"/>
            <ac:spMk id="123" creationId="{C9570C8A-33CC-A370-FDA2-0E5E24605D57}"/>
          </ac:spMkLst>
        </pc:spChg>
        <pc:spChg chg="mod">
          <ac:chgData name="Amal R Babu" userId="3a292d0a-112b-4bc3-bf38-7771656893d2" providerId="ADAL" clId="{992600FB-E5A2-48A8-ADC9-6968E10B5B48}" dt="2022-11-30T06:15:10.227" v="3296" actId="165"/>
          <ac:spMkLst>
            <pc:docMk/>
            <pc:sldMk cId="1275407903" sldId="268"/>
            <ac:spMk id="125" creationId="{2CAD21D5-5D9B-99FA-9F60-52CD4821D217}"/>
          </ac:spMkLst>
        </pc:spChg>
        <pc:spChg chg="mod">
          <ac:chgData name="Amal R Babu" userId="3a292d0a-112b-4bc3-bf38-7771656893d2" providerId="ADAL" clId="{992600FB-E5A2-48A8-ADC9-6968E10B5B48}" dt="2022-11-30T06:15:10.227" v="3296" actId="165"/>
          <ac:spMkLst>
            <pc:docMk/>
            <pc:sldMk cId="1275407903" sldId="268"/>
            <ac:spMk id="126" creationId="{D4782374-53EA-662B-DE97-180592B4C2B7}"/>
          </ac:spMkLst>
        </pc:spChg>
        <pc:spChg chg="mod">
          <ac:chgData name="Amal R Babu" userId="3a292d0a-112b-4bc3-bf38-7771656893d2" providerId="ADAL" clId="{992600FB-E5A2-48A8-ADC9-6968E10B5B48}" dt="2022-11-30T06:15:10.227" v="3296" actId="165"/>
          <ac:spMkLst>
            <pc:docMk/>
            <pc:sldMk cId="1275407903" sldId="268"/>
            <ac:spMk id="128" creationId="{6D4CC817-EB0B-2B53-18C7-7292662CBCD3}"/>
          </ac:spMkLst>
        </pc:spChg>
        <pc:spChg chg="mod">
          <ac:chgData name="Amal R Babu" userId="3a292d0a-112b-4bc3-bf38-7771656893d2" providerId="ADAL" clId="{992600FB-E5A2-48A8-ADC9-6968E10B5B48}" dt="2022-11-30T06:15:10.227" v="3296" actId="165"/>
          <ac:spMkLst>
            <pc:docMk/>
            <pc:sldMk cId="1275407903" sldId="268"/>
            <ac:spMk id="129" creationId="{70467A09-0ABD-8C73-23F6-48B2BD0BAA0A}"/>
          </ac:spMkLst>
        </pc:spChg>
        <pc:spChg chg="mod">
          <ac:chgData name="Amal R Babu" userId="3a292d0a-112b-4bc3-bf38-7771656893d2" providerId="ADAL" clId="{992600FB-E5A2-48A8-ADC9-6968E10B5B48}" dt="2022-11-30T06:40:26.363" v="3493" actId="207"/>
          <ac:spMkLst>
            <pc:docMk/>
            <pc:sldMk cId="1275407903" sldId="268"/>
            <ac:spMk id="131" creationId="{A2AB9ACF-4BFC-A005-77F8-14C3F12134D0}"/>
          </ac:spMkLst>
        </pc:spChg>
        <pc:spChg chg="mod">
          <ac:chgData name="Amal R Babu" userId="3a292d0a-112b-4bc3-bf38-7771656893d2" providerId="ADAL" clId="{992600FB-E5A2-48A8-ADC9-6968E10B5B48}" dt="2022-11-30T06:40:26.363" v="3493" actId="207"/>
          <ac:spMkLst>
            <pc:docMk/>
            <pc:sldMk cId="1275407903" sldId="268"/>
            <ac:spMk id="132" creationId="{40180FDC-59DE-D701-507B-5DB54023A02D}"/>
          </ac:spMkLst>
        </pc:spChg>
        <pc:spChg chg="mod">
          <ac:chgData name="Amal R Babu" userId="3a292d0a-112b-4bc3-bf38-7771656893d2" providerId="ADAL" clId="{992600FB-E5A2-48A8-ADC9-6968E10B5B48}" dt="2022-11-30T06:15:10.227" v="3296" actId="165"/>
          <ac:spMkLst>
            <pc:docMk/>
            <pc:sldMk cId="1275407903" sldId="268"/>
            <ac:spMk id="134" creationId="{6B1CB777-DB96-6790-A03C-3AA9090581E7}"/>
          </ac:spMkLst>
        </pc:spChg>
        <pc:spChg chg="mod">
          <ac:chgData name="Amal R Babu" userId="3a292d0a-112b-4bc3-bf38-7771656893d2" providerId="ADAL" clId="{992600FB-E5A2-48A8-ADC9-6968E10B5B48}" dt="2022-11-30T06:15:10.227" v="3296" actId="165"/>
          <ac:spMkLst>
            <pc:docMk/>
            <pc:sldMk cId="1275407903" sldId="268"/>
            <ac:spMk id="135" creationId="{28EFA2E2-2264-F4CE-D394-8F7D92A747F3}"/>
          </ac:spMkLst>
        </pc:spChg>
        <pc:spChg chg="mod">
          <ac:chgData name="Amal R Babu" userId="3a292d0a-112b-4bc3-bf38-7771656893d2" providerId="ADAL" clId="{992600FB-E5A2-48A8-ADC9-6968E10B5B48}" dt="2022-11-30T06:15:10.227" v="3296" actId="165"/>
          <ac:spMkLst>
            <pc:docMk/>
            <pc:sldMk cId="1275407903" sldId="268"/>
            <ac:spMk id="136" creationId="{77AAC83A-A176-EB4F-F0A8-765CD5D1F6BD}"/>
          </ac:spMkLst>
        </pc:spChg>
        <pc:spChg chg="mod topLvl">
          <ac:chgData name="Amal R Babu" userId="3a292d0a-112b-4bc3-bf38-7771656893d2" providerId="ADAL" clId="{992600FB-E5A2-48A8-ADC9-6968E10B5B48}" dt="2022-11-30T06:15:10.227" v="3296" actId="165"/>
          <ac:spMkLst>
            <pc:docMk/>
            <pc:sldMk cId="1275407903" sldId="268"/>
            <ac:spMk id="137" creationId="{10D5C27D-D646-A21F-A5F8-933C0BFC592D}"/>
          </ac:spMkLst>
        </pc:spChg>
        <pc:spChg chg="del mod ord topLvl">
          <ac:chgData name="Amal R Babu" userId="3a292d0a-112b-4bc3-bf38-7771656893d2" providerId="ADAL" clId="{992600FB-E5A2-48A8-ADC9-6968E10B5B48}" dt="2022-11-30T06:12:37.826" v="3247" actId="478"/>
          <ac:spMkLst>
            <pc:docMk/>
            <pc:sldMk cId="1275407903" sldId="268"/>
            <ac:spMk id="141" creationId="{69793278-E29F-8FF1-2F5A-B8D34B2274A1}"/>
          </ac:spMkLst>
        </pc:spChg>
        <pc:spChg chg="del mod topLvl">
          <ac:chgData name="Amal R Babu" userId="3a292d0a-112b-4bc3-bf38-7771656893d2" providerId="ADAL" clId="{992600FB-E5A2-48A8-ADC9-6968E10B5B48}" dt="2022-11-30T06:01:38.449" v="3170" actId="478"/>
          <ac:spMkLst>
            <pc:docMk/>
            <pc:sldMk cId="1275407903" sldId="268"/>
            <ac:spMk id="142" creationId="{58E53BCB-88B8-8347-FE79-552E7464FADB}"/>
          </ac:spMkLst>
        </pc:spChg>
        <pc:spChg chg="del mod topLvl">
          <ac:chgData name="Amal R Babu" userId="3a292d0a-112b-4bc3-bf38-7771656893d2" providerId="ADAL" clId="{992600FB-E5A2-48A8-ADC9-6968E10B5B48}" dt="2022-11-30T06:01:38.449" v="3170" actId="478"/>
          <ac:spMkLst>
            <pc:docMk/>
            <pc:sldMk cId="1275407903" sldId="268"/>
            <ac:spMk id="144" creationId="{CDD85BF1-3D49-0E64-5DE4-6580898047A1}"/>
          </ac:spMkLst>
        </pc:spChg>
        <pc:spChg chg="del mod topLvl">
          <ac:chgData name="Amal R Babu" userId="3a292d0a-112b-4bc3-bf38-7771656893d2" providerId="ADAL" clId="{992600FB-E5A2-48A8-ADC9-6968E10B5B48}" dt="2022-11-30T06:01:38.449" v="3170" actId="478"/>
          <ac:spMkLst>
            <pc:docMk/>
            <pc:sldMk cId="1275407903" sldId="268"/>
            <ac:spMk id="145" creationId="{2785F59C-0016-D19A-DDC3-F9F42C6D8053}"/>
          </ac:spMkLst>
        </pc:spChg>
        <pc:spChg chg="del mod topLvl">
          <ac:chgData name="Amal R Babu" userId="3a292d0a-112b-4bc3-bf38-7771656893d2" providerId="ADAL" clId="{992600FB-E5A2-48A8-ADC9-6968E10B5B48}" dt="2022-11-30T06:01:38.449" v="3170" actId="478"/>
          <ac:spMkLst>
            <pc:docMk/>
            <pc:sldMk cId="1275407903" sldId="268"/>
            <ac:spMk id="146" creationId="{D5F94CE4-A7B5-577B-51CA-3F9AF0AF9439}"/>
          </ac:spMkLst>
        </pc:spChg>
        <pc:spChg chg="del mod topLvl">
          <ac:chgData name="Amal R Babu" userId="3a292d0a-112b-4bc3-bf38-7771656893d2" providerId="ADAL" clId="{992600FB-E5A2-48A8-ADC9-6968E10B5B48}" dt="2022-11-30T06:01:38.449" v="3170" actId="478"/>
          <ac:spMkLst>
            <pc:docMk/>
            <pc:sldMk cId="1275407903" sldId="268"/>
            <ac:spMk id="147" creationId="{8021EC81-E98E-B225-0884-7FD1C2F6F6ED}"/>
          </ac:spMkLst>
        </pc:spChg>
        <pc:spChg chg="del mod topLvl">
          <ac:chgData name="Amal R Babu" userId="3a292d0a-112b-4bc3-bf38-7771656893d2" providerId="ADAL" clId="{992600FB-E5A2-48A8-ADC9-6968E10B5B48}" dt="2022-11-30T06:01:38.449" v="3170" actId="478"/>
          <ac:spMkLst>
            <pc:docMk/>
            <pc:sldMk cId="1275407903" sldId="268"/>
            <ac:spMk id="148" creationId="{02EAE7DE-26D4-CE54-F69D-E88760530B50}"/>
          </ac:spMkLst>
        </pc:spChg>
        <pc:spChg chg="del mod topLvl">
          <ac:chgData name="Amal R Babu" userId="3a292d0a-112b-4bc3-bf38-7771656893d2" providerId="ADAL" clId="{992600FB-E5A2-48A8-ADC9-6968E10B5B48}" dt="2022-11-30T06:01:38.449" v="3170" actId="478"/>
          <ac:spMkLst>
            <pc:docMk/>
            <pc:sldMk cId="1275407903" sldId="268"/>
            <ac:spMk id="149" creationId="{082477B2-92E8-1A35-8550-CE014BF986B0}"/>
          </ac:spMkLst>
        </pc:spChg>
        <pc:spChg chg="del mod topLvl">
          <ac:chgData name="Amal R Babu" userId="3a292d0a-112b-4bc3-bf38-7771656893d2" providerId="ADAL" clId="{992600FB-E5A2-48A8-ADC9-6968E10B5B48}" dt="2022-11-30T06:01:38.449" v="3170" actId="478"/>
          <ac:spMkLst>
            <pc:docMk/>
            <pc:sldMk cId="1275407903" sldId="268"/>
            <ac:spMk id="151" creationId="{C5C0EF86-5048-F916-F7D6-5AB28B3FBAC7}"/>
          </ac:spMkLst>
        </pc:spChg>
        <pc:spChg chg="del mod topLvl">
          <ac:chgData name="Amal R Babu" userId="3a292d0a-112b-4bc3-bf38-7771656893d2" providerId="ADAL" clId="{992600FB-E5A2-48A8-ADC9-6968E10B5B48}" dt="2022-11-30T06:01:38.449" v="3170" actId="478"/>
          <ac:spMkLst>
            <pc:docMk/>
            <pc:sldMk cId="1275407903" sldId="268"/>
            <ac:spMk id="152" creationId="{DE54C964-50CF-D607-A6E3-C49480F56DC8}"/>
          </ac:spMkLst>
        </pc:spChg>
        <pc:spChg chg="del mod topLvl">
          <ac:chgData name="Amal R Babu" userId="3a292d0a-112b-4bc3-bf38-7771656893d2" providerId="ADAL" clId="{992600FB-E5A2-48A8-ADC9-6968E10B5B48}" dt="2022-11-30T06:01:38.449" v="3170" actId="478"/>
          <ac:spMkLst>
            <pc:docMk/>
            <pc:sldMk cId="1275407903" sldId="268"/>
            <ac:spMk id="153" creationId="{731B9628-4FD3-8DDC-2BDC-37857C88BCC8}"/>
          </ac:spMkLst>
        </pc:spChg>
        <pc:spChg chg="del mod topLvl">
          <ac:chgData name="Amal R Babu" userId="3a292d0a-112b-4bc3-bf38-7771656893d2" providerId="ADAL" clId="{992600FB-E5A2-48A8-ADC9-6968E10B5B48}" dt="2022-11-30T06:01:52.359" v="3173" actId="478"/>
          <ac:spMkLst>
            <pc:docMk/>
            <pc:sldMk cId="1275407903" sldId="268"/>
            <ac:spMk id="157" creationId="{9EDA887D-B980-943C-96F2-A35077AC89E3}"/>
          </ac:spMkLst>
        </pc:spChg>
        <pc:spChg chg="mod">
          <ac:chgData name="Amal R Babu" userId="3a292d0a-112b-4bc3-bf38-7771656893d2" providerId="ADAL" clId="{992600FB-E5A2-48A8-ADC9-6968E10B5B48}" dt="2022-11-30T05:55:46.256" v="3169" actId="165"/>
          <ac:spMkLst>
            <pc:docMk/>
            <pc:sldMk cId="1275407903" sldId="268"/>
            <ac:spMk id="158" creationId="{7C6A1B88-6479-0065-F5A4-0613BA9E30D3}"/>
          </ac:spMkLst>
        </pc:spChg>
        <pc:spChg chg="mod">
          <ac:chgData name="Amal R Babu" userId="3a292d0a-112b-4bc3-bf38-7771656893d2" providerId="ADAL" clId="{992600FB-E5A2-48A8-ADC9-6968E10B5B48}" dt="2022-11-30T05:55:46.256" v="3169" actId="165"/>
          <ac:spMkLst>
            <pc:docMk/>
            <pc:sldMk cId="1275407903" sldId="268"/>
            <ac:spMk id="159" creationId="{D2ACD268-3B63-7A36-C7D2-88491D92349C}"/>
          </ac:spMkLst>
        </pc:spChg>
        <pc:spChg chg="mod">
          <ac:chgData name="Amal R Babu" userId="3a292d0a-112b-4bc3-bf38-7771656893d2" providerId="ADAL" clId="{992600FB-E5A2-48A8-ADC9-6968E10B5B48}" dt="2022-11-30T05:55:46.256" v="3169" actId="165"/>
          <ac:spMkLst>
            <pc:docMk/>
            <pc:sldMk cId="1275407903" sldId="268"/>
            <ac:spMk id="160" creationId="{A09BF7AD-ED5A-C6C2-68D0-2244EA0A127D}"/>
          </ac:spMkLst>
        </pc:spChg>
        <pc:spChg chg="mod">
          <ac:chgData name="Amal R Babu" userId="3a292d0a-112b-4bc3-bf38-7771656893d2" providerId="ADAL" clId="{992600FB-E5A2-48A8-ADC9-6968E10B5B48}" dt="2022-11-30T05:55:46.256" v="3169" actId="165"/>
          <ac:spMkLst>
            <pc:docMk/>
            <pc:sldMk cId="1275407903" sldId="268"/>
            <ac:spMk id="161" creationId="{1C7BA321-A8C4-9E1E-945F-23563ACBE1C8}"/>
          </ac:spMkLst>
        </pc:spChg>
        <pc:spChg chg="mod">
          <ac:chgData name="Amal R Babu" userId="3a292d0a-112b-4bc3-bf38-7771656893d2" providerId="ADAL" clId="{992600FB-E5A2-48A8-ADC9-6968E10B5B48}" dt="2022-11-30T05:55:46.256" v="3169" actId="165"/>
          <ac:spMkLst>
            <pc:docMk/>
            <pc:sldMk cId="1275407903" sldId="268"/>
            <ac:spMk id="162" creationId="{7FE62AD8-DC1B-3407-246D-79F9A04EAF31}"/>
          </ac:spMkLst>
        </pc:spChg>
        <pc:spChg chg="mod">
          <ac:chgData name="Amal R Babu" userId="3a292d0a-112b-4bc3-bf38-7771656893d2" providerId="ADAL" clId="{992600FB-E5A2-48A8-ADC9-6968E10B5B48}" dt="2022-11-30T05:55:46.256" v="3169" actId="165"/>
          <ac:spMkLst>
            <pc:docMk/>
            <pc:sldMk cId="1275407903" sldId="268"/>
            <ac:spMk id="166" creationId="{248A6178-C2AB-C569-3283-034456AB194D}"/>
          </ac:spMkLst>
        </pc:spChg>
        <pc:spChg chg="mod">
          <ac:chgData name="Amal R Babu" userId="3a292d0a-112b-4bc3-bf38-7771656893d2" providerId="ADAL" clId="{992600FB-E5A2-48A8-ADC9-6968E10B5B48}" dt="2022-11-30T05:55:46.256" v="3169" actId="165"/>
          <ac:spMkLst>
            <pc:docMk/>
            <pc:sldMk cId="1275407903" sldId="268"/>
            <ac:spMk id="167" creationId="{E67A7C23-3811-5AF6-8223-F6AB1FF554C6}"/>
          </ac:spMkLst>
        </pc:spChg>
        <pc:spChg chg="mod">
          <ac:chgData name="Amal R Babu" userId="3a292d0a-112b-4bc3-bf38-7771656893d2" providerId="ADAL" clId="{992600FB-E5A2-48A8-ADC9-6968E10B5B48}" dt="2022-11-30T05:55:46.256" v="3169" actId="165"/>
          <ac:spMkLst>
            <pc:docMk/>
            <pc:sldMk cId="1275407903" sldId="268"/>
            <ac:spMk id="168" creationId="{CEBAAB1F-B2AB-BCD1-1E3F-385DA23B9802}"/>
          </ac:spMkLst>
        </pc:spChg>
        <pc:spChg chg="mod">
          <ac:chgData name="Amal R Babu" userId="3a292d0a-112b-4bc3-bf38-7771656893d2" providerId="ADAL" clId="{992600FB-E5A2-48A8-ADC9-6968E10B5B48}" dt="2022-11-30T05:55:46.256" v="3169" actId="165"/>
          <ac:spMkLst>
            <pc:docMk/>
            <pc:sldMk cId="1275407903" sldId="268"/>
            <ac:spMk id="169" creationId="{04BB828A-5DC3-4068-6096-416CD7929BB7}"/>
          </ac:spMkLst>
        </pc:spChg>
        <pc:spChg chg="mod">
          <ac:chgData name="Amal R Babu" userId="3a292d0a-112b-4bc3-bf38-7771656893d2" providerId="ADAL" clId="{992600FB-E5A2-48A8-ADC9-6968E10B5B48}" dt="2022-11-30T05:55:46.256" v="3169" actId="165"/>
          <ac:spMkLst>
            <pc:docMk/>
            <pc:sldMk cId="1275407903" sldId="268"/>
            <ac:spMk id="170" creationId="{BD431958-DD5C-F783-8625-4F311119181C}"/>
          </ac:spMkLst>
        </pc:spChg>
        <pc:spChg chg="mod">
          <ac:chgData name="Amal R Babu" userId="3a292d0a-112b-4bc3-bf38-7771656893d2" providerId="ADAL" clId="{992600FB-E5A2-48A8-ADC9-6968E10B5B48}" dt="2022-11-30T05:55:46.256" v="3169" actId="165"/>
          <ac:spMkLst>
            <pc:docMk/>
            <pc:sldMk cId="1275407903" sldId="268"/>
            <ac:spMk id="171" creationId="{3353D213-450E-C9D5-5DB6-EDA2579EF929}"/>
          </ac:spMkLst>
        </pc:spChg>
        <pc:spChg chg="mod">
          <ac:chgData name="Amal R Babu" userId="3a292d0a-112b-4bc3-bf38-7771656893d2" providerId="ADAL" clId="{992600FB-E5A2-48A8-ADC9-6968E10B5B48}" dt="2022-11-30T05:55:46.256" v="3169" actId="165"/>
          <ac:spMkLst>
            <pc:docMk/>
            <pc:sldMk cId="1275407903" sldId="268"/>
            <ac:spMk id="172" creationId="{E46B9A10-4DDE-477C-86E9-813CF05F8C06}"/>
          </ac:spMkLst>
        </pc:spChg>
        <pc:spChg chg="mod">
          <ac:chgData name="Amal R Babu" userId="3a292d0a-112b-4bc3-bf38-7771656893d2" providerId="ADAL" clId="{992600FB-E5A2-48A8-ADC9-6968E10B5B48}" dt="2022-11-30T05:55:46.256" v="3169" actId="165"/>
          <ac:spMkLst>
            <pc:docMk/>
            <pc:sldMk cId="1275407903" sldId="268"/>
            <ac:spMk id="173" creationId="{44A4D3E9-4C2D-BA5E-23B2-FF76890C9E06}"/>
          </ac:spMkLst>
        </pc:spChg>
        <pc:spChg chg="mod">
          <ac:chgData name="Amal R Babu" userId="3a292d0a-112b-4bc3-bf38-7771656893d2" providerId="ADAL" clId="{992600FB-E5A2-48A8-ADC9-6968E10B5B48}" dt="2022-11-30T05:55:46.256" v="3169" actId="165"/>
          <ac:spMkLst>
            <pc:docMk/>
            <pc:sldMk cId="1275407903" sldId="268"/>
            <ac:spMk id="174" creationId="{F942EBE3-DDF2-38F0-9747-881FF572A94B}"/>
          </ac:spMkLst>
        </pc:spChg>
        <pc:spChg chg="mod">
          <ac:chgData name="Amal R Babu" userId="3a292d0a-112b-4bc3-bf38-7771656893d2" providerId="ADAL" clId="{992600FB-E5A2-48A8-ADC9-6968E10B5B48}" dt="2022-11-30T05:55:46.256" v="3169" actId="165"/>
          <ac:spMkLst>
            <pc:docMk/>
            <pc:sldMk cId="1275407903" sldId="268"/>
            <ac:spMk id="175" creationId="{23706AD6-A712-E0A4-B344-86FA73B16AA7}"/>
          </ac:spMkLst>
        </pc:spChg>
        <pc:spChg chg="mod">
          <ac:chgData name="Amal R Babu" userId="3a292d0a-112b-4bc3-bf38-7771656893d2" providerId="ADAL" clId="{992600FB-E5A2-48A8-ADC9-6968E10B5B48}" dt="2022-11-30T05:55:46.256" v="3169" actId="165"/>
          <ac:spMkLst>
            <pc:docMk/>
            <pc:sldMk cId="1275407903" sldId="268"/>
            <ac:spMk id="176" creationId="{93F33E81-C94D-4DFB-4A4E-37F298C9639D}"/>
          </ac:spMkLst>
        </pc:spChg>
        <pc:spChg chg="mod topLvl">
          <ac:chgData name="Amal R Babu" userId="3a292d0a-112b-4bc3-bf38-7771656893d2" providerId="ADAL" clId="{992600FB-E5A2-48A8-ADC9-6968E10B5B48}" dt="2022-11-30T06:11:55.334" v="3231" actId="164"/>
          <ac:spMkLst>
            <pc:docMk/>
            <pc:sldMk cId="1275407903" sldId="268"/>
            <ac:spMk id="179" creationId="{D45BEA65-40DD-527F-F370-DCC85E76911F}"/>
          </ac:spMkLst>
        </pc:spChg>
        <pc:spChg chg="del mod topLvl">
          <ac:chgData name="Amal R Babu" userId="3a292d0a-112b-4bc3-bf38-7771656893d2" providerId="ADAL" clId="{992600FB-E5A2-48A8-ADC9-6968E10B5B48}" dt="2022-11-30T06:02:05.563" v="3177" actId="478"/>
          <ac:spMkLst>
            <pc:docMk/>
            <pc:sldMk cId="1275407903" sldId="268"/>
            <ac:spMk id="180" creationId="{B0B5D5E6-1EB5-5327-4447-0401E14F8617}"/>
          </ac:spMkLst>
        </pc:spChg>
        <pc:spChg chg="add mod ord">
          <ac:chgData name="Amal R Babu" userId="3a292d0a-112b-4bc3-bf38-7771656893d2" providerId="ADAL" clId="{992600FB-E5A2-48A8-ADC9-6968E10B5B48}" dt="2022-11-30T06:14:20.879" v="3270" actId="164"/>
          <ac:spMkLst>
            <pc:docMk/>
            <pc:sldMk cId="1275407903" sldId="268"/>
            <ac:spMk id="192" creationId="{67492CB2-366D-A553-AE70-0AEE0B675FD8}"/>
          </ac:spMkLst>
        </pc:spChg>
        <pc:spChg chg="add mod ord topLvl">
          <ac:chgData name="Amal R Babu" userId="3a292d0a-112b-4bc3-bf38-7771656893d2" providerId="ADAL" clId="{992600FB-E5A2-48A8-ADC9-6968E10B5B48}" dt="2022-11-30T06:15:09.590" v="3295" actId="165"/>
          <ac:spMkLst>
            <pc:docMk/>
            <pc:sldMk cId="1275407903" sldId="268"/>
            <ac:spMk id="193" creationId="{D704D4A6-4C51-A2C0-4C74-6AFE3DED5F80}"/>
          </ac:spMkLst>
        </pc:spChg>
        <pc:spChg chg="add del mod">
          <ac:chgData name="Amal R Babu" userId="3a292d0a-112b-4bc3-bf38-7771656893d2" providerId="ADAL" clId="{992600FB-E5A2-48A8-ADC9-6968E10B5B48}" dt="2022-11-30T06:13:55.399" v="3266" actId="21"/>
          <ac:spMkLst>
            <pc:docMk/>
            <pc:sldMk cId="1275407903" sldId="268"/>
            <ac:spMk id="194" creationId="{7133E2F6-52AB-AEC3-174E-3F996E046BB3}"/>
          </ac:spMkLst>
        </pc:spChg>
        <pc:spChg chg="add del mod ord">
          <ac:chgData name="Amal R Babu" userId="3a292d0a-112b-4bc3-bf38-7771656893d2" providerId="ADAL" clId="{992600FB-E5A2-48A8-ADC9-6968E10B5B48}" dt="2022-11-30T06:17:12.679" v="3306" actId="931"/>
          <ac:spMkLst>
            <pc:docMk/>
            <pc:sldMk cId="1275407903" sldId="268"/>
            <ac:spMk id="199" creationId="{CD8F32CA-5D14-205C-B3D5-C9D967D34EED}"/>
          </ac:spMkLst>
        </pc:spChg>
        <pc:spChg chg="add mod topLvl">
          <ac:chgData name="Amal R Babu" userId="3a292d0a-112b-4bc3-bf38-7771656893d2" providerId="ADAL" clId="{992600FB-E5A2-48A8-ADC9-6968E10B5B48}" dt="2022-11-30T06:21:43.347" v="3361" actId="1076"/>
          <ac:spMkLst>
            <pc:docMk/>
            <pc:sldMk cId="1275407903" sldId="268"/>
            <ac:spMk id="202" creationId="{5FD67B0E-B486-259A-9A30-8FE699C95D33}"/>
          </ac:spMkLst>
        </pc:spChg>
        <pc:spChg chg="add mod topLvl">
          <ac:chgData name="Amal R Babu" userId="3a292d0a-112b-4bc3-bf38-7771656893d2" providerId="ADAL" clId="{992600FB-E5A2-48A8-ADC9-6968E10B5B48}" dt="2022-11-30T06:21:52.694" v="3364" actId="20577"/>
          <ac:spMkLst>
            <pc:docMk/>
            <pc:sldMk cId="1275407903" sldId="268"/>
            <ac:spMk id="203" creationId="{8346438C-55B7-B602-AFA4-BC7E4EE55CA0}"/>
          </ac:spMkLst>
        </pc:spChg>
        <pc:spChg chg="add del mod">
          <ac:chgData name="Amal R Babu" userId="3a292d0a-112b-4bc3-bf38-7771656893d2" providerId="ADAL" clId="{992600FB-E5A2-48A8-ADC9-6968E10B5B48}" dt="2022-11-30T06:19:48.209" v="3323" actId="478"/>
          <ac:spMkLst>
            <pc:docMk/>
            <pc:sldMk cId="1275407903" sldId="268"/>
            <ac:spMk id="204" creationId="{60FFCCED-B082-80A9-030E-64435848BB8A}"/>
          </ac:spMkLst>
        </pc:spChg>
        <pc:spChg chg="add mod">
          <ac:chgData name="Amal R Babu" userId="3a292d0a-112b-4bc3-bf38-7771656893d2" providerId="ADAL" clId="{992600FB-E5A2-48A8-ADC9-6968E10B5B48}" dt="2022-11-30T06:28:52.209" v="3440" actId="1036"/>
          <ac:spMkLst>
            <pc:docMk/>
            <pc:sldMk cId="1275407903" sldId="268"/>
            <ac:spMk id="205" creationId="{3BF23DE9-2382-C1CC-FD8D-214781D53B55}"/>
          </ac:spMkLst>
        </pc:spChg>
        <pc:spChg chg="add mod topLvl">
          <ac:chgData name="Amal R Babu" userId="3a292d0a-112b-4bc3-bf38-7771656893d2" providerId="ADAL" clId="{992600FB-E5A2-48A8-ADC9-6968E10B5B48}" dt="2022-11-30T06:21:38.834" v="3360" actId="1076"/>
          <ac:spMkLst>
            <pc:docMk/>
            <pc:sldMk cId="1275407903" sldId="268"/>
            <ac:spMk id="206" creationId="{79169794-4F2E-2AE6-F969-996FB49E062E}"/>
          </ac:spMkLst>
        </pc:spChg>
        <pc:spChg chg="add mod topLvl">
          <ac:chgData name="Amal R Babu" userId="3a292d0a-112b-4bc3-bf38-7771656893d2" providerId="ADAL" clId="{992600FB-E5A2-48A8-ADC9-6968E10B5B48}" dt="2022-11-30T06:21:51.090" v="3363" actId="20577"/>
          <ac:spMkLst>
            <pc:docMk/>
            <pc:sldMk cId="1275407903" sldId="268"/>
            <ac:spMk id="207" creationId="{2E052AEF-C577-9AD6-6D0F-C2297B334D02}"/>
          </ac:spMkLst>
        </pc:spChg>
        <pc:spChg chg="add mod">
          <ac:chgData name="Amal R Babu" userId="3a292d0a-112b-4bc3-bf38-7771656893d2" providerId="ADAL" clId="{992600FB-E5A2-48A8-ADC9-6968E10B5B48}" dt="2022-11-30T06:21:29.692" v="3359" actId="20577"/>
          <ac:spMkLst>
            <pc:docMk/>
            <pc:sldMk cId="1275407903" sldId="268"/>
            <ac:spMk id="210" creationId="{8F17B73C-6397-9ABD-F0A1-D7B02B843370}"/>
          </ac:spMkLst>
        </pc:spChg>
        <pc:spChg chg="mod">
          <ac:chgData name="Amal R Babu" userId="3a292d0a-112b-4bc3-bf38-7771656893d2" providerId="ADAL" clId="{992600FB-E5A2-48A8-ADC9-6968E10B5B48}" dt="2022-11-30T06:28:09.943" v="3421" actId="12789"/>
          <ac:spMkLst>
            <pc:docMk/>
            <pc:sldMk cId="1275407903" sldId="268"/>
            <ac:spMk id="217" creationId="{FB42F776-C64D-8B60-F900-DF34DAC9E2EA}"/>
          </ac:spMkLst>
        </pc:spChg>
        <pc:spChg chg="mod">
          <ac:chgData name="Amal R Babu" userId="3a292d0a-112b-4bc3-bf38-7771656893d2" providerId="ADAL" clId="{992600FB-E5A2-48A8-ADC9-6968E10B5B48}" dt="2022-11-30T06:28:09.943" v="3421" actId="12789"/>
          <ac:spMkLst>
            <pc:docMk/>
            <pc:sldMk cId="1275407903" sldId="268"/>
            <ac:spMk id="218" creationId="{9E8FBE3C-F095-6CF5-6D87-2F4866E0E61E}"/>
          </ac:spMkLst>
        </pc:spChg>
        <pc:spChg chg="mod">
          <ac:chgData name="Amal R Babu" userId="3a292d0a-112b-4bc3-bf38-7771656893d2" providerId="ADAL" clId="{992600FB-E5A2-48A8-ADC9-6968E10B5B48}" dt="2022-11-30T06:23:14.811" v="3377" actId="207"/>
          <ac:spMkLst>
            <pc:docMk/>
            <pc:sldMk cId="1275407903" sldId="268"/>
            <ac:spMk id="220" creationId="{D62D220C-B7A1-C438-3924-494863F74421}"/>
          </ac:spMkLst>
        </pc:spChg>
        <pc:spChg chg="mod">
          <ac:chgData name="Amal R Babu" userId="3a292d0a-112b-4bc3-bf38-7771656893d2" providerId="ADAL" clId="{992600FB-E5A2-48A8-ADC9-6968E10B5B48}" dt="2022-11-30T06:23:14.811" v="3377" actId="207"/>
          <ac:spMkLst>
            <pc:docMk/>
            <pc:sldMk cId="1275407903" sldId="268"/>
            <ac:spMk id="221" creationId="{F515E281-4346-0EC4-D389-FEA3B046872F}"/>
          </ac:spMkLst>
        </pc:spChg>
        <pc:spChg chg="mod">
          <ac:chgData name="Amal R Babu" userId="3a292d0a-112b-4bc3-bf38-7771656893d2" providerId="ADAL" clId="{992600FB-E5A2-48A8-ADC9-6968E10B5B48}" dt="2022-11-30T06:23:14.811" v="3377" actId="207"/>
          <ac:spMkLst>
            <pc:docMk/>
            <pc:sldMk cId="1275407903" sldId="268"/>
            <ac:spMk id="222" creationId="{DB3E5A5E-DEE8-B379-F948-C6AA74A779FB}"/>
          </ac:spMkLst>
        </pc:spChg>
        <pc:spChg chg="add mod">
          <ac:chgData name="Amal R Babu" userId="3a292d0a-112b-4bc3-bf38-7771656893d2" providerId="ADAL" clId="{992600FB-E5A2-48A8-ADC9-6968E10B5B48}" dt="2022-11-30T06:28:09.943" v="3421" actId="12789"/>
          <ac:spMkLst>
            <pc:docMk/>
            <pc:sldMk cId="1275407903" sldId="268"/>
            <ac:spMk id="223" creationId="{4D109181-EDA3-3985-73EF-270562160D65}"/>
          </ac:spMkLst>
        </pc:spChg>
        <pc:spChg chg="add del mod">
          <ac:chgData name="Amal R Babu" userId="3a292d0a-112b-4bc3-bf38-7771656893d2" providerId="ADAL" clId="{992600FB-E5A2-48A8-ADC9-6968E10B5B48}" dt="2022-11-30T06:28:53.874" v="3441" actId="478"/>
          <ac:spMkLst>
            <pc:docMk/>
            <pc:sldMk cId="1275407903" sldId="268"/>
            <ac:spMk id="224" creationId="{F6B19778-E878-259E-BBF4-C1DEC9ADBAFF}"/>
          </ac:spMkLst>
        </pc:spChg>
        <pc:spChg chg="add mod">
          <ac:chgData name="Amal R Babu" userId="3a292d0a-112b-4bc3-bf38-7771656893d2" providerId="ADAL" clId="{992600FB-E5A2-48A8-ADC9-6968E10B5B48}" dt="2022-11-30T07:56:41.460" v="3645" actId="207"/>
          <ac:spMkLst>
            <pc:docMk/>
            <pc:sldMk cId="1275407903" sldId="268"/>
            <ac:spMk id="225" creationId="{E55C87F7-2693-2B89-07BB-61F0706B1F34}"/>
          </ac:spMkLst>
        </pc:spChg>
        <pc:spChg chg="add mod">
          <ac:chgData name="Amal R Babu" userId="3a292d0a-112b-4bc3-bf38-7771656893d2" providerId="ADAL" clId="{992600FB-E5A2-48A8-ADC9-6968E10B5B48}" dt="2022-11-30T07:56:44.685" v="3646" actId="207"/>
          <ac:spMkLst>
            <pc:docMk/>
            <pc:sldMk cId="1275407903" sldId="268"/>
            <ac:spMk id="226" creationId="{2485AB5C-244B-A999-8D1D-C59ED487867B}"/>
          </ac:spMkLst>
        </pc:spChg>
        <pc:spChg chg="add mod">
          <ac:chgData name="Amal R Babu" userId="3a292d0a-112b-4bc3-bf38-7771656893d2" providerId="ADAL" clId="{992600FB-E5A2-48A8-ADC9-6968E10B5B48}" dt="2022-11-30T07:56:33.558" v="3644"/>
          <ac:spMkLst>
            <pc:docMk/>
            <pc:sldMk cId="1275407903" sldId="268"/>
            <ac:spMk id="227" creationId="{FE33D75A-E549-C4EE-7183-9B8B5F0FEDFB}"/>
          </ac:spMkLst>
        </pc:spChg>
        <pc:spChg chg="add mod">
          <ac:chgData name="Amal R Babu" userId="3a292d0a-112b-4bc3-bf38-7771656893d2" providerId="ADAL" clId="{992600FB-E5A2-48A8-ADC9-6968E10B5B48}" dt="2022-11-30T07:56:33.558" v="3644"/>
          <ac:spMkLst>
            <pc:docMk/>
            <pc:sldMk cId="1275407903" sldId="268"/>
            <ac:spMk id="228" creationId="{956BA61F-5EC6-35E0-8BC6-8AD49D9C64E9}"/>
          </ac:spMkLst>
        </pc:spChg>
        <pc:spChg chg="add mod">
          <ac:chgData name="Amal R Babu" userId="3a292d0a-112b-4bc3-bf38-7771656893d2" providerId="ADAL" clId="{992600FB-E5A2-48A8-ADC9-6968E10B5B48}" dt="2022-11-30T07:56:33.558" v="3644"/>
          <ac:spMkLst>
            <pc:docMk/>
            <pc:sldMk cId="1275407903" sldId="268"/>
            <ac:spMk id="229" creationId="{7D3A56AC-AC6B-2A77-EF3F-1ACD5C52262B}"/>
          </ac:spMkLst>
        </pc:spChg>
        <pc:spChg chg="mod">
          <ac:chgData name="Amal R Babu" userId="3a292d0a-112b-4bc3-bf38-7771656893d2" providerId="ADAL" clId="{992600FB-E5A2-48A8-ADC9-6968E10B5B48}" dt="2022-11-30T07:56:33.558" v="3644"/>
          <ac:spMkLst>
            <pc:docMk/>
            <pc:sldMk cId="1275407903" sldId="268"/>
            <ac:spMk id="231" creationId="{B306CC9C-883E-A17C-0577-01B4F4016AEE}"/>
          </ac:spMkLst>
        </pc:spChg>
        <pc:spChg chg="mod">
          <ac:chgData name="Amal R Babu" userId="3a292d0a-112b-4bc3-bf38-7771656893d2" providerId="ADAL" clId="{992600FB-E5A2-48A8-ADC9-6968E10B5B48}" dt="2022-11-30T07:56:33.558" v="3644"/>
          <ac:spMkLst>
            <pc:docMk/>
            <pc:sldMk cId="1275407903" sldId="268"/>
            <ac:spMk id="232" creationId="{5891367B-CB66-D429-B3DD-D4D9A93DFE1B}"/>
          </ac:spMkLst>
        </pc:spChg>
        <pc:spChg chg="mod">
          <ac:chgData name="Amal R Babu" userId="3a292d0a-112b-4bc3-bf38-7771656893d2" providerId="ADAL" clId="{992600FB-E5A2-48A8-ADC9-6968E10B5B48}" dt="2022-11-30T07:56:33.558" v="3644"/>
          <ac:spMkLst>
            <pc:docMk/>
            <pc:sldMk cId="1275407903" sldId="268"/>
            <ac:spMk id="233" creationId="{D615CE59-F8DD-C971-94BC-9F9145593661}"/>
          </ac:spMkLst>
        </pc:spChg>
        <pc:spChg chg="add mod">
          <ac:chgData name="Amal R Babu" userId="3a292d0a-112b-4bc3-bf38-7771656893d2" providerId="ADAL" clId="{992600FB-E5A2-48A8-ADC9-6968E10B5B48}" dt="2022-11-30T07:56:33.558" v="3644"/>
          <ac:spMkLst>
            <pc:docMk/>
            <pc:sldMk cId="1275407903" sldId="268"/>
            <ac:spMk id="234" creationId="{1BE68460-A56B-1421-1FC8-E43E7DD9C2F0}"/>
          </ac:spMkLst>
        </pc:spChg>
        <pc:spChg chg="mod">
          <ac:chgData name="Amal R Babu" userId="3a292d0a-112b-4bc3-bf38-7771656893d2" providerId="ADAL" clId="{992600FB-E5A2-48A8-ADC9-6968E10B5B48}" dt="2022-11-30T07:56:33.558" v="3644"/>
          <ac:spMkLst>
            <pc:docMk/>
            <pc:sldMk cId="1275407903" sldId="268"/>
            <ac:spMk id="236" creationId="{C3318ADE-E647-8B71-B9A5-037B2BF5EDB9}"/>
          </ac:spMkLst>
        </pc:spChg>
        <pc:spChg chg="mod">
          <ac:chgData name="Amal R Babu" userId="3a292d0a-112b-4bc3-bf38-7771656893d2" providerId="ADAL" clId="{992600FB-E5A2-48A8-ADC9-6968E10B5B48}" dt="2022-11-30T07:56:33.558" v="3644"/>
          <ac:spMkLst>
            <pc:docMk/>
            <pc:sldMk cId="1275407903" sldId="268"/>
            <ac:spMk id="239" creationId="{797A780D-02A7-D5A1-2EDD-FD4940D9479D}"/>
          </ac:spMkLst>
        </pc:spChg>
        <pc:spChg chg="mod">
          <ac:chgData name="Amal R Babu" userId="3a292d0a-112b-4bc3-bf38-7771656893d2" providerId="ADAL" clId="{992600FB-E5A2-48A8-ADC9-6968E10B5B48}" dt="2022-11-30T07:56:33.558" v="3644"/>
          <ac:spMkLst>
            <pc:docMk/>
            <pc:sldMk cId="1275407903" sldId="268"/>
            <ac:spMk id="240" creationId="{189DB471-875A-FFAA-9A0B-2926B12553DF}"/>
          </ac:spMkLst>
        </pc:spChg>
        <pc:spChg chg="add mod">
          <ac:chgData name="Amal R Babu" userId="3a292d0a-112b-4bc3-bf38-7771656893d2" providerId="ADAL" clId="{992600FB-E5A2-48A8-ADC9-6968E10B5B48}" dt="2022-11-30T07:56:33.558" v="3644"/>
          <ac:spMkLst>
            <pc:docMk/>
            <pc:sldMk cId="1275407903" sldId="268"/>
            <ac:spMk id="241" creationId="{A2FF0514-736A-21B9-EE52-722FBDFF2CA8}"/>
          </ac:spMkLst>
        </pc:spChg>
        <pc:spChg chg="add mod">
          <ac:chgData name="Amal R Babu" userId="3a292d0a-112b-4bc3-bf38-7771656893d2" providerId="ADAL" clId="{992600FB-E5A2-48A8-ADC9-6968E10B5B48}" dt="2022-11-30T07:56:33.558" v="3644"/>
          <ac:spMkLst>
            <pc:docMk/>
            <pc:sldMk cId="1275407903" sldId="268"/>
            <ac:spMk id="243" creationId="{38C3446A-E778-58C7-7902-601D8BA41EFD}"/>
          </ac:spMkLst>
        </pc:spChg>
        <pc:spChg chg="add mod">
          <ac:chgData name="Amal R Babu" userId="3a292d0a-112b-4bc3-bf38-7771656893d2" providerId="ADAL" clId="{992600FB-E5A2-48A8-ADC9-6968E10B5B48}" dt="2022-11-30T07:56:33.558" v="3644"/>
          <ac:spMkLst>
            <pc:docMk/>
            <pc:sldMk cId="1275407903" sldId="268"/>
            <ac:spMk id="244" creationId="{296EABB0-746B-96DD-E3D8-022F6616D1E1}"/>
          </ac:spMkLst>
        </pc:spChg>
        <pc:spChg chg="add mod">
          <ac:chgData name="Amal R Babu" userId="3a292d0a-112b-4bc3-bf38-7771656893d2" providerId="ADAL" clId="{992600FB-E5A2-48A8-ADC9-6968E10B5B48}" dt="2022-11-30T07:56:33.558" v="3644"/>
          <ac:spMkLst>
            <pc:docMk/>
            <pc:sldMk cId="1275407903" sldId="268"/>
            <ac:spMk id="245" creationId="{E9E7F568-3E67-2D0A-5817-343E2F0DD6F9}"/>
          </ac:spMkLst>
        </pc:spChg>
        <pc:spChg chg="add mod">
          <ac:chgData name="Amal R Babu" userId="3a292d0a-112b-4bc3-bf38-7771656893d2" providerId="ADAL" clId="{992600FB-E5A2-48A8-ADC9-6968E10B5B48}" dt="2022-11-30T07:56:33.558" v="3644"/>
          <ac:spMkLst>
            <pc:docMk/>
            <pc:sldMk cId="1275407903" sldId="268"/>
            <ac:spMk id="246" creationId="{5591E34D-A164-5756-B834-2D3478E0F58A}"/>
          </ac:spMkLst>
        </pc:spChg>
        <pc:spChg chg="add mod">
          <ac:chgData name="Amal R Babu" userId="3a292d0a-112b-4bc3-bf38-7771656893d2" providerId="ADAL" clId="{992600FB-E5A2-48A8-ADC9-6968E10B5B48}" dt="2022-11-30T07:56:33.558" v="3644"/>
          <ac:spMkLst>
            <pc:docMk/>
            <pc:sldMk cId="1275407903" sldId="268"/>
            <ac:spMk id="247" creationId="{C53A9324-28BD-A0B6-6DC1-9C0353FCA88C}"/>
          </ac:spMkLst>
        </pc:spChg>
        <pc:spChg chg="mod">
          <ac:chgData name="Amal R Babu" userId="3a292d0a-112b-4bc3-bf38-7771656893d2" providerId="ADAL" clId="{992600FB-E5A2-48A8-ADC9-6968E10B5B48}" dt="2022-11-30T07:56:33.558" v="3644"/>
          <ac:spMkLst>
            <pc:docMk/>
            <pc:sldMk cId="1275407903" sldId="268"/>
            <ac:spMk id="249" creationId="{C5656FE7-29AF-0782-3748-B7266E80A720}"/>
          </ac:spMkLst>
        </pc:spChg>
        <pc:spChg chg="mod">
          <ac:chgData name="Amal R Babu" userId="3a292d0a-112b-4bc3-bf38-7771656893d2" providerId="ADAL" clId="{992600FB-E5A2-48A8-ADC9-6968E10B5B48}" dt="2022-11-30T07:56:33.558" v="3644"/>
          <ac:spMkLst>
            <pc:docMk/>
            <pc:sldMk cId="1275407903" sldId="268"/>
            <ac:spMk id="250" creationId="{C322F48B-8A5C-680B-58F1-58FEFCB9A603}"/>
          </ac:spMkLst>
        </pc:spChg>
        <pc:spChg chg="add mod">
          <ac:chgData name="Amal R Babu" userId="3a292d0a-112b-4bc3-bf38-7771656893d2" providerId="ADAL" clId="{992600FB-E5A2-48A8-ADC9-6968E10B5B48}" dt="2022-11-30T07:56:33.558" v="3644"/>
          <ac:spMkLst>
            <pc:docMk/>
            <pc:sldMk cId="1275407903" sldId="268"/>
            <ac:spMk id="251" creationId="{1C8FC2B6-63E3-B02F-573A-49A300D9D982}"/>
          </ac:spMkLst>
        </pc:spChg>
        <pc:spChg chg="mod">
          <ac:chgData name="Amal R Babu" userId="3a292d0a-112b-4bc3-bf38-7771656893d2" providerId="ADAL" clId="{992600FB-E5A2-48A8-ADC9-6968E10B5B48}" dt="2022-11-30T07:56:33.558" v="3644"/>
          <ac:spMkLst>
            <pc:docMk/>
            <pc:sldMk cId="1275407903" sldId="268"/>
            <ac:spMk id="253" creationId="{215FCD3B-0085-DFC3-15A2-44538EB0DEF0}"/>
          </ac:spMkLst>
        </pc:spChg>
        <pc:spChg chg="mod">
          <ac:chgData name="Amal R Babu" userId="3a292d0a-112b-4bc3-bf38-7771656893d2" providerId="ADAL" clId="{992600FB-E5A2-48A8-ADC9-6968E10B5B48}" dt="2022-11-30T07:56:33.558" v="3644"/>
          <ac:spMkLst>
            <pc:docMk/>
            <pc:sldMk cId="1275407903" sldId="268"/>
            <ac:spMk id="254" creationId="{9492658A-8F8B-B9F7-72A0-2B0CD18E37FB}"/>
          </ac:spMkLst>
        </pc:spChg>
        <pc:spChg chg="add mod">
          <ac:chgData name="Amal R Babu" userId="3a292d0a-112b-4bc3-bf38-7771656893d2" providerId="ADAL" clId="{992600FB-E5A2-48A8-ADC9-6968E10B5B48}" dt="2022-11-30T07:56:49.728" v="3647" actId="207"/>
          <ac:spMkLst>
            <pc:docMk/>
            <pc:sldMk cId="1275407903" sldId="268"/>
            <ac:spMk id="255" creationId="{3B5C0609-586A-162D-FBCA-60D907BC4A33}"/>
          </ac:spMkLst>
        </pc:spChg>
        <pc:spChg chg="add mod">
          <ac:chgData name="Amal R Babu" userId="3a292d0a-112b-4bc3-bf38-7771656893d2" providerId="ADAL" clId="{992600FB-E5A2-48A8-ADC9-6968E10B5B48}" dt="2022-11-30T07:56:53.025" v="3648" actId="207"/>
          <ac:spMkLst>
            <pc:docMk/>
            <pc:sldMk cId="1275407903" sldId="268"/>
            <ac:spMk id="256" creationId="{B4552178-37B0-0B0E-4780-BEAE85ACFC7E}"/>
          </ac:spMkLst>
        </pc:spChg>
        <pc:grpChg chg="add mod">
          <ac:chgData name="Amal R Babu" userId="3a292d0a-112b-4bc3-bf38-7771656893d2" providerId="ADAL" clId="{992600FB-E5A2-48A8-ADC9-6968E10B5B48}" dt="2022-12-07T05:42:27.275" v="3727"/>
          <ac:grpSpMkLst>
            <pc:docMk/>
            <pc:sldMk cId="1275407903" sldId="268"/>
            <ac:grpSpMk id="2" creationId="{63DD11DE-2098-9966-8DAE-E8B663A0F52A}"/>
          </ac:grpSpMkLst>
        </pc:grpChg>
        <pc:grpChg chg="add mod">
          <ac:chgData name="Amal R Babu" userId="3a292d0a-112b-4bc3-bf38-7771656893d2" providerId="ADAL" clId="{992600FB-E5A2-48A8-ADC9-6968E10B5B48}" dt="2022-12-07T05:42:27.275" v="3727"/>
          <ac:grpSpMkLst>
            <pc:docMk/>
            <pc:sldMk cId="1275407903" sldId="268"/>
            <ac:grpSpMk id="10" creationId="{89658A03-20A1-7CEA-6893-3B7023DF0610}"/>
          </ac:grpSpMkLst>
        </pc:grpChg>
        <pc:grpChg chg="del">
          <ac:chgData name="Amal R Babu" userId="3a292d0a-112b-4bc3-bf38-7771656893d2" providerId="ADAL" clId="{992600FB-E5A2-48A8-ADC9-6968E10B5B48}" dt="2022-11-30T07:56:33.087" v="3643" actId="478"/>
          <ac:grpSpMkLst>
            <pc:docMk/>
            <pc:sldMk cId="1275407903" sldId="268"/>
            <ac:grpSpMk id="30" creationId="{9ECCC638-745A-4CD5-37F4-34E729654B57}"/>
          </ac:grpSpMkLst>
        </pc:grpChg>
        <pc:grpChg chg="del">
          <ac:chgData name="Amal R Babu" userId="3a292d0a-112b-4bc3-bf38-7771656893d2" providerId="ADAL" clId="{992600FB-E5A2-48A8-ADC9-6968E10B5B48}" dt="2022-11-30T07:56:33.087" v="3643" actId="478"/>
          <ac:grpSpMkLst>
            <pc:docMk/>
            <pc:sldMk cId="1275407903" sldId="268"/>
            <ac:grpSpMk id="47" creationId="{5C6579D9-4E04-AE17-CF35-68ADBC5766B2}"/>
          </ac:grpSpMkLst>
        </pc:grpChg>
        <pc:grpChg chg="del">
          <ac:chgData name="Amal R Babu" userId="3a292d0a-112b-4bc3-bf38-7771656893d2" providerId="ADAL" clId="{992600FB-E5A2-48A8-ADC9-6968E10B5B48}" dt="2022-11-30T07:56:33.087" v="3643" actId="478"/>
          <ac:grpSpMkLst>
            <pc:docMk/>
            <pc:sldMk cId="1275407903" sldId="268"/>
            <ac:grpSpMk id="54" creationId="{73F997E9-B116-D8A6-6EF5-C091C7C77B6D}"/>
          </ac:grpSpMkLst>
        </pc:grpChg>
        <pc:grpChg chg="add mod">
          <ac:chgData name="Amal R Babu" userId="3a292d0a-112b-4bc3-bf38-7771656893d2" providerId="ADAL" clId="{992600FB-E5A2-48A8-ADC9-6968E10B5B48}" dt="2022-11-30T05:04:29.839" v="3130" actId="571"/>
          <ac:grpSpMkLst>
            <pc:docMk/>
            <pc:sldMk cId="1275407903" sldId="268"/>
            <ac:grpSpMk id="63" creationId="{D3789307-B55F-E6C0-7446-8CCE96A027E7}"/>
          </ac:grpSpMkLst>
        </pc:grpChg>
        <pc:grpChg chg="del">
          <ac:chgData name="Amal R Babu" userId="3a292d0a-112b-4bc3-bf38-7771656893d2" providerId="ADAL" clId="{992600FB-E5A2-48A8-ADC9-6968E10B5B48}" dt="2022-12-07T05:42:26.771" v="3726" actId="478"/>
          <ac:grpSpMkLst>
            <pc:docMk/>
            <pc:sldMk cId="1275407903" sldId="268"/>
            <ac:grpSpMk id="67" creationId="{6D8E5ACC-26DE-243B-180E-E19057A9EB34}"/>
          </ac:grpSpMkLst>
        </pc:grpChg>
        <pc:grpChg chg="del">
          <ac:chgData name="Amal R Babu" userId="3a292d0a-112b-4bc3-bf38-7771656893d2" providerId="ADAL" clId="{992600FB-E5A2-48A8-ADC9-6968E10B5B48}" dt="2022-12-07T05:42:26.771" v="3726" actId="478"/>
          <ac:grpSpMkLst>
            <pc:docMk/>
            <pc:sldMk cId="1275407903" sldId="268"/>
            <ac:grpSpMk id="68" creationId="{CE1D2690-EA4E-562F-8571-7A8695694CC3}"/>
          </ac:grpSpMkLst>
        </pc:grpChg>
        <pc:grpChg chg="add del mod">
          <ac:chgData name="Amal R Babu" userId="3a292d0a-112b-4bc3-bf38-7771656893d2" providerId="ADAL" clId="{992600FB-E5A2-48A8-ADC9-6968E10B5B48}" dt="2022-11-30T05:05:04.683" v="3137" actId="165"/>
          <ac:grpSpMkLst>
            <pc:docMk/>
            <pc:sldMk cId="1275407903" sldId="268"/>
            <ac:grpSpMk id="84" creationId="{B12A1A75-95F5-8501-3D53-11A09F9F4E2F}"/>
          </ac:grpSpMkLst>
        </pc:grpChg>
        <pc:grpChg chg="del">
          <ac:chgData name="Amal R Babu" userId="3a292d0a-112b-4bc3-bf38-7771656893d2" providerId="ADAL" clId="{992600FB-E5A2-48A8-ADC9-6968E10B5B48}" dt="2022-11-30T07:56:33.087" v="3643" actId="478"/>
          <ac:grpSpMkLst>
            <pc:docMk/>
            <pc:sldMk cId="1275407903" sldId="268"/>
            <ac:grpSpMk id="88" creationId="{5202437B-09C4-B9C2-DFB9-8FE4C3A1D94B}"/>
          </ac:grpSpMkLst>
        </pc:grpChg>
        <pc:grpChg chg="add del mod">
          <ac:chgData name="Amal R Babu" userId="3a292d0a-112b-4bc3-bf38-7771656893d2" providerId="ADAL" clId="{992600FB-E5A2-48A8-ADC9-6968E10B5B48}" dt="2022-11-30T05:55:15.174" v="3163" actId="478"/>
          <ac:grpSpMkLst>
            <pc:docMk/>
            <pc:sldMk cId="1275407903" sldId="268"/>
            <ac:grpSpMk id="90" creationId="{9A791F35-877F-A836-B60A-2ED22E1BD5C5}"/>
          </ac:grpSpMkLst>
        </pc:grpChg>
        <pc:grpChg chg="add mod">
          <ac:chgData name="Amal R Babu" userId="3a292d0a-112b-4bc3-bf38-7771656893d2" providerId="ADAL" clId="{992600FB-E5A2-48A8-ADC9-6968E10B5B48}" dt="2022-11-30T05:05:34.558" v="3145" actId="164"/>
          <ac:grpSpMkLst>
            <pc:docMk/>
            <pc:sldMk cId="1275407903" sldId="268"/>
            <ac:grpSpMk id="93" creationId="{C3FBDA15-039F-5590-4C4A-15B39B0D8268}"/>
          </ac:grpSpMkLst>
        </pc:grpChg>
        <pc:grpChg chg="del">
          <ac:chgData name="Amal R Babu" userId="3a292d0a-112b-4bc3-bf38-7771656893d2" providerId="ADAL" clId="{992600FB-E5A2-48A8-ADC9-6968E10B5B48}" dt="2022-11-30T07:56:33.087" v="3643" actId="478"/>
          <ac:grpSpMkLst>
            <pc:docMk/>
            <pc:sldMk cId="1275407903" sldId="268"/>
            <ac:grpSpMk id="98" creationId="{5E12AE22-4B66-8998-2063-3E4A6A50C8CF}"/>
          </ac:grpSpMkLst>
        </pc:grpChg>
        <pc:grpChg chg="del mod">
          <ac:chgData name="Amal R Babu" userId="3a292d0a-112b-4bc3-bf38-7771656893d2" providerId="ADAL" clId="{992600FB-E5A2-48A8-ADC9-6968E10B5B48}" dt="2022-11-30T05:54:39.735" v="3155" actId="27803"/>
          <ac:grpSpMkLst>
            <pc:docMk/>
            <pc:sldMk cId="1275407903" sldId="268"/>
            <ac:grpSpMk id="99" creationId="{93B42A98-1DC9-1120-096A-A2AC7072CD48}"/>
          </ac:grpSpMkLst>
        </pc:grpChg>
        <pc:grpChg chg="mod topLvl">
          <ac:chgData name="Amal R Babu" userId="3a292d0a-112b-4bc3-bf38-7771656893d2" providerId="ADAL" clId="{992600FB-E5A2-48A8-ADC9-6968E10B5B48}" dt="2022-11-30T06:15:10.227" v="3296" actId="165"/>
          <ac:grpSpMkLst>
            <pc:docMk/>
            <pc:sldMk cId="1275407903" sldId="268"/>
            <ac:grpSpMk id="103" creationId="{6FF1902B-0623-DEC8-EFB8-FD543B31EDA3}"/>
          </ac:grpSpMkLst>
        </pc:grpChg>
        <pc:grpChg chg="mod topLvl">
          <ac:chgData name="Amal R Babu" userId="3a292d0a-112b-4bc3-bf38-7771656893d2" providerId="ADAL" clId="{992600FB-E5A2-48A8-ADC9-6968E10B5B48}" dt="2022-11-30T06:15:10.227" v="3296" actId="165"/>
          <ac:grpSpMkLst>
            <pc:docMk/>
            <pc:sldMk cId="1275407903" sldId="268"/>
            <ac:grpSpMk id="114" creationId="{4F7146C8-D3B2-5C3D-85C7-7DA1DADC5B22}"/>
          </ac:grpSpMkLst>
        </pc:grpChg>
        <pc:grpChg chg="mod topLvl">
          <ac:chgData name="Amal R Babu" userId="3a292d0a-112b-4bc3-bf38-7771656893d2" providerId="ADAL" clId="{992600FB-E5A2-48A8-ADC9-6968E10B5B48}" dt="2022-11-30T06:15:10.227" v="3296" actId="165"/>
          <ac:grpSpMkLst>
            <pc:docMk/>
            <pc:sldMk cId="1275407903" sldId="268"/>
            <ac:grpSpMk id="120" creationId="{7717F2DB-3F2B-BEDB-5A90-2AA60538EC77}"/>
          </ac:grpSpMkLst>
        </pc:grpChg>
        <pc:grpChg chg="mod">
          <ac:chgData name="Amal R Babu" userId="3a292d0a-112b-4bc3-bf38-7771656893d2" providerId="ADAL" clId="{992600FB-E5A2-48A8-ADC9-6968E10B5B48}" dt="2022-11-30T06:15:10.227" v="3296" actId="165"/>
          <ac:grpSpMkLst>
            <pc:docMk/>
            <pc:sldMk cId="1275407903" sldId="268"/>
            <ac:grpSpMk id="121" creationId="{B1130C15-BA9F-4423-58DD-057D674E4CA0}"/>
          </ac:grpSpMkLst>
        </pc:grpChg>
        <pc:grpChg chg="mod">
          <ac:chgData name="Amal R Babu" userId="3a292d0a-112b-4bc3-bf38-7771656893d2" providerId="ADAL" clId="{992600FB-E5A2-48A8-ADC9-6968E10B5B48}" dt="2022-11-30T06:15:10.227" v="3296" actId="165"/>
          <ac:grpSpMkLst>
            <pc:docMk/>
            <pc:sldMk cId="1275407903" sldId="268"/>
            <ac:grpSpMk id="124" creationId="{3B729C64-D98E-67A1-7BA7-E822C5796C87}"/>
          </ac:grpSpMkLst>
        </pc:grpChg>
        <pc:grpChg chg="mod">
          <ac:chgData name="Amal R Babu" userId="3a292d0a-112b-4bc3-bf38-7771656893d2" providerId="ADAL" clId="{992600FB-E5A2-48A8-ADC9-6968E10B5B48}" dt="2022-11-30T06:15:10.227" v="3296" actId="165"/>
          <ac:grpSpMkLst>
            <pc:docMk/>
            <pc:sldMk cId="1275407903" sldId="268"/>
            <ac:grpSpMk id="127" creationId="{90775281-B714-0C3C-16ED-A22EA7380404}"/>
          </ac:grpSpMkLst>
        </pc:grpChg>
        <pc:grpChg chg="mod topLvl">
          <ac:chgData name="Amal R Babu" userId="3a292d0a-112b-4bc3-bf38-7771656893d2" providerId="ADAL" clId="{992600FB-E5A2-48A8-ADC9-6968E10B5B48}" dt="2022-11-30T06:40:26.363" v="3493" actId="207"/>
          <ac:grpSpMkLst>
            <pc:docMk/>
            <pc:sldMk cId="1275407903" sldId="268"/>
            <ac:grpSpMk id="130" creationId="{A5F14A62-BACA-3089-68F9-7ABBD20BCB4E}"/>
          </ac:grpSpMkLst>
        </pc:grpChg>
        <pc:grpChg chg="mod topLvl">
          <ac:chgData name="Amal R Babu" userId="3a292d0a-112b-4bc3-bf38-7771656893d2" providerId="ADAL" clId="{992600FB-E5A2-48A8-ADC9-6968E10B5B48}" dt="2022-11-30T06:15:10.227" v="3296" actId="165"/>
          <ac:grpSpMkLst>
            <pc:docMk/>
            <pc:sldMk cId="1275407903" sldId="268"/>
            <ac:grpSpMk id="133" creationId="{388AB8E7-6501-59CE-0251-3A5118AD0507}"/>
          </ac:grpSpMkLst>
        </pc:grpChg>
        <pc:grpChg chg="add del mod">
          <ac:chgData name="Amal R Babu" userId="3a292d0a-112b-4bc3-bf38-7771656893d2" providerId="ADAL" clId="{992600FB-E5A2-48A8-ADC9-6968E10B5B48}" dt="2022-11-30T05:55:21.278" v="3166" actId="165"/>
          <ac:grpSpMkLst>
            <pc:docMk/>
            <pc:sldMk cId="1275407903" sldId="268"/>
            <ac:grpSpMk id="138" creationId="{1D88090F-FAFC-AB0B-9267-8D5C29AFA486}"/>
          </ac:grpSpMkLst>
        </pc:grpChg>
        <pc:grpChg chg="add del mod">
          <ac:chgData name="Amal R Babu" userId="3a292d0a-112b-4bc3-bf38-7771656893d2" providerId="ADAL" clId="{992600FB-E5A2-48A8-ADC9-6968E10B5B48}" dt="2022-11-30T06:06:18.597" v="3215" actId="165"/>
          <ac:grpSpMkLst>
            <pc:docMk/>
            <pc:sldMk cId="1275407903" sldId="268"/>
            <ac:grpSpMk id="139" creationId="{6A823081-926E-7FC9-839F-703CBEC6898B}"/>
          </ac:grpSpMkLst>
        </pc:grpChg>
        <pc:grpChg chg="add del mod">
          <ac:chgData name="Amal R Babu" userId="3a292d0a-112b-4bc3-bf38-7771656893d2" providerId="ADAL" clId="{992600FB-E5A2-48A8-ADC9-6968E10B5B48}" dt="2022-11-30T05:55:46.256" v="3169" actId="165"/>
          <ac:grpSpMkLst>
            <pc:docMk/>
            <pc:sldMk cId="1275407903" sldId="268"/>
            <ac:grpSpMk id="140" creationId="{00C14EF0-F46A-1C52-67FF-8BE1500F16AA}"/>
          </ac:grpSpMkLst>
        </pc:grpChg>
        <pc:grpChg chg="del mod topLvl">
          <ac:chgData name="Amal R Babu" userId="3a292d0a-112b-4bc3-bf38-7771656893d2" providerId="ADAL" clId="{992600FB-E5A2-48A8-ADC9-6968E10B5B48}" dt="2022-11-30T06:01:38.449" v="3170" actId="478"/>
          <ac:grpSpMkLst>
            <pc:docMk/>
            <pc:sldMk cId="1275407903" sldId="268"/>
            <ac:grpSpMk id="143" creationId="{7E1FACB7-3E84-4BA9-80A4-F27E0B13B485}"/>
          </ac:grpSpMkLst>
        </pc:grpChg>
        <pc:grpChg chg="del mod topLvl">
          <ac:chgData name="Amal R Babu" userId="3a292d0a-112b-4bc3-bf38-7771656893d2" providerId="ADAL" clId="{992600FB-E5A2-48A8-ADC9-6968E10B5B48}" dt="2022-11-30T06:01:38.449" v="3170" actId="478"/>
          <ac:grpSpMkLst>
            <pc:docMk/>
            <pc:sldMk cId="1275407903" sldId="268"/>
            <ac:grpSpMk id="150" creationId="{13DFBB77-BAB2-9332-B759-0189079B70AB}"/>
          </ac:grpSpMkLst>
        </pc:grpChg>
        <pc:grpChg chg="del mod topLvl">
          <ac:chgData name="Amal R Babu" userId="3a292d0a-112b-4bc3-bf38-7771656893d2" providerId="ADAL" clId="{992600FB-E5A2-48A8-ADC9-6968E10B5B48}" dt="2022-11-30T06:01:38.449" v="3170" actId="478"/>
          <ac:grpSpMkLst>
            <pc:docMk/>
            <pc:sldMk cId="1275407903" sldId="268"/>
            <ac:grpSpMk id="154" creationId="{D7BB604F-264E-B8CF-E817-4120F8B17F4A}"/>
          </ac:grpSpMkLst>
        </pc:grpChg>
        <pc:grpChg chg="del mod topLvl">
          <ac:chgData name="Amal R Babu" userId="3a292d0a-112b-4bc3-bf38-7771656893d2" providerId="ADAL" clId="{992600FB-E5A2-48A8-ADC9-6968E10B5B48}" dt="2022-11-30T06:01:38.449" v="3170" actId="478"/>
          <ac:grpSpMkLst>
            <pc:docMk/>
            <pc:sldMk cId="1275407903" sldId="268"/>
            <ac:grpSpMk id="155" creationId="{AEB1ECA7-6D3D-7F69-42BF-EC2E6D14F39E}"/>
          </ac:grpSpMkLst>
        </pc:grpChg>
        <pc:grpChg chg="del mod topLvl">
          <ac:chgData name="Amal R Babu" userId="3a292d0a-112b-4bc3-bf38-7771656893d2" providerId="ADAL" clId="{992600FB-E5A2-48A8-ADC9-6968E10B5B48}" dt="2022-11-30T06:01:38.449" v="3170" actId="478"/>
          <ac:grpSpMkLst>
            <pc:docMk/>
            <pc:sldMk cId="1275407903" sldId="268"/>
            <ac:grpSpMk id="156" creationId="{654360AA-0566-8DA8-A341-8FD7D8E6DEDE}"/>
          </ac:grpSpMkLst>
        </pc:grpChg>
        <pc:grpChg chg="mod">
          <ac:chgData name="Amal R Babu" userId="3a292d0a-112b-4bc3-bf38-7771656893d2" providerId="ADAL" clId="{992600FB-E5A2-48A8-ADC9-6968E10B5B48}" dt="2022-11-30T05:55:46.256" v="3169" actId="165"/>
          <ac:grpSpMkLst>
            <pc:docMk/>
            <pc:sldMk cId="1275407903" sldId="268"/>
            <ac:grpSpMk id="163" creationId="{31430A78-885F-2883-E9D4-E83D0F257AC8}"/>
          </ac:grpSpMkLst>
        </pc:grpChg>
        <pc:grpChg chg="mod">
          <ac:chgData name="Amal R Babu" userId="3a292d0a-112b-4bc3-bf38-7771656893d2" providerId="ADAL" clId="{992600FB-E5A2-48A8-ADC9-6968E10B5B48}" dt="2022-11-30T05:55:46.256" v="3169" actId="165"/>
          <ac:grpSpMkLst>
            <pc:docMk/>
            <pc:sldMk cId="1275407903" sldId="268"/>
            <ac:grpSpMk id="164" creationId="{5C3D271D-A9DF-3605-BDC0-5E8B59AA61FD}"/>
          </ac:grpSpMkLst>
        </pc:grpChg>
        <pc:grpChg chg="mod">
          <ac:chgData name="Amal R Babu" userId="3a292d0a-112b-4bc3-bf38-7771656893d2" providerId="ADAL" clId="{992600FB-E5A2-48A8-ADC9-6968E10B5B48}" dt="2022-11-30T05:55:46.256" v="3169" actId="165"/>
          <ac:grpSpMkLst>
            <pc:docMk/>
            <pc:sldMk cId="1275407903" sldId="268"/>
            <ac:grpSpMk id="165" creationId="{4E562D48-2BC5-0B26-1714-F15A30E6E6C9}"/>
          </ac:grpSpMkLst>
        </pc:grpChg>
        <pc:grpChg chg="add del mod">
          <ac:chgData name="Amal R Babu" userId="3a292d0a-112b-4bc3-bf38-7771656893d2" providerId="ADAL" clId="{992600FB-E5A2-48A8-ADC9-6968E10B5B48}" dt="2022-11-30T06:02:03.447" v="3176" actId="165"/>
          <ac:grpSpMkLst>
            <pc:docMk/>
            <pc:sldMk cId="1275407903" sldId="268"/>
            <ac:grpSpMk id="178" creationId="{DFE0681E-7D5E-3E9F-20B2-12F554D4C532}"/>
          </ac:grpSpMkLst>
        </pc:grpChg>
        <pc:grpChg chg="add del mod">
          <ac:chgData name="Amal R Babu" userId="3a292d0a-112b-4bc3-bf38-7771656893d2" providerId="ADAL" clId="{992600FB-E5A2-48A8-ADC9-6968E10B5B48}" dt="2022-11-30T06:02:30.929" v="3184" actId="165"/>
          <ac:grpSpMkLst>
            <pc:docMk/>
            <pc:sldMk cId="1275407903" sldId="268"/>
            <ac:grpSpMk id="181" creationId="{3B146516-254B-19E3-A946-3A1F1EE2B58D}"/>
          </ac:grpSpMkLst>
        </pc:grpChg>
        <pc:grpChg chg="add del mod">
          <ac:chgData name="Amal R Babu" userId="3a292d0a-112b-4bc3-bf38-7771656893d2" providerId="ADAL" clId="{992600FB-E5A2-48A8-ADC9-6968E10B5B48}" dt="2022-11-30T06:02:56.834" v="3193" actId="165"/>
          <ac:grpSpMkLst>
            <pc:docMk/>
            <pc:sldMk cId="1275407903" sldId="268"/>
            <ac:grpSpMk id="182" creationId="{B9EC626C-403D-C336-7E4D-CDCC2FC3EBD9}"/>
          </ac:grpSpMkLst>
        </pc:grpChg>
        <pc:grpChg chg="add del mod">
          <ac:chgData name="Amal R Babu" userId="3a292d0a-112b-4bc3-bf38-7771656893d2" providerId="ADAL" clId="{992600FB-E5A2-48A8-ADC9-6968E10B5B48}" dt="2022-11-30T06:03:14.682" v="3200" actId="165"/>
          <ac:grpSpMkLst>
            <pc:docMk/>
            <pc:sldMk cId="1275407903" sldId="268"/>
            <ac:grpSpMk id="183" creationId="{8CB3C670-F003-D930-684D-D2C7C6D7B17E}"/>
          </ac:grpSpMkLst>
        </pc:grpChg>
        <pc:grpChg chg="add mod ord">
          <ac:chgData name="Amal R Babu" userId="3a292d0a-112b-4bc3-bf38-7771656893d2" providerId="ADAL" clId="{992600FB-E5A2-48A8-ADC9-6968E10B5B48}" dt="2022-11-30T06:14:20.879" v="3270" actId="164"/>
          <ac:grpSpMkLst>
            <pc:docMk/>
            <pc:sldMk cId="1275407903" sldId="268"/>
            <ac:grpSpMk id="191" creationId="{738597D9-EB16-338C-7331-CA663CD089E8}"/>
          </ac:grpSpMkLst>
        </pc:grpChg>
        <pc:grpChg chg="add mod ord">
          <ac:chgData name="Amal R Babu" userId="3a292d0a-112b-4bc3-bf38-7771656893d2" providerId="ADAL" clId="{992600FB-E5A2-48A8-ADC9-6968E10B5B48}" dt="2022-11-30T06:14:28.431" v="3273" actId="167"/>
          <ac:grpSpMkLst>
            <pc:docMk/>
            <pc:sldMk cId="1275407903" sldId="268"/>
            <ac:grpSpMk id="196" creationId="{81D9174C-B858-4D54-DED1-A48C24B4B716}"/>
          </ac:grpSpMkLst>
        </pc:grpChg>
        <pc:grpChg chg="add del mod topLvl">
          <ac:chgData name="Amal R Babu" userId="3a292d0a-112b-4bc3-bf38-7771656893d2" providerId="ADAL" clId="{992600FB-E5A2-48A8-ADC9-6968E10B5B48}" dt="2022-11-30T06:15:10.227" v="3296" actId="165"/>
          <ac:grpSpMkLst>
            <pc:docMk/>
            <pc:sldMk cId="1275407903" sldId="268"/>
            <ac:grpSpMk id="197" creationId="{EDC63628-605C-A9FC-370F-965B56879B45}"/>
          </ac:grpSpMkLst>
        </pc:grpChg>
        <pc:grpChg chg="add del mod ord">
          <ac:chgData name="Amal R Babu" userId="3a292d0a-112b-4bc3-bf38-7771656893d2" providerId="ADAL" clId="{992600FB-E5A2-48A8-ADC9-6968E10B5B48}" dt="2022-11-30T06:15:09.590" v="3295" actId="165"/>
          <ac:grpSpMkLst>
            <pc:docMk/>
            <pc:sldMk cId="1275407903" sldId="268"/>
            <ac:grpSpMk id="198" creationId="{5F61A8E4-6281-0AF9-9734-5EF58CFE7A85}"/>
          </ac:grpSpMkLst>
        </pc:grpChg>
        <pc:grpChg chg="add del mod">
          <ac:chgData name="Amal R Babu" userId="3a292d0a-112b-4bc3-bf38-7771656893d2" providerId="ADAL" clId="{992600FB-E5A2-48A8-ADC9-6968E10B5B48}" dt="2022-11-30T06:21:06.474" v="3353" actId="165"/>
          <ac:grpSpMkLst>
            <pc:docMk/>
            <pc:sldMk cId="1275407903" sldId="268"/>
            <ac:grpSpMk id="208" creationId="{DAC0DA30-DB9A-84AF-1F43-6FED643AD0A7}"/>
          </ac:grpSpMkLst>
        </pc:grpChg>
        <pc:grpChg chg="add del mod">
          <ac:chgData name="Amal R Babu" userId="3a292d0a-112b-4bc3-bf38-7771656893d2" providerId="ADAL" clId="{992600FB-E5A2-48A8-ADC9-6968E10B5B48}" dt="2022-11-30T06:21:06.474" v="3353" actId="165"/>
          <ac:grpSpMkLst>
            <pc:docMk/>
            <pc:sldMk cId="1275407903" sldId="268"/>
            <ac:grpSpMk id="209" creationId="{2752562C-2AB6-A3A5-3329-899B9C5D8CDE}"/>
          </ac:grpSpMkLst>
        </pc:grpChg>
        <pc:grpChg chg="mod">
          <ac:chgData name="Amal R Babu" userId="3a292d0a-112b-4bc3-bf38-7771656893d2" providerId="ADAL" clId="{992600FB-E5A2-48A8-ADC9-6968E10B5B48}" dt="2022-11-30T06:28:09.943" v="3421" actId="12789"/>
          <ac:grpSpMkLst>
            <pc:docMk/>
            <pc:sldMk cId="1275407903" sldId="268"/>
            <ac:grpSpMk id="219" creationId="{993E652E-7689-038F-B64C-D5BCAA5A0D6C}"/>
          </ac:grpSpMkLst>
        </pc:grpChg>
        <pc:grpChg chg="add mod">
          <ac:chgData name="Amal R Babu" userId="3a292d0a-112b-4bc3-bf38-7771656893d2" providerId="ADAL" clId="{992600FB-E5A2-48A8-ADC9-6968E10B5B48}" dt="2022-11-30T07:56:33.558" v="3644"/>
          <ac:grpSpMkLst>
            <pc:docMk/>
            <pc:sldMk cId="1275407903" sldId="268"/>
            <ac:grpSpMk id="230" creationId="{F11CF3C4-9190-79AC-D8DD-1FB09CCF4A4A}"/>
          </ac:grpSpMkLst>
        </pc:grpChg>
        <pc:grpChg chg="add mod">
          <ac:chgData name="Amal R Babu" userId="3a292d0a-112b-4bc3-bf38-7771656893d2" providerId="ADAL" clId="{992600FB-E5A2-48A8-ADC9-6968E10B5B48}" dt="2022-11-30T07:56:33.558" v="3644"/>
          <ac:grpSpMkLst>
            <pc:docMk/>
            <pc:sldMk cId="1275407903" sldId="268"/>
            <ac:grpSpMk id="235" creationId="{67A69829-5A9B-5FA2-B3A6-99AD4099FC6D}"/>
          </ac:grpSpMkLst>
        </pc:grpChg>
        <pc:grpChg chg="add mod">
          <ac:chgData name="Amal R Babu" userId="3a292d0a-112b-4bc3-bf38-7771656893d2" providerId="ADAL" clId="{992600FB-E5A2-48A8-ADC9-6968E10B5B48}" dt="2022-11-30T07:56:33.558" v="3644"/>
          <ac:grpSpMkLst>
            <pc:docMk/>
            <pc:sldMk cId="1275407903" sldId="268"/>
            <ac:grpSpMk id="238" creationId="{06F24AE5-1FFA-5220-EAA3-25C14153F0FA}"/>
          </ac:grpSpMkLst>
        </pc:grpChg>
        <pc:grpChg chg="add mod">
          <ac:chgData name="Amal R Babu" userId="3a292d0a-112b-4bc3-bf38-7771656893d2" providerId="ADAL" clId="{992600FB-E5A2-48A8-ADC9-6968E10B5B48}" dt="2022-11-30T07:56:33.558" v="3644"/>
          <ac:grpSpMkLst>
            <pc:docMk/>
            <pc:sldMk cId="1275407903" sldId="268"/>
            <ac:grpSpMk id="248" creationId="{E8C0A436-5D5F-24DC-01A0-FE512234461F}"/>
          </ac:grpSpMkLst>
        </pc:grpChg>
        <pc:grpChg chg="add mod">
          <ac:chgData name="Amal R Babu" userId="3a292d0a-112b-4bc3-bf38-7771656893d2" providerId="ADAL" clId="{992600FB-E5A2-48A8-ADC9-6968E10B5B48}" dt="2022-11-30T07:56:33.558" v="3644"/>
          <ac:grpSpMkLst>
            <pc:docMk/>
            <pc:sldMk cId="1275407903" sldId="268"/>
            <ac:grpSpMk id="252" creationId="{2BA4E431-4C7F-CB73-A8D5-DAD6CDEA2EF6}"/>
          </ac:grpSpMkLst>
        </pc:grpChg>
        <pc:picChg chg="add del">
          <ac:chgData name="Amal R Babu" userId="3a292d0a-112b-4bc3-bf38-7771656893d2" providerId="ADAL" clId="{992600FB-E5A2-48A8-ADC9-6968E10B5B48}" dt="2022-11-30T05:54:21.318" v="3149" actId="478"/>
          <ac:picMkLst>
            <pc:docMk/>
            <pc:sldMk cId="1275407903" sldId="268"/>
            <ac:picMk id="59" creationId="{1365E495-EB0C-8248-0756-5920A1DA73E0}"/>
          </ac:picMkLst>
        </pc:picChg>
        <pc:picChg chg="del">
          <ac:chgData name="Amal R Babu" userId="3a292d0a-112b-4bc3-bf38-7771656893d2" providerId="ADAL" clId="{992600FB-E5A2-48A8-ADC9-6968E10B5B48}" dt="2022-11-30T04:48:39.445" v="3088" actId="478"/>
          <ac:picMkLst>
            <pc:docMk/>
            <pc:sldMk cId="1275407903" sldId="268"/>
            <ac:picMk id="74" creationId="{CF962D2B-A97E-A572-A4E8-1080996E9B27}"/>
          </ac:picMkLst>
        </pc:picChg>
        <pc:picChg chg="del">
          <ac:chgData name="Amal R Babu" userId="3a292d0a-112b-4bc3-bf38-7771656893d2" providerId="ADAL" clId="{992600FB-E5A2-48A8-ADC9-6968E10B5B48}" dt="2022-11-30T04:48:39.445" v="3088" actId="478"/>
          <ac:picMkLst>
            <pc:docMk/>
            <pc:sldMk cId="1275407903" sldId="268"/>
            <ac:picMk id="82" creationId="{7A2FB218-90DA-752A-5A0F-ECC9ADE1621C}"/>
          </ac:picMkLst>
        </pc:picChg>
        <pc:picChg chg="del">
          <ac:chgData name="Amal R Babu" userId="3a292d0a-112b-4bc3-bf38-7771656893d2" providerId="ADAL" clId="{992600FB-E5A2-48A8-ADC9-6968E10B5B48}" dt="2022-11-30T04:48:39.445" v="3088" actId="478"/>
          <ac:picMkLst>
            <pc:docMk/>
            <pc:sldMk cId="1275407903" sldId="268"/>
            <ac:picMk id="89" creationId="{47BAB7C8-AA0B-C2C3-9676-2E6AD1AD3B6D}"/>
          </ac:picMkLst>
        </pc:picChg>
        <pc:picChg chg="del">
          <ac:chgData name="Amal R Babu" userId="3a292d0a-112b-4bc3-bf38-7771656893d2" providerId="ADAL" clId="{992600FB-E5A2-48A8-ADC9-6968E10B5B48}" dt="2022-11-30T04:48:39.445" v="3088" actId="478"/>
          <ac:picMkLst>
            <pc:docMk/>
            <pc:sldMk cId="1275407903" sldId="268"/>
            <ac:picMk id="91" creationId="{33705521-662D-32E8-BEA9-64656F252A6E}"/>
          </ac:picMkLst>
        </pc:picChg>
        <pc:picChg chg="add del mod">
          <ac:chgData name="Amal R Babu" userId="3a292d0a-112b-4bc3-bf38-7771656893d2" providerId="ADAL" clId="{992600FB-E5A2-48A8-ADC9-6968E10B5B48}" dt="2022-11-30T05:54:39.735" v="3155" actId="27803"/>
          <ac:picMkLst>
            <pc:docMk/>
            <pc:sldMk cId="1275407903" sldId="268"/>
            <ac:picMk id="97" creationId="{3583D8E6-47D4-0565-FE30-829627918733}"/>
          </ac:picMkLst>
        </pc:picChg>
        <pc:picChg chg="add mod topLvl">
          <ac:chgData name="Amal R Babu" userId="3a292d0a-112b-4bc3-bf38-7771656893d2" providerId="ADAL" clId="{992600FB-E5A2-48A8-ADC9-6968E10B5B48}" dt="2022-11-30T06:11:55.334" v="3231" actId="164"/>
          <ac:picMkLst>
            <pc:docMk/>
            <pc:sldMk cId="1275407903" sldId="268"/>
            <ac:picMk id="177" creationId="{FD3BBF87-B4CA-227E-73DA-D2896B426EF1}"/>
          </ac:picMkLst>
        </pc:picChg>
        <pc:picChg chg="add del mod">
          <ac:chgData name="Amal R Babu" userId="3a292d0a-112b-4bc3-bf38-7771656893d2" providerId="ADAL" clId="{992600FB-E5A2-48A8-ADC9-6968E10B5B48}" dt="2022-11-30T06:04:31.852" v="3207" actId="478"/>
          <ac:picMkLst>
            <pc:docMk/>
            <pc:sldMk cId="1275407903" sldId="268"/>
            <ac:picMk id="184" creationId="{BD271991-C4D5-442A-7B1C-5DE32D6E6CC8}"/>
          </ac:picMkLst>
        </pc:picChg>
        <pc:picChg chg="add del mod">
          <ac:chgData name="Amal R Babu" userId="3a292d0a-112b-4bc3-bf38-7771656893d2" providerId="ADAL" clId="{992600FB-E5A2-48A8-ADC9-6968E10B5B48}" dt="2022-11-30T06:05:02.550" v="3214" actId="478"/>
          <ac:picMkLst>
            <pc:docMk/>
            <pc:sldMk cId="1275407903" sldId="268"/>
            <ac:picMk id="185" creationId="{612001D2-8010-64FB-8880-0DA963EB7521}"/>
          </ac:picMkLst>
        </pc:picChg>
        <pc:picChg chg="add del mod">
          <ac:chgData name="Amal R Babu" userId="3a292d0a-112b-4bc3-bf38-7771656893d2" providerId="ADAL" clId="{992600FB-E5A2-48A8-ADC9-6968E10B5B48}" dt="2022-11-30T06:05:02.550" v="3214" actId="478"/>
          <ac:picMkLst>
            <pc:docMk/>
            <pc:sldMk cId="1275407903" sldId="268"/>
            <ac:picMk id="186" creationId="{4298BA4F-AB80-2931-1CB9-1B9CF2EC7A92}"/>
          </ac:picMkLst>
        </pc:picChg>
        <pc:picChg chg="add del mod">
          <ac:chgData name="Amal R Babu" userId="3a292d0a-112b-4bc3-bf38-7771656893d2" providerId="ADAL" clId="{992600FB-E5A2-48A8-ADC9-6968E10B5B48}" dt="2022-11-30T06:11:32.391" v="3223" actId="478"/>
          <ac:picMkLst>
            <pc:docMk/>
            <pc:sldMk cId="1275407903" sldId="268"/>
            <ac:picMk id="188" creationId="{BA979071-54C8-CFAF-F885-64F5BE0DA16B}"/>
          </ac:picMkLst>
        </pc:picChg>
        <pc:picChg chg="add mod ord">
          <ac:chgData name="Amal R Babu" userId="3a292d0a-112b-4bc3-bf38-7771656893d2" providerId="ADAL" clId="{992600FB-E5A2-48A8-ADC9-6968E10B5B48}" dt="2022-11-30T06:14:25.388" v="3272" actId="12789"/>
          <ac:picMkLst>
            <pc:docMk/>
            <pc:sldMk cId="1275407903" sldId="268"/>
            <ac:picMk id="190" creationId="{CDD0512E-BEBC-6F1C-FB83-137C8516EBE2}"/>
          </ac:picMkLst>
        </pc:picChg>
        <pc:picChg chg="add mod ord">
          <ac:chgData name="Amal R Babu" userId="3a292d0a-112b-4bc3-bf38-7771656893d2" providerId="ADAL" clId="{992600FB-E5A2-48A8-ADC9-6968E10B5B48}" dt="2022-11-30T06:40:17.400" v="3492" actId="1076"/>
          <ac:picMkLst>
            <pc:docMk/>
            <pc:sldMk cId="1275407903" sldId="268"/>
            <ac:picMk id="195" creationId="{6AFFCF9B-0F05-FDB9-BE01-82AD5FEFF83F}"/>
          </ac:picMkLst>
        </pc:picChg>
        <pc:picChg chg="add mod">
          <ac:chgData name="Amal R Babu" userId="3a292d0a-112b-4bc3-bf38-7771656893d2" providerId="ADAL" clId="{992600FB-E5A2-48A8-ADC9-6968E10B5B48}" dt="2022-11-30T06:17:14.655" v="3307" actId="27614"/>
          <ac:picMkLst>
            <pc:docMk/>
            <pc:sldMk cId="1275407903" sldId="268"/>
            <ac:picMk id="201" creationId="{4E3F75CB-9225-DC65-F39A-74C7C9F633EE}"/>
          </ac:picMkLst>
        </pc:picChg>
        <pc:picChg chg="add del mod">
          <ac:chgData name="Amal R Babu" userId="3a292d0a-112b-4bc3-bf38-7771656893d2" providerId="ADAL" clId="{992600FB-E5A2-48A8-ADC9-6968E10B5B48}" dt="2022-11-30T06:23:13.045" v="3376" actId="27803"/>
          <ac:picMkLst>
            <pc:docMk/>
            <pc:sldMk cId="1275407903" sldId="268"/>
            <ac:picMk id="212" creationId="{9E8FBE3C-F095-6CF5-6D87-2F4866E0E61E}"/>
          </ac:picMkLst>
        </pc:picChg>
        <pc:picChg chg="add del mod">
          <ac:chgData name="Amal R Babu" userId="3a292d0a-112b-4bc3-bf38-7771656893d2" providerId="ADAL" clId="{992600FB-E5A2-48A8-ADC9-6968E10B5B48}" dt="2022-11-30T06:23:13.045" v="3376" actId="27803"/>
          <ac:picMkLst>
            <pc:docMk/>
            <pc:sldMk cId="1275407903" sldId="268"/>
            <ac:picMk id="214" creationId="{5056C6DD-9DB8-810A-5187-6B7B9C5F124B}"/>
          </ac:picMkLst>
        </pc:picChg>
        <pc:picChg chg="add del mod">
          <ac:chgData name="Amal R Babu" userId="3a292d0a-112b-4bc3-bf38-7771656893d2" providerId="ADAL" clId="{992600FB-E5A2-48A8-ADC9-6968E10B5B48}" dt="2022-11-30T06:23:01.918" v="3372" actId="27803"/>
          <ac:picMkLst>
            <pc:docMk/>
            <pc:sldMk cId="1275407903" sldId="268"/>
            <ac:picMk id="216" creationId="{FB42F776-C64D-8B60-F900-DF34DAC9E2EA}"/>
          </ac:picMkLst>
        </pc:picChg>
        <pc:picChg chg="mod">
          <ac:chgData name="Amal R Babu" userId="3a292d0a-112b-4bc3-bf38-7771656893d2" providerId="ADAL" clId="{992600FB-E5A2-48A8-ADC9-6968E10B5B48}" dt="2022-11-30T07:56:33.558" v="3644"/>
          <ac:picMkLst>
            <pc:docMk/>
            <pc:sldMk cId="1275407903" sldId="268"/>
            <ac:picMk id="237" creationId="{53A8D1C4-C816-EEF1-F112-F0DE89B20298}"/>
          </ac:picMkLst>
        </pc:picChg>
        <pc:cxnChg chg="del">
          <ac:chgData name="Amal R Babu" userId="3a292d0a-112b-4bc3-bf38-7771656893d2" providerId="ADAL" clId="{992600FB-E5A2-48A8-ADC9-6968E10B5B48}" dt="2022-11-30T07:56:33.087" v="3643" actId="478"/>
          <ac:cxnSpMkLst>
            <pc:docMk/>
            <pc:sldMk cId="1275407903" sldId="268"/>
            <ac:cxnSpMk id="7" creationId="{1C225904-9D2F-F0C8-8BBE-32DEDB3F8B8F}"/>
          </ac:cxnSpMkLst>
        </pc:cxnChg>
        <pc:cxnChg chg="add mod">
          <ac:chgData name="Amal R Babu" userId="3a292d0a-112b-4bc3-bf38-7771656893d2" providerId="ADAL" clId="{992600FB-E5A2-48A8-ADC9-6968E10B5B48}" dt="2022-11-30T07:56:33.558" v="3644"/>
          <ac:cxnSpMkLst>
            <pc:docMk/>
            <pc:sldMk cId="1275407903" sldId="268"/>
            <ac:cxnSpMk id="242" creationId="{05B63F11-E334-EE6A-93E1-6972CBF1CF1C}"/>
          </ac:cxnSpMkLst>
        </pc:cxnChg>
      </pc:sldChg>
      <pc:sldChg chg="addSp delSp modSp add mod setBg modClrScheme chgLayout">
        <pc:chgData name="Amal R Babu" userId="3a292d0a-112b-4bc3-bf38-7771656893d2" providerId="ADAL" clId="{992600FB-E5A2-48A8-ADC9-6968E10B5B48}" dt="2022-11-30T06:59:17.029" v="3574" actId="478"/>
        <pc:sldMkLst>
          <pc:docMk/>
          <pc:sldMk cId="1769459304" sldId="269"/>
        </pc:sldMkLst>
        <pc:spChg chg="del">
          <ac:chgData name="Amal R Babu" userId="3a292d0a-112b-4bc3-bf38-7771656893d2" providerId="ADAL" clId="{992600FB-E5A2-48A8-ADC9-6968E10B5B48}" dt="2022-11-30T06:31:22.704" v="3457" actId="478"/>
          <ac:spMkLst>
            <pc:docMk/>
            <pc:sldMk cId="1769459304" sldId="269"/>
            <ac:spMk id="3" creationId="{1025ACCD-BEFE-4057-D0DA-23300AB28132}"/>
          </ac:spMkLst>
        </pc:spChg>
        <pc:spChg chg="del">
          <ac:chgData name="Amal R Babu" userId="3a292d0a-112b-4bc3-bf38-7771656893d2" providerId="ADAL" clId="{992600FB-E5A2-48A8-ADC9-6968E10B5B48}" dt="2022-11-30T06:31:22.704" v="3457" actId="478"/>
          <ac:spMkLst>
            <pc:docMk/>
            <pc:sldMk cId="1769459304" sldId="269"/>
            <ac:spMk id="9" creationId="{67D53DBD-07C2-B89B-2A5E-6EA3F0CE967B}"/>
          </ac:spMkLst>
        </pc:spChg>
        <pc:spChg chg="add del mod">
          <ac:chgData name="Amal R Babu" userId="3a292d0a-112b-4bc3-bf38-7771656893d2" providerId="ADAL" clId="{992600FB-E5A2-48A8-ADC9-6968E10B5B48}" dt="2022-11-30T06:29:47.674" v="3444" actId="700"/>
          <ac:spMkLst>
            <pc:docMk/>
            <pc:sldMk cId="1769459304" sldId="269"/>
            <ac:spMk id="10" creationId="{8A73E5FB-D30D-878A-A458-6A752AE195A7}"/>
          </ac:spMkLst>
        </pc:spChg>
        <pc:spChg chg="add mod">
          <ac:chgData name="Amal R Babu" userId="3a292d0a-112b-4bc3-bf38-7771656893d2" providerId="ADAL" clId="{992600FB-E5A2-48A8-ADC9-6968E10B5B48}" dt="2022-11-30T06:59:15.190" v="3573" actId="12789"/>
          <ac:spMkLst>
            <pc:docMk/>
            <pc:sldMk cId="1769459304" sldId="269"/>
            <ac:spMk id="11" creationId="{FE4BEF4F-16A7-27D9-FB12-30D2128537F1}"/>
          </ac:spMkLst>
        </pc:spChg>
        <pc:spChg chg="del">
          <ac:chgData name="Amal R Babu" userId="3a292d0a-112b-4bc3-bf38-7771656893d2" providerId="ADAL" clId="{992600FB-E5A2-48A8-ADC9-6968E10B5B48}" dt="2022-11-30T06:31:22.704" v="3457" actId="478"/>
          <ac:spMkLst>
            <pc:docMk/>
            <pc:sldMk cId="1769459304" sldId="269"/>
            <ac:spMk id="13" creationId="{4F3E08FA-4C08-7258-FA22-03C53F09604C}"/>
          </ac:spMkLst>
        </pc:spChg>
        <pc:spChg chg="add del mod">
          <ac:chgData name="Amal R Babu" userId="3a292d0a-112b-4bc3-bf38-7771656893d2" providerId="ADAL" clId="{992600FB-E5A2-48A8-ADC9-6968E10B5B48}" dt="2022-11-30T06:36:31.332" v="3490" actId="21"/>
          <ac:spMkLst>
            <pc:docMk/>
            <pc:sldMk cId="1769459304" sldId="269"/>
            <ac:spMk id="15" creationId="{1C27873F-CC93-A323-66C5-B83A6AC4EE03}"/>
          </ac:spMkLst>
        </pc:spChg>
        <pc:spChg chg="del">
          <ac:chgData name="Amal R Babu" userId="3a292d0a-112b-4bc3-bf38-7771656893d2" providerId="ADAL" clId="{992600FB-E5A2-48A8-ADC9-6968E10B5B48}" dt="2022-11-30T06:31:22.704" v="3457" actId="478"/>
          <ac:spMkLst>
            <pc:docMk/>
            <pc:sldMk cId="1769459304" sldId="269"/>
            <ac:spMk id="16" creationId="{2913EB48-94F5-98C7-C275-915A1AD4D3EA}"/>
          </ac:spMkLst>
        </pc:spChg>
        <pc:spChg chg="del">
          <ac:chgData name="Amal R Babu" userId="3a292d0a-112b-4bc3-bf38-7771656893d2" providerId="ADAL" clId="{992600FB-E5A2-48A8-ADC9-6968E10B5B48}" dt="2022-11-30T06:31:22.704" v="3457" actId="478"/>
          <ac:spMkLst>
            <pc:docMk/>
            <pc:sldMk cId="1769459304" sldId="269"/>
            <ac:spMk id="17" creationId="{29D393BC-86FC-4CA8-8830-E874EA43EE28}"/>
          </ac:spMkLst>
        </pc:spChg>
        <pc:spChg chg="del">
          <ac:chgData name="Amal R Babu" userId="3a292d0a-112b-4bc3-bf38-7771656893d2" providerId="ADAL" clId="{992600FB-E5A2-48A8-ADC9-6968E10B5B48}" dt="2022-11-30T06:31:22.704" v="3457" actId="478"/>
          <ac:spMkLst>
            <pc:docMk/>
            <pc:sldMk cId="1769459304" sldId="269"/>
            <ac:spMk id="19" creationId="{B5F22004-B568-5F9F-D315-B9048F8F933E}"/>
          </ac:spMkLst>
        </pc:spChg>
        <pc:spChg chg="del">
          <ac:chgData name="Amal R Babu" userId="3a292d0a-112b-4bc3-bf38-7771656893d2" providerId="ADAL" clId="{992600FB-E5A2-48A8-ADC9-6968E10B5B48}" dt="2022-11-30T06:31:22.704" v="3457" actId="478"/>
          <ac:spMkLst>
            <pc:docMk/>
            <pc:sldMk cId="1769459304" sldId="269"/>
            <ac:spMk id="20" creationId="{DBD7492E-2CD4-61A0-9EEE-CEE4E61AED9D}"/>
          </ac:spMkLst>
        </pc:spChg>
        <pc:spChg chg="del">
          <ac:chgData name="Amal R Babu" userId="3a292d0a-112b-4bc3-bf38-7771656893d2" providerId="ADAL" clId="{992600FB-E5A2-48A8-ADC9-6968E10B5B48}" dt="2022-11-30T06:31:22.704" v="3457" actId="478"/>
          <ac:spMkLst>
            <pc:docMk/>
            <pc:sldMk cId="1769459304" sldId="269"/>
            <ac:spMk id="21" creationId="{88AF1956-F7FB-2ADE-A3E7-1F7329C9752A}"/>
          </ac:spMkLst>
        </pc:spChg>
        <pc:spChg chg="del">
          <ac:chgData name="Amal R Babu" userId="3a292d0a-112b-4bc3-bf38-7771656893d2" providerId="ADAL" clId="{992600FB-E5A2-48A8-ADC9-6968E10B5B48}" dt="2022-11-30T06:31:22.704" v="3457" actId="478"/>
          <ac:spMkLst>
            <pc:docMk/>
            <pc:sldMk cId="1769459304" sldId="269"/>
            <ac:spMk id="22" creationId="{B8560F59-A67B-8514-2A4E-47A28A1A48B1}"/>
          </ac:spMkLst>
        </pc:spChg>
        <pc:spChg chg="mod">
          <ac:chgData name="Amal R Babu" userId="3a292d0a-112b-4bc3-bf38-7771656893d2" providerId="ADAL" clId="{992600FB-E5A2-48A8-ADC9-6968E10B5B48}" dt="2022-11-30T06:58:03.415" v="3562" actId="108"/>
          <ac:spMkLst>
            <pc:docMk/>
            <pc:sldMk cId="1769459304" sldId="269"/>
            <ac:spMk id="25" creationId="{1371FB22-7FA7-46A2-F082-E8B4A3E0E664}"/>
          </ac:spMkLst>
        </pc:spChg>
        <pc:spChg chg="mod topLvl">
          <ac:chgData name="Amal R Babu" userId="3a292d0a-112b-4bc3-bf38-7771656893d2" providerId="ADAL" clId="{992600FB-E5A2-48A8-ADC9-6968E10B5B48}" dt="2022-11-30T06:56:24.192" v="3543" actId="165"/>
          <ac:spMkLst>
            <pc:docMk/>
            <pc:sldMk cId="1769459304" sldId="269"/>
            <ac:spMk id="31" creationId="{8B75710E-7F2F-8634-D2E3-AA2677355D59}"/>
          </ac:spMkLst>
        </pc:spChg>
        <pc:spChg chg="mod topLvl">
          <ac:chgData name="Amal R Babu" userId="3a292d0a-112b-4bc3-bf38-7771656893d2" providerId="ADAL" clId="{992600FB-E5A2-48A8-ADC9-6968E10B5B48}" dt="2022-11-30T06:56:24.192" v="3543" actId="165"/>
          <ac:spMkLst>
            <pc:docMk/>
            <pc:sldMk cId="1769459304" sldId="269"/>
            <ac:spMk id="32" creationId="{581594D2-253A-09F1-EB23-B2FF63A499F4}"/>
          </ac:spMkLst>
        </pc:spChg>
        <pc:spChg chg="del">
          <ac:chgData name="Amal R Babu" userId="3a292d0a-112b-4bc3-bf38-7771656893d2" providerId="ADAL" clId="{992600FB-E5A2-48A8-ADC9-6968E10B5B48}" dt="2022-11-30T06:31:22.704" v="3457" actId="478"/>
          <ac:spMkLst>
            <pc:docMk/>
            <pc:sldMk cId="1769459304" sldId="269"/>
            <ac:spMk id="33" creationId="{06426368-13B9-05ED-7B4E-48B8C7532F65}"/>
          </ac:spMkLst>
        </pc:spChg>
        <pc:spChg chg="del mod">
          <ac:chgData name="Amal R Babu" userId="3a292d0a-112b-4bc3-bf38-7771656893d2" providerId="ADAL" clId="{992600FB-E5A2-48A8-ADC9-6968E10B5B48}" dt="2022-11-30T06:31:22.704" v="3457" actId="478"/>
          <ac:spMkLst>
            <pc:docMk/>
            <pc:sldMk cId="1769459304" sldId="269"/>
            <ac:spMk id="34" creationId="{15C24E6E-5086-DAC3-E400-3CB725E13353}"/>
          </ac:spMkLst>
        </pc:spChg>
        <pc:spChg chg="del">
          <ac:chgData name="Amal R Babu" userId="3a292d0a-112b-4bc3-bf38-7771656893d2" providerId="ADAL" clId="{992600FB-E5A2-48A8-ADC9-6968E10B5B48}" dt="2022-11-30T06:31:22.704" v="3457" actId="478"/>
          <ac:spMkLst>
            <pc:docMk/>
            <pc:sldMk cId="1769459304" sldId="269"/>
            <ac:spMk id="35" creationId="{D7FACB4C-BCA4-434A-8FA8-F4D0A8D4C109}"/>
          </ac:spMkLst>
        </pc:spChg>
        <pc:spChg chg="mod topLvl">
          <ac:chgData name="Amal R Babu" userId="3a292d0a-112b-4bc3-bf38-7771656893d2" providerId="ADAL" clId="{992600FB-E5A2-48A8-ADC9-6968E10B5B48}" dt="2022-11-30T06:56:24.192" v="3543" actId="165"/>
          <ac:spMkLst>
            <pc:docMk/>
            <pc:sldMk cId="1769459304" sldId="269"/>
            <ac:spMk id="36" creationId="{BA8AE424-DCFE-238E-0E73-69A9BC93C1A5}"/>
          </ac:spMkLst>
        </pc:spChg>
        <pc:spChg chg="mod">
          <ac:chgData name="Amal R Babu" userId="3a292d0a-112b-4bc3-bf38-7771656893d2" providerId="ADAL" clId="{992600FB-E5A2-48A8-ADC9-6968E10B5B48}" dt="2022-11-30T06:56:24.192" v="3543" actId="165"/>
          <ac:spMkLst>
            <pc:docMk/>
            <pc:sldMk cId="1769459304" sldId="269"/>
            <ac:spMk id="38" creationId="{322DDAFE-54BD-7E32-65D5-EBF8BA291472}"/>
          </ac:spMkLst>
        </pc:spChg>
        <pc:spChg chg="mod">
          <ac:chgData name="Amal R Babu" userId="3a292d0a-112b-4bc3-bf38-7771656893d2" providerId="ADAL" clId="{992600FB-E5A2-48A8-ADC9-6968E10B5B48}" dt="2022-11-30T06:56:24.192" v="3543" actId="165"/>
          <ac:spMkLst>
            <pc:docMk/>
            <pc:sldMk cId="1769459304" sldId="269"/>
            <ac:spMk id="39" creationId="{9523B0A2-DA63-4010-AA5F-74DAF1DE9D7B}"/>
          </ac:spMkLst>
        </pc:spChg>
        <pc:spChg chg="mod topLvl">
          <ac:chgData name="Amal R Babu" userId="3a292d0a-112b-4bc3-bf38-7771656893d2" providerId="ADAL" clId="{992600FB-E5A2-48A8-ADC9-6968E10B5B48}" dt="2022-11-30T06:58:47.390" v="3569" actId="165"/>
          <ac:spMkLst>
            <pc:docMk/>
            <pc:sldMk cId="1769459304" sldId="269"/>
            <ac:spMk id="42" creationId="{92DCCBEF-6FD4-1922-F281-7241E0CA1A9D}"/>
          </ac:spMkLst>
        </pc:spChg>
        <pc:spChg chg="del">
          <ac:chgData name="Amal R Babu" userId="3a292d0a-112b-4bc3-bf38-7771656893d2" providerId="ADAL" clId="{992600FB-E5A2-48A8-ADC9-6968E10B5B48}" dt="2022-11-30T06:31:22.704" v="3457" actId="478"/>
          <ac:spMkLst>
            <pc:docMk/>
            <pc:sldMk cId="1769459304" sldId="269"/>
            <ac:spMk id="43" creationId="{4085F982-777E-59AD-4DB4-B07024AB9EAF}"/>
          </ac:spMkLst>
        </pc:spChg>
        <pc:spChg chg="mod topLvl">
          <ac:chgData name="Amal R Babu" userId="3a292d0a-112b-4bc3-bf38-7771656893d2" providerId="ADAL" clId="{992600FB-E5A2-48A8-ADC9-6968E10B5B48}" dt="2022-11-30T06:58:47.390" v="3569" actId="165"/>
          <ac:spMkLst>
            <pc:docMk/>
            <pc:sldMk cId="1769459304" sldId="269"/>
            <ac:spMk id="45" creationId="{02409ACF-257C-445B-CD01-A89D16FA258D}"/>
          </ac:spMkLst>
        </pc:spChg>
        <pc:spChg chg="mod">
          <ac:chgData name="Amal R Babu" userId="3a292d0a-112b-4bc3-bf38-7771656893d2" providerId="ADAL" clId="{992600FB-E5A2-48A8-ADC9-6968E10B5B48}" dt="2022-11-30T06:58:47.390" v="3569" actId="165"/>
          <ac:spMkLst>
            <pc:docMk/>
            <pc:sldMk cId="1769459304" sldId="269"/>
            <ac:spMk id="48" creationId="{02C3BDCF-FDFC-9079-D9ED-C887FEFE3341}"/>
          </ac:spMkLst>
        </pc:spChg>
        <pc:spChg chg="del">
          <ac:chgData name="Amal R Babu" userId="3a292d0a-112b-4bc3-bf38-7771656893d2" providerId="ADAL" clId="{992600FB-E5A2-48A8-ADC9-6968E10B5B48}" dt="2022-11-30T06:31:22.704" v="3457" actId="478"/>
          <ac:spMkLst>
            <pc:docMk/>
            <pc:sldMk cId="1769459304" sldId="269"/>
            <ac:spMk id="50" creationId="{0E2B6178-FB2D-9772-47AD-87A734026875}"/>
          </ac:spMkLst>
        </pc:spChg>
        <pc:spChg chg="mod">
          <ac:chgData name="Amal R Babu" userId="3a292d0a-112b-4bc3-bf38-7771656893d2" providerId="ADAL" clId="{992600FB-E5A2-48A8-ADC9-6968E10B5B48}" dt="2022-11-30T06:58:47.390" v="3569" actId="165"/>
          <ac:spMkLst>
            <pc:docMk/>
            <pc:sldMk cId="1769459304" sldId="269"/>
            <ac:spMk id="51" creationId="{47CBC3A7-B7B2-D763-ED83-4224245CDE3B}"/>
          </ac:spMkLst>
        </pc:spChg>
        <pc:spChg chg="del">
          <ac:chgData name="Amal R Babu" userId="3a292d0a-112b-4bc3-bf38-7771656893d2" providerId="ADAL" clId="{992600FB-E5A2-48A8-ADC9-6968E10B5B48}" dt="2022-11-30T06:31:22.704" v="3457" actId="478"/>
          <ac:spMkLst>
            <pc:docMk/>
            <pc:sldMk cId="1769459304" sldId="269"/>
            <ac:spMk id="55" creationId="{A2C13AB5-7A64-00F4-ECBF-90F667E097CA}"/>
          </ac:spMkLst>
        </pc:spChg>
        <pc:spChg chg="del">
          <ac:chgData name="Amal R Babu" userId="3a292d0a-112b-4bc3-bf38-7771656893d2" providerId="ADAL" clId="{992600FB-E5A2-48A8-ADC9-6968E10B5B48}" dt="2022-11-30T06:31:22.704" v="3457" actId="478"/>
          <ac:spMkLst>
            <pc:docMk/>
            <pc:sldMk cId="1769459304" sldId="269"/>
            <ac:spMk id="58" creationId="{84827C04-91A4-59E2-705C-138BA0A13DA9}"/>
          </ac:spMkLst>
        </pc:spChg>
        <pc:spChg chg="mod">
          <ac:chgData name="Amal R Babu" userId="3a292d0a-112b-4bc3-bf38-7771656893d2" providerId="ADAL" clId="{992600FB-E5A2-48A8-ADC9-6968E10B5B48}" dt="2022-11-30T06:58:47.390" v="3569" actId="165"/>
          <ac:spMkLst>
            <pc:docMk/>
            <pc:sldMk cId="1769459304" sldId="269"/>
            <ac:spMk id="59" creationId="{C8D29D25-41E9-8A4F-1EA6-CC62418E3E95}"/>
          </ac:spMkLst>
        </pc:spChg>
        <pc:spChg chg="mod">
          <ac:chgData name="Amal R Babu" userId="3a292d0a-112b-4bc3-bf38-7771656893d2" providerId="ADAL" clId="{992600FB-E5A2-48A8-ADC9-6968E10B5B48}" dt="2022-11-30T06:58:47.390" v="3569" actId="165"/>
          <ac:spMkLst>
            <pc:docMk/>
            <pc:sldMk cId="1769459304" sldId="269"/>
            <ac:spMk id="61" creationId="{34850E5A-91B2-D584-D5B5-C8A97A07463B}"/>
          </ac:spMkLst>
        </pc:spChg>
        <pc:spChg chg="mod">
          <ac:chgData name="Amal R Babu" userId="3a292d0a-112b-4bc3-bf38-7771656893d2" providerId="ADAL" clId="{992600FB-E5A2-48A8-ADC9-6968E10B5B48}" dt="2022-11-30T06:58:47.390" v="3569" actId="165"/>
          <ac:spMkLst>
            <pc:docMk/>
            <pc:sldMk cId="1769459304" sldId="269"/>
            <ac:spMk id="63" creationId="{43826244-9B2E-081E-D626-37DA1CA39C60}"/>
          </ac:spMkLst>
        </pc:spChg>
        <pc:spChg chg="mod">
          <ac:chgData name="Amal R Babu" userId="3a292d0a-112b-4bc3-bf38-7771656893d2" providerId="ADAL" clId="{992600FB-E5A2-48A8-ADC9-6968E10B5B48}" dt="2022-11-30T06:58:47.390" v="3569" actId="165"/>
          <ac:spMkLst>
            <pc:docMk/>
            <pc:sldMk cId="1769459304" sldId="269"/>
            <ac:spMk id="74" creationId="{6AAAB4F8-7B40-0BEF-F04A-7B3A113ABCFD}"/>
          </ac:spMkLst>
        </pc:spChg>
        <pc:spChg chg="del">
          <ac:chgData name="Amal R Babu" userId="3a292d0a-112b-4bc3-bf38-7771656893d2" providerId="ADAL" clId="{992600FB-E5A2-48A8-ADC9-6968E10B5B48}" dt="2022-11-30T06:31:22.704" v="3457" actId="478"/>
          <ac:spMkLst>
            <pc:docMk/>
            <pc:sldMk cId="1769459304" sldId="269"/>
            <ac:spMk id="75" creationId="{82381173-9D11-EA28-C232-8562E09E7A8A}"/>
          </ac:spMkLst>
        </pc:spChg>
        <pc:spChg chg="del">
          <ac:chgData name="Amal R Babu" userId="3a292d0a-112b-4bc3-bf38-7771656893d2" providerId="ADAL" clId="{992600FB-E5A2-48A8-ADC9-6968E10B5B48}" dt="2022-11-30T06:31:22.704" v="3457" actId="478"/>
          <ac:spMkLst>
            <pc:docMk/>
            <pc:sldMk cId="1769459304" sldId="269"/>
            <ac:spMk id="76" creationId="{49C2A340-4710-5833-FBEA-EC919DD51A6E}"/>
          </ac:spMkLst>
        </pc:spChg>
        <pc:spChg chg="del">
          <ac:chgData name="Amal R Babu" userId="3a292d0a-112b-4bc3-bf38-7771656893d2" providerId="ADAL" clId="{992600FB-E5A2-48A8-ADC9-6968E10B5B48}" dt="2022-11-30T06:31:22.704" v="3457" actId="478"/>
          <ac:spMkLst>
            <pc:docMk/>
            <pc:sldMk cId="1769459304" sldId="269"/>
            <ac:spMk id="77" creationId="{7859F75F-3F6A-F6DE-C7C4-920FB32200D1}"/>
          </ac:spMkLst>
        </pc:spChg>
        <pc:spChg chg="mod">
          <ac:chgData name="Amal R Babu" userId="3a292d0a-112b-4bc3-bf38-7771656893d2" providerId="ADAL" clId="{992600FB-E5A2-48A8-ADC9-6968E10B5B48}" dt="2022-11-30T06:58:47.390" v="3569" actId="165"/>
          <ac:spMkLst>
            <pc:docMk/>
            <pc:sldMk cId="1769459304" sldId="269"/>
            <ac:spMk id="78" creationId="{E809CEF5-0C63-A9CC-DAC0-5750FC57AE05}"/>
          </ac:spMkLst>
        </pc:spChg>
        <pc:spChg chg="del">
          <ac:chgData name="Amal R Babu" userId="3a292d0a-112b-4bc3-bf38-7771656893d2" providerId="ADAL" clId="{992600FB-E5A2-48A8-ADC9-6968E10B5B48}" dt="2022-11-30T06:31:22.704" v="3457" actId="478"/>
          <ac:spMkLst>
            <pc:docMk/>
            <pc:sldMk cId="1769459304" sldId="269"/>
            <ac:spMk id="80" creationId="{2770181D-94BB-87F9-9F1C-C577F5415446}"/>
          </ac:spMkLst>
        </pc:spChg>
        <pc:spChg chg="del">
          <ac:chgData name="Amal R Babu" userId="3a292d0a-112b-4bc3-bf38-7771656893d2" providerId="ADAL" clId="{992600FB-E5A2-48A8-ADC9-6968E10B5B48}" dt="2022-11-30T06:31:22.704" v="3457" actId="478"/>
          <ac:spMkLst>
            <pc:docMk/>
            <pc:sldMk cId="1769459304" sldId="269"/>
            <ac:spMk id="81" creationId="{59106057-6687-7436-2443-36CF82D5A997}"/>
          </ac:spMkLst>
        </pc:spChg>
        <pc:spChg chg="mod">
          <ac:chgData name="Amal R Babu" userId="3a292d0a-112b-4bc3-bf38-7771656893d2" providerId="ADAL" clId="{992600FB-E5A2-48A8-ADC9-6968E10B5B48}" dt="2022-11-30T06:58:47.390" v="3569" actId="165"/>
          <ac:spMkLst>
            <pc:docMk/>
            <pc:sldMk cId="1769459304" sldId="269"/>
            <ac:spMk id="83" creationId="{6AA657D1-4956-1596-65B3-795D04D6DE75}"/>
          </ac:spMkLst>
        </pc:spChg>
        <pc:spChg chg="mod">
          <ac:chgData name="Amal R Babu" userId="3a292d0a-112b-4bc3-bf38-7771656893d2" providerId="ADAL" clId="{992600FB-E5A2-48A8-ADC9-6968E10B5B48}" dt="2022-11-30T06:58:47.390" v="3569" actId="165"/>
          <ac:spMkLst>
            <pc:docMk/>
            <pc:sldMk cId="1769459304" sldId="269"/>
            <ac:spMk id="84" creationId="{674F7BF8-CCF7-863A-D314-5A5F61C72936}"/>
          </ac:spMkLst>
        </pc:spChg>
        <pc:spChg chg="mod">
          <ac:chgData name="Amal R Babu" userId="3a292d0a-112b-4bc3-bf38-7771656893d2" providerId="ADAL" clId="{992600FB-E5A2-48A8-ADC9-6968E10B5B48}" dt="2022-11-30T06:58:47.390" v="3569" actId="165"/>
          <ac:spMkLst>
            <pc:docMk/>
            <pc:sldMk cId="1769459304" sldId="269"/>
            <ac:spMk id="86" creationId="{F82F4295-6748-7BAE-3891-742E07A0DB21}"/>
          </ac:spMkLst>
        </pc:spChg>
        <pc:spChg chg="mod">
          <ac:chgData name="Amal R Babu" userId="3a292d0a-112b-4bc3-bf38-7771656893d2" providerId="ADAL" clId="{992600FB-E5A2-48A8-ADC9-6968E10B5B48}" dt="2022-11-30T06:58:47.390" v="3569" actId="165"/>
          <ac:spMkLst>
            <pc:docMk/>
            <pc:sldMk cId="1769459304" sldId="269"/>
            <ac:spMk id="87" creationId="{5F0FD274-33A7-CE2B-CCB1-2CCF4AB0D52E}"/>
          </ac:spMkLst>
        </pc:spChg>
        <pc:spChg chg="mod">
          <ac:chgData name="Amal R Babu" userId="3a292d0a-112b-4bc3-bf38-7771656893d2" providerId="ADAL" clId="{992600FB-E5A2-48A8-ADC9-6968E10B5B48}" dt="2022-11-30T06:58:47.390" v="3569" actId="165"/>
          <ac:spMkLst>
            <pc:docMk/>
            <pc:sldMk cId="1769459304" sldId="269"/>
            <ac:spMk id="90" creationId="{BE241937-8072-325C-B04D-3DAFE807D00F}"/>
          </ac:spMkLst>
        </pc:spChg>
        <pc:spChg chg="mod">
          <ac:chgData name="Amal R Babu" userId="3a292d0a-112b-4bc3-bf38-7771656893d2" providerId="ADAL" clId="{992600FB-E5A2-48A8-ADC9-6968E10B5B48}" dt="2022-11-30T06:58:47.390" v="3569" actId="165"/>
          <ac:spMkLst>
            <pc:docMk/>
            <pc:sldMk cId="1769459304" sldId="269"/>
            <ac:spMk id="91" creationId="{AC4129C7-212D-CCEB-EB86-B8D60EA8A790}"/>
          </ac:spMkLst>
        </pc:spChg>
        <pc:spChg chg="del">
          <ac:chgData name="Amal R Babu" userId="3a292d0a-112b-4bc3-bf38-7771656893d2" providerId="ADAL" clId="{992600FB-E5A2-48A8-ADC9-6968E10B5B48}" dt="2022-11-30T06:29:44.914" v="3443" actId="478"/>
          <ac:spMkLst>
            <pc:docMk/>
            <pc:sldMk cId="1769459304" sldId="269"/>
            <ac:spMk id="92" creationId="{232C2ADA-8B7B-4990-FB78-B27C9A79E87E}"/>
          </ac:spMkLst>
        </pc:spChg>
        <pc:spChg chg="mod">
          <ac:chgData name="Amal R Babu" userId="3a292d0a-112b-4bc3-bf38-7771656893d2" providerId="ADAL" clId="{992600FB-E5A2-48A8-ADC9-6968E10B5B48}" dt="2022-11-30T06:58:47.390" v="3569" actId="165"/>
          <ac:spMkLst>
            <pc:docMk/>
            <pc:sldMk cId="1769459304" sldId="269"/>
            <ac:spMk id="93" creationId="{6AC81830-D74D-B6E1-131C-224BB938C8D3}"/>
          </ac:spMkLst>
        </pc:spChg>
        <pc:spChg chg="mod">
          <ac:chgData name="Amal R Babu" userId="3a292d0a-112b-4bc3-bf38-7771656893d2" providerId="ADAL" clId="{992600FB-E5A2-48A8-ADC9-6968E10B5B48}" dt="2022-11-30T06:56:24.192" v="3543" actId="165"/>
          <ac:spMkLst>
            <pc:docMk/>
            <pc:sldMk cId="1769459304" sldId="269"/>
            <ac:spMk id="99" creationId="{90E72D3F-2763-B90B-02C5-3AB9DDC0A444}"/>
          </ac:spMkLst>
        </pc:spChg>
        <pc:spChg chg="mod">
          <ac:chgData name="Amal R Babu" userId="3a292d0a-112b-4bc3-bf38-7771656893d2" providerId="ADAL" clId="{992600FB-E5A2-48A8-ADC9-6968E10B5B48}" dt="2022-11-30T06:56:24.192" v="3543" actId="165"/>
          <ac:spMkLst>
            <pc:docMk/>
            <pc:sldMk cId="1769459304" sldId="269"/>
            <ac:spMk id="100" creationId="{539A5FAB-DBEF-DFF6-5367-927B5D71CDEA}"/>
          </ac:spMkLst>
        </pc:spChg>
        <pc:spChg chg="del">
          <ac:chgData name="Amal R Babu" userId="3a292d0a-112b-4bc3-bf38-7771656893d2" providerId="ADAL" clId="{992600FB-E5A2-48A8-ADC9-6968E10B5B48}" dt="2022-11-30T06:29:44.914" v="3443" actId="478"/>
          <ac:spMkLst>
            <pc:docMk/>
            <pc:sldMk cId="1769459304" sldId="269"/>
            <ac:spMk id="101" creationId="{0B8B5381-5AF5-78F1-22D8-F0A963C908A4}"/>
          </ac:spMkLst>
        </pc:spChg>
        <pc:spChg chg="del mod">
          <ac:chgData name="Amal R Babu" userId="3a292d0a-112b-4bc3-bf38-7771656893d2" providerId="ADAL" clId="{992600FB-E5A2-48A8-ADC9-6968E10B5B48}" dt="2022-11-30T06:31:22.704" v="3457" actId="478"/>
          <ac:spMkLst>
            <pc:docMk/>
            <pc:sldMk cId="1769459304" sldId="269"/>
            <ac:spMk id="102" creationId="{BC336F4F-319C-E66A-14BA-28906300DE58}"/>
          </ac:spMkLst>
        </pc:spChg>
        <pc:spChg chg="del">
          <ac:chgData name="Amal R Babu" userId="3a292d0a-112b-4bc3-bf38-7771656893d2" providerId="ADAL" clId="{992600FB-E5A2-48A8-ADC9-6968E10B5B48}" dt="2022-11-30T06:29:44.914" v="3443" actId="478"/>
          <ac:spMkLst>
            <pc:docMk/>
            <pc:sldMk cId="1769459304" sldId="269"/>
            <ac:spMk id="107" creationId="{D780F9A4-B3F5-3D00-9D28-DB74E7AC3029}"/>
          </ac:spMkLst>
        </pc:spChg>
        <pc:spChg chg="del">
          <ac:chgData name="Amal R Babu" userId="3a292d0a-112b-4bc3-bf38-7771656893d2" providerId="ADAL" clId="{992600FB-E5A2-48A8-ADC9-6968E10B5B48}" dt="2022-11-30T06:29:44.914" v="3443" actId="478"/>
          <ac:spMkLst>
            <pc:docMk/>
            <pc:sldMk cId="1769459304" sldId="269"/>
            <ac:spMk id="108" creationId="{FB189AB4-5F00-6EBF-81EA-576AE98AF0DD}"/>
          </ac:spMkLst>
        </pc:spChg>
        <pc:spChg chg="del">
          <ac:chgData name="Amal R Babu" userId="3a292d0a-112b-4bc3-bf38-7771656893d2" providerId="ADAL" clId="{992600FB-E5A2-48A8-ADC9-6968E10B5B48}" dt="2022-11-30T06:31:22.704" v="3457" actId="478"/>
          <ac:spMkLst>
            <pc:docMk/>
            <pc:sldMk cId="1769459304" sldId="269"/>
            <ac:spMk id="109" creationId="{B205D4A8-03D0-E92D-2A10-7A44B4A53BD1}"/>
          </ac:spMkLst>
        </pc:spChg>
        <pc:spChg chg="del">
          <ac:chgData name="Amal R Babu" userId="3a292d0a-112b-4bc3-bf38-7771656893d2" providerId="ADAL" clId="{992600FB-E5A2-48A8-ADC9-6968E10B5B48}" dt="2022-11-30T06:29:44.914" v="3443" actId="478"/>
          <ac:spMkLst>
            <pc:docMk/>
            <pc:sldMk cId="1769459304" sldId="269"/>
            <ac:spMk id="110" creationId="{11D044F7-069C-1EE1-631B-E39F51A8514B}"/>
          </ac:spMkLst>
        </pc:spChg>
        <pc:spChg chg="del">
          <ac:chgData name="Amal R Babu" userId="3a292d0a-112b-4bc3-bf38-7771656893d2" providerId="ADAL" clId="{992600FB-E5A2-48A8-ADC9-6968E10B5B48}" dt="2022-11-30T06:29:44.914" v="3443" actId="478"/>
          <ac:spMkLst>
            <pc:docMk/>
            <pc:sldMk cId="1769459304" sldId="269"/>
            <ac:spMk id="111" creationId="{F8D5B782-E102-ED48-384D-001B4CCF7315}"/>
          </ac:spMkLst>
        </pc:spChg>
        <pc:spChg chg="del">
          <ac:chgData name="Amal R Babu" userId="3a292d0a-112b-4bc3-bf38-7771656893d2" providerId="ADAL" clId="{992600FB-E5A2-48A8-ADC9-6968E10B5B48}" dt="2022-11-30T06:29:44.914" v="3443" actId="478"/>
          <ac:spMkLst>
            <pc:docMk/>
            <pc:sldMk cId="1769459304" sldId="269"/>
            <ac:spMk id="112" creationId="{7D934A19-4D47-C1B5-CC49-5DD72A97EE92}"/>
          </ac:spMkLst>
        </pc:spChg>
        <pc:spChg chg="del">
          <ac:chgData name="Amal R Babu" userId="3a292d0a-112b-4bc3-bf38-7771656893d2" providerId="ADAL" clId="{992600FB-E5A2-48A8-ADC9-6968E10B5B48}" dt="2022-11-30T06:29:44.914" v="3443" actId="478"/>
          <ac:spMkLst>
            <pc:docMk/>
            <pc:sldMk cId="1769459304" sldId="269"/>
            <ac:spMk id="113" creationId="{F3C445CE-A671-6B0E-5B71-2C636FB9174A}"/>
          </ac:spMkLst>
        </pc:spChg>
        <pc:spChg chg="del">
          <ac:chgData name="Amal R Babu" userId="3a292d0a-112b-4bc3-bf38-7771656893d2" providerId="ADAL" clId="{992600FB-E5A2-48A8-ADC9-6968E10B5B48}" dt="2022-11-30T06:29:44.914" v="3443" actId="478"/>
          <ac:spMkLst>
            <pc:docMk/>
            <pc:sldMk cId="1769459304" sldId="269"/>
            <ac:spMk id="117" creationId="{56370A66-18BF-DCBF-3BE1-53FFA1CBDF58}"/>
          </ac:spMkLst>
        </pc:spChg>
        <pc:spChg chg="del">
          <ac:chgData name="Amal R Babu" userId="3a292d0a-112b-4bc3-bf38-7771656893d2" providerId="ADAL" clId="{992600FB-E5A2-48A8-ADC9-6968E10B5B48}" dt="2022-11-30T06:29:44.914" v="3443" actId="478"/>
          <ac:spMkLst>
            <pc:docMk/>
            <pc:sldMk cId="1769459304" sldId="269"/>
            <ac:spMk id="118" creationId="{3AACD876-D12C-4DE4-2E25-620E3ACF133C}"/>
          </ac:spMkLst>
        </pc:spChg>
        <pc:spChg chg="del">
          <ac:chgData name="Amal R Babu" userId="3a292d0a-112b-4bc3-bf38-7771656893d2" providerId="ADAL" clId="{992600FB-E5A2-48A8-ADC9-6968E10B5B48}" dt="2022-11-30T06:29:44.914" v="3443" actId="478"/>
          <ac:spMkLst>
            <pc:docMk/>
            <pc:sldMk cId="1769459304" sldId="269"/>
            <ac:spMk id="119" creationId="{8F4F6FAE-F521-B77E-1175-C825184004FD}"/>
          </ac:spMkLst>
        </pc:spChg>
        <pc:spChg chg="del">
          <ac:chgData name="Amal R Babu" userId="3a292d0a-112b-4bc3-bf38-7771656893d2" providerId="ADAL" clId="{992600FB-E5A2-48A8-ADC9-6968E10B5B48}" dt="2022-11-30T06:29:44.914" v="3443" actId="478"/>
          <ac:spMkLst>
            <pc:docMk/>
            <pc:sldMk cId="1769459304" sldId="269"/>
            <ac:spMk id="137" creationId="{10D5C27D-D646-A21F-A5F8-933C0BFC592D}"/>
          </ac:spMkLst>
        </pc:spChg>
        <pc:spChg chg="mod">
          <ac:chgData name="Amal R Babu" userId="3a292d0a-112b-4bc3-bf38-7771656893d2" providerId="ADAL" clId="{992600FB-E5A2-48A8-ADC9-6968E10B5B48}" dt="2022-11-30T06:56:24.192" v="3543" actId="165"/>
          <ac:spMkLst>
            <pc:docMk/>
            <pc:sldMk cId="1769459304" sldId="269"/>
            <ac:spMk id="139" creationId="{FEA6EF92-60FB-93E5-B1FF-C1E5D2FC1DA3}"/>
          </ac:spMkLst>
        </pc:spChg>
        <pc:spChg chg="mod">
          <ac:chgData name="Amal R Babu" userId="3a292d0a-112b-4bc3-bf38-7771656893d2" providerId="ADAL" clId="{992600FB-E5A2-48A8-ADC9-6968E10B5B48}" dt="2022-11-30T06:56:24.192" v="3543" actId="165"/>
          <ac:spMkLst>
            <pc:docMk/>
            <pc:sldMk cId="1769459304" sldId="269"/>
            <ac:spMk id="140" creationId="{DB5CC66F-36AF-15E5-7ECC-FDF0F31A3268}"/>
          </ac:spMkLst>
        </pc:spChg>
        <pc:spChg chg="mod">
          <ac:chgData name="Amal R Babu" userId="3a292d0a-112b-4bc3-bf38-7771656893d2" providerId="ADAL" clId="{992600FB-E5A2-48A8-ADC9-6968E10B5B48}" dt="2022-11-30T06:56:24.192" v="3543" actId="165"/>
          <ac:spMkLst>
            <pc:docMk/>
            <pc:sldMk cId="1769459304" sldId="269"/>
            <ac:spMk id="141" creationId="{3533E77B-B3E9-CBC2-99BC-4A2F15B16095}"/>
          </ac:spMkLst>
        </pc:spChg>
        <pc:spChg chg="del mod">
          <ac:chgData name="Amal R Babu" userId="3a292d0a-112b-4bc3-bf38-7771656893d2" providerId="ADAL" clId="{992600FB-E5A2-48A8-ADC9-6968E10B5B48}" dt="2022-11-30T06:56:59.081" v="3549" actId="478"/>
          <ac:spMkLst>
            <pc:docMk/>
            <pc:sldMk cId="1769459304" sldId="269"/>
            <ac:spMk id="143" creationId="{78C4616E-4651-3518-BDE6-74307D0B094F}"/>
          </ac:spMkLst>
        </pc:spChg>
        <pc:spChg chg="mod">
          <ac:chgData name="Amal R Babu" userId="3a292d0a-112b-4bc3-bf38-7771656893d2" providerId="ADAL" clId="{992600FB-E5A2-48A8-ADC9-6968E10B5B48}" dt="2022-11-30T06:56:24.192" v="3543" actId="165"/>
          <ac:spMkLst>
            <pc:docMk/>
            <pc:sldMk cId="1769459304" sldId="269"/>
            <ac:spMk id="144" creationId="{23054A5B-34A1-72E0-C28E-EB4D26DEC857}"/>
          </ac:spMkLst>
        </pc:spChg>
        <pc:spChg chg="mod">
          <ac:chgData name="Amal R Babu" userId="3a292d0a-112b-4bc3-bf38-7771656893d2" providerId="ADAL" clId="{992600FB-E5A2-48A8-ADC9-6968E10B5B48}" dt="2022-11-30T06:56:24.192" v="3543" actId="165"/>
          <ac:spMkLst>
            <pc:docMk/>
            <pc:sldMk cId="1769459304" sldId="269"/>
            <ac:spMk id="145" creationId="{D76056CF-9257-10EC-7CDA-C1BB0FE47D44}"/>
          </ac:spMkLst>
        </pc:spChg>
        <pc:spChg chg="mod">
          <ac:chgData name="Amal R Babu" userId="3a292d0a-112b-4bc3-bf38-7771656893d2" providerId="ADAL" clId="{992600FB-E5A2-48A8-ADC9-6968E10B5B48}" dt="2022-11-30T06:56:24.192" v="3543" actId="165"/>
          <ac:spMkLst>
            <pc:docMk/>
            <pc:sldMk cId="1769459304" sldId="269"/>
            <ac:spMk id="147" creationId="{FA90F580-F742-5433-2050-50F824095147}"/>
          </ac:spMkLst>
        </pc:spChg>
        <pc:spChg chg="mod">
          <ac:chgData name="Amal R Babu" userId="3a292d0a-112b-4bc3-bf38-7771656893d2" providerId="ADAL" clId="{992600FB-E5A2-48A8-ADC9-6968E10B5B48}" dt="2022-11-30T06:56:24.192" v="3543" actId="165"/>
          <ac:spMkLst>
            <pc:docMk/>
            <pc:sldMk cId="1769459304" sldId="269"/>
            <ac:spMk id="148" creationId="{ADE69317-F0A5-46B8-682F-2AC4EB2F9B53}"/>
          </ac:spMkLst>
        </pc:spChg>
        <pc:spChg chg="add del mod ord">
          <ac:chgData name="Amal R Babu" userId="3a292d0a-112b-4bc3-bf38-7771656893d2" providerId="ADAL" clId="{992600FB-E5A2-48A8-ADC9-6968E10B5B48}" dt="2022-11-30T06:57:44.096" v="3559" actId="931"/>
          <ac:spMkLst>
            <pc:docMk/>
            <pc:sldMk cId="1769459304" sldId="269"/>
            <ac:spMk id="155" creationId="{9FA49A89-3BB2-2541-D2DE-3D47500B4AB7}"/>
          </ac:spMkLst>
        </pc:spChg>
        <pc:spChg chg="add del mod ord">
          <ac:chgData name="Amal R Babu" userId="3a292d0a-112b-4bc3-bf38-7771656893d2" providerId="ADAL" clId="{992600FB-E5A2-48A8-ADC9-6968E10B5B48}" dt="2022-11-30T06:59:17.029" v="3574" actId="478"/>
          <ac:spMkLst>
            <pc:docMk/>
            <pc:sldMk cId="1769459304" sldId="269"/>
            <ac:spMk id="159" creationId="{E6B518DA-2C95-D99C-F8E8-CFC22D6D854A}"/>
          </ac:spMkLst>
        </pc:spChg>
        <pc:spChg chg="del">
          <ac:chgData name="Amal R Babu" userId="3a292d0a-112b-4bc3-bf38-7771656893d2" providerId="ADAL" clId="{992600FB-E5A2-48A8-ADC9-6968E10B5B48}" dt="2022-11-30T06:29:44.914" v="3443" actId="478"/>
          <ac:spMkLst>
            <pc:docMk/>
            <pc:sldMk cId="1769459304" sldId="269"/>
            <ac:spMk id="193" creationId="{D704D4A6-4C51-A2C0-4C74-6AFE3DED5F80}"/>
          </ac:spMkLst>
        </pc:spChg>
        <pc:spChg chg="del">
          <ac:chgData name="Amal R Babu" userId="3a292d0a-112b-4bc3-bf38-7771656893d2" providerId="ADAL" clId="{992600FB-E5A2-48A8-ADC9-6968E10B5B48}" dt="2022-11-30T06:29:44.914" v="3443" actId="478"/>
          <ac:spMkLst>
            <pc:docMk/>
            <pc:sldMk cId="1769459304" sldId="269"/>
            <ac:spMk id="202" creationId="{5FD67B0E-B486-259A-9A30-8FE699C95D33}"/>
          </ac:spMkLst>
        </pc:spChg>
        <pc:spChg chg="del">
          <ac:chgData name="Amal R Babu" userId="3a292d0a-112b-4bc3-bf38-7771656893d2" providerId="ADAL" clId="{992600FB-E5A2-48A8-ADC9-6968E10B5B48}" dt="2022-11-30T06:29:44.914" v="3443" actId="478"/>
          <ac:spMkLst>
            <pc:docMk/>
            <pc:sldMk cId="1769459304" sldId="269"/>
            <ac:spMk id="203" creationId="{8346438C-55B7-B602-AFA4-BC7E4EE55CA0}"/>
          </ac:spMkLst>
        </pc:spChg>
        <pc:spChg chg="del">
          <ac:chgData name="Amal R Babu" userId="3a292d0a-112b-4bc3-bf38-7771656893d2" providerId="ADAL" clId="{992600FB-E5A2-48A8-ADC9-6968E10B5B48}" dt="2022-11-30T06:29:44.914" v="3443" actId="478"/>
          <ac:spMkLst>
            <pc:docMk/>
            <pc:sldMk cId="1769459304" sldId="269"/>
            <ac:spMk id="205" creationId="{3BF23DE9-2382-C1CC-FD8D-214781D53B55}"/>
          </ac:spMkLst>
        </pc:spChg>
        <pc:spChg chg="del">
          <ac:chgData name="Amal R Babu" userId="3a292d0a-112b-4bc3-bf38-7771656893d2" providerId="ADAL" clId="{992600FB-E5A2-48A8-ADC9-6968E10B5B48}" dt="2022-11-30T06:29:44.914" v="3443" actId="478"/>
          <ac:spMkLst>
            <pc:docMk/>
            <pc:sldMk cId="1769459304" sldId="269"/>
            <ac:spMk id="206" creationId="{79169794-4F2E-2AE6-F969-996FB49E062E}"/>
          </ac:spMkLst>
        </pc:spChg>
        <pc:spChg chg="del">
          <ac:chgData name="Amal R Babu" userId="3a292d0a-112b-4bc3-bf38-7771656893d2" providerId="ADAL" clId="{992600FB-E5A2-48A8-ADC9-6968E10B5B48}" dt="2022-11-30T06:29:44.914" v="3443" actId="478"/>
          <ac:spMkLst>
            <pc:docMk/>
            <pc:sldMk cId="1769459304" sldId="269"/>
            <ac:spMk id="207" creationId="{2E052AEF-C577-9AD6-6D0F-C2297B334D02}"/>
          </ac:spMkLst>
        </pc:spChg>
        <pc:spChg chg="del">
          <ac:chgData name="Amal R Babu" userId="3a292d0a-112b-4bc3-bf38-7771656893d2" providerId="ADAL" clId="{992600FB-E5A2-48A8-ADC9-6968E10B5B48}" dt="2022-11-30T06:29:44.914" v="3443" actId="478"/>
          <ac:spMkLst>
            <pc:docMk/>
            <pc:sldMk cId="1769459304" sldId="269"/>
            <ac:spMk id="210" creationId="{8F17B73C-6397-9ABD-F0A1-D7B02B843370}"/>
          </ac:spMkLst>
        </pc:spChg>
        <pc:spChg chg="del">
          <ac:chgData name="Amal R Babu" userId="3a292d0a-112b-4bc3-bf38-7771656893d2" providerId="ADAL" clId="{992600FB-E5A2-48A8-ADC9-6968E10B5B48}" dt="2022-11-30T06:29:44.914" v="3443" actId="478"/>
          <ac:spMkLst>
            <pc:docMk/>
            <pc:sldMk cId="1769459304" sldId="269"/>
            <ac:spMk id="217" creationId="{FB42F776-C64D-8B60-F900-DF34DAC9E2EA}"/>
          </ac:spMkLst>
        </pc:spChg>
        <pc:spChg chg="del">
          <ac:chgData name="Amal R Babu" userId="3a292d0a-112b-4bc3-bf38-7771656893d2" providerId="ADAL" clId="{992600FB-E5A2-48A8-ADC9-6968E10B5B48}" dt="2022-11-30T06:29:44.914" v="3443" actId="478"/>
          <ac:spMkLst>
            <pc:docMk/>
            <pc:sldMk cId="1769459304" sldId="269"/>
            <ac:spMk id="218" creationId="{9E8FBE3C-F095-6CF5-6D87-2F4866E0E61E}"/>
          </ac:spMkLst>
        </pc:spChg>
        <pc:spChg chg="del">
          <ac:chgData name="Amal R Babu" userId="3a292d0a-112b-4bc3-bf38-7771656893d2" providerId="ADAL" clId="{992600FB-E5A2-48A8-ADC9-6968E10B5B48}" dt="2022-11-30T06:29:44.914" v="3443" actId="478"/>
          <ac:spMkLst>
            <pc:docMk/>
            <pc:sldMk cId="1769459304" sldId="269"/>
            <ac:spMk id="223" creationId="{4D109181-EDA3-3985-73EF-270562160D65}"/>
          </ac:spMkLst>
        </pc:spChg>
        <pc:grpChg chg="del">
          <ac:chgData name="Amal R Babu" userId="3a292d0a-112b-4bc3-bf38-7771656893d2" providerId="ADAL" clId="{992600FB-E5A2-48A8-ADC9-6968E10B5B48}" dt="2022-11-30T06:31:22.704" v="3457" actId="478"/>
          <ac:grpSpMkLst>
            <pc:docMk/>
            <pc:sldMk cId="1769459304" sldId="269"/>
            <ac:grpSpMk id="8" creationId="{424F5E4E-9FDC-BD92-DDA4-122C91ADE39F}"/>
          </ac:grpSpMkLst>
        </pc:grpChg>
        <pc:grpChg chg="del mod">
          <ac:chgData name="Amal R Babu" userId="3a292d0a-112b-4bc3-bf38-7771656893d2" providerId="ADAL" clId="{992600FB-E5A2-48A8-ADC9-6968E10B5B48}" dt="2022-11-30T06:53:18.066" v="3496" actId="27803"/>
          <ac:grpSpMkLst>
            <pc:docMk/>
            <pc:sldMk cId="1769459304" sldId="269"/>
            <ac:grpSpMk id="24" creationId="{A67DB9E1-FE1B-C366-5FF5-DE5F5840BE2C}"/>
          </ac:grpSpMkLst>
        </pc:grpChg>
        <pc:grpChg chg="del mod">
          <ac:chgData name="Amal R Babu" userId="3a292d0a-112b-4bc3-bf38-7771656893d2" providerId="ADAL" clId="{992600FB-E5A2-48A8-ADC9-6968E10B5B48}" dt="2022-11-30T06:53:24.062" v="3497" actId="165"/>
          <ac:grpSpMkLst>
            <pc:docMk/>
            <pc:sldMk cId="1769459304" sldId="269"/>
            <ac:grpSpMk id="26" creationId="{FE2DF642-68C7-3C8D-E7D3-1B2E49FC7EE7}"/>
          </ac:grpSpMkLst>
        </pc:grpChg>
        <pc:grpChg chg="del">
          <ac:chgData name="Amal R Babu" userId="3a292d0a-112b-4bc3-bf38-7771656893d2" providerId="ADAL" clId="{992600FB-E5A2-48A8-ADC9-6968E10B5B48}" dt="2022-11-30T06:31:22.704" v="3457" actId="478"/>
          <ac:grpSpMkLst>
            <pc:docMk/>
            <pc:sldMk cId="1769459304" sldId="269"/>
            <ac:grpSpMk id="30" creationId="{9ECCC638-745A-4CD5-37F4-34E729654B57}"/>
          </ac:grpSpMkLst>
        </pc:grpChg>
        <pc:grpChg chg="mod topLvl">
          <ac:chgData name="Amal R Babu" userId="3a292d0a-112b-4bc3-bf38-7771656893d2" providerId="ADAL" clId="{992600FB-E5A2-48A8-ADC9-6968E10B5B48}" dt="2022-11-30T06:56:24.192" v="3543" actId="165"/>
          <ac:grpSpMkLst>
            <pc:docMk/>
            <pc:sldMk cId="1769459304" sldId="269"/>
            <ac:grpSpMk id="37" creationId="{F04A90F6-E788-E953-0DF5-E3D3F1F1A524}"/>
          </ac:grpSpMkLst>
        </pc:grpChg>
        <pc:grpChg chg="del mod">
          <ac:chgData name="Amal R Babu" userId="3a292d0a-112b-4bc3-bf38-7771656893d2" providerId="ADAL" clId="{992600FB-E5A2-48A8-ADC9-6968E10B5B48}" dt="2022-11-30T06:53:45.728" v="3502" actId="165"/>
          <ac:grpSpMkLst>
            <pc:docMk/>
            <pc:sldMk cId="1769459304" sldId="269"/>
            <ac:grpSpMk id="40" creationId="{BC2F0AE6-6E0E-2614-5170-CAED3AAD5533}"/>
          </ac:grpSpMkLst>
        </pc:grpChg>
        <pc:grpChg chg="mod topLvl">
          <ac:chgData name="Amal R Babu" userId="3a292d0a-112b-4bc3-bf38-7771656893d2" providerId="ADAL" clId="{992600FB-E5A2-48A8-ADC9-6968E10B5B48}" dt="2022-11-30T06:58:47.390" v="3569" actId="165"/>
          <ac:grpSpMkLst>
            <pc:docMk/>
            <pc:sldMk cId="1769459304" sldId="269"/>
            <ac:grpSpMk id="46" creationId="{0B8CE4B4-F590-184F-9CED-B46833E2F959}"/>
          </ac:grpSpMkLst>
        </pc:grpChg>
        <pc:grpChg chg="del">
          <ac:chgData name="Amal R Babu" userId="3a292d0a-112b-4bc3-bf38-7771656893d2" providerId="ADAL" clId="{992600FB-E5A2-48A8-ADC9-6968E10B5B48}" dt="2022-11-30T06:31:22.704" v="3457" actId="478"/>
          <ac:grpSpMkLst>
            <pc:docMk/>
            <pc:sldMk cId="1769459304" sldId="269"/>
            <ac:grpSpMk id="47" creationId="{5C6579D9-4E04-AE17-CF35-68ADBC5766B2}"/>
          </ac:grpSpMkLst>
        </pc:grpChg>
        <pc:grpChg chg="del mod topLvl">
          <ac:chgData name="Amal R Babu" userId="3a292d0a-112b-4bc3-bf38-7771656893d2" providerId="ADAL" clId="{992600FB-E5A2-48A8-ADC9-6968E10B5B48}" dt="2022-11-30T06:58:47.390" v="3569" actId="165"/>
          <ac:grpSpMkLst>
            <pc:docMk/>
            <pc:sldMk cId="1769459304" sldId="269"/>
            <ac:grpSpMk id="52" creationId="{B796142A-B4F6-D5B7-DCC1-788AC3B7B803}"/>
          </ac:grpSpMkLst>
        </pc:grpChg>
        <pc:grpChg chg="del">
          <ac:chgData name="Amal R Babu" userId="3a292d0a-112b-4bc3-bf38-7771656893d2" providerId="ADAL" clId="{992600FB-E5A2-48A8-ADC9-6968E10B5B48}" dt="2022-11-30T06:31:22.704" v="3457" actId="478"/>
          <ac:grpSpMkLst>
            <pc:docMk/>
            <pc:sldMk cId="1769459304" sldId="269"/>
            <ac:grpSpMk id="54" creationId="{73F997E9-B116-D8A6-6EF5-C091C7C77B6D}"/>
          </ac:grpSpMkLst>
        </pc:grpChg>
        <pc:grpChg chg="mod topLvl">
          <ac:chgData name="Amal R Babu" userId="3a292d0a-112b-4bc3-bf38-7771656893d2" providerId="ADAL" clId="{992600FB-E5A2-48A8-ADC9-6968E10B5B48}" dt="2022-11-30T06:58:47.390" v="3569" actId="165"/>
          <ac:grpSpMkLst>
            <pc:docMk/>
            <pc:sldMk cId="1769459304" sldId="269"/>
            <ac:grpSpMk id="56" creationId="{31CCF217-3D6B-8A4C-E780-6E9E2E261FF9}"/>
          </ac:grpSpMkLst>
        </pc:grpChg>
        <pc:grpChg chg="mod">
          <ac:chgData name="Amal R Babu" userId="3a292d0a-112b-4bc3-bf38-7771656893d2" providerId="ADAL" clId="{992600FB-E5A2-48A8-ADC9-6968E10B5B48}" dt="2022-11-30T06:58:47.390" v="3569" actId="165"/>
          <ac:grpSpMkLst>
            <pc:docMk/>
            <pc:sldMk cId="1769459304" sldId="269"/>
            <ac:grpSpMk id="57" creationId="{42A7CF39-2212-C555-4303-3484A2263C13}"/>
          </ac:grpSpMkLst>
        </pc:grpChg>
        <pc:grpChg chg="mod">
          <ac:chgData name="Amal R Babu" userId="3a292d0a-112b-4bc3-bf38-7771656893d2" providerId="ADAL" clId="{992600FB-E5A2-48A8-ADC9-6968E10B5B48}" dt="2022-11-30T06:58:47.390" v="3569" actId="165"/>
          <ac:grpSpMkLst>
            <pc:docMk/>
            <pc:sldMk cId="1769459304" sldId="269"/>
            <ac:grpSpMk id="60" creationId="{76421D9D-D3CA-59A3-0AAA-36F1A3D2CA89}"/>
          </ac:grpSpMkLst>
        </pc:grpChg>
        <pc:grpChg chg="mod">
          <ac:chgData name="Amal R Babu" userId="3a292d0a-112b-4bc3-bf38-7771656893d2" providerId="ADAL" clId="{992600FB-E5A2-48A8-ADC9-6968E10B5B48}" dt="2022-11-30T06:58:47.390" v="3569" actId="165"/>
          <ac:grpSpMkLst>
            <pc:docMk/>
            <pc:sldMk cId="1769459304" sldId="269"/>
            <ac:grpSpMk id="66" creationId="{195409B4-8E68-9776-5C4C-62B6600DF0D2}"/>
          </ac:grpSpMkLst>
        </pc:grpChg>
        <pc:grpChg chg="del">
          <ac:chgData name="Amal R Babu" userId="3a292d0a-112b-4bc3-bf38-7771656893d2" providerId="ADAL" clId="{992600FB-E5A2-48A8-ADC9-6968E10B5B48}" dt="2022-11-30T06:31:22.704" v="3457" actId="478"/>
          <ac:grpSpMkLst>
            <pc:docMk/>
            <pc:sldMk cId="1769459304" sldId="269"/>
            <ac:grpSpMk id="67" creationId="{6D8E5ACC-26DE-243B-180E-E19057A9EB34}"/>
          </ac:grpSpMkLst>
        </pc:grpChg>
        <pc:grpChg chg="del">
          <ac:chgData name="Amal R Babu" userId="3a292d0a-112b-4bc3-bf38-7771656893d2" providerId="ADAL" clId="{992600FB-E5A2-48A8-ADC9-6968E10B5B48}" dt="2022-11-30T06:31:22.704" v="3457" actId="478"/>
          <ac:grpSpMkLst>
            <pc:docMk/>
            <pc:sldMk cId="1769459304" sldId="269"/>
            <ac:grpSpMk id="68" creationId="{CE1D2690-EA4E-562F-8571-7A8695694CC3}"/>
          </ac:grpSpMkLst>
        </pc:grpChg>
        <pc:grpChg chg="del">
          <ac:chgData name="Amal R Babu" userId="3a292d0a-112b-4bc3-bf38-7771656893d2" providerId="ADAL" clId="{992600FB-E5A2-48A8-ADC9-6968E10B5B48}" dt="2022-11-30T06:31:22.704" v="3457" actId="478"/>
          <ac:grpSpMkLst>
            <pc:docMk/>
            <pc:sldMk cId="1769459304" sldId="269"/>
            <ac:grpSpMk id="73" creationId="{25268A36-91BD-F774-706B-5A541EC6E5D2}"/>
          </ac:grpSpMkLst>
        </pc:grpChg>
        <pc:grpChg chg="mod">
          <ac:chgData name="Amal R Babu" userId="3a292d0a-112b-4bc3-bf38-7771656893d2" providerId="ADAL" clId="{992600FB-E5A2-48A8-ADC9-6968E10B5B48}" dt="2022-11-30T06:58:47.390" v="3569" actId="165"/>
          <ac:grpSpMkLst>
            <pc:docMk/>
            <pc:sldMk cId="1769459304" sldId="269"/>
            <ac:grpSpMk id="82" creationId="{9E623AAD-3785-E80E-2980-5096A52075B3}"/>
          </ac:grpSpMkLst>
        </pc:grpChg>
        <pc:grpChg chg="mod topLvl">
          <ac:chgData name="Amal R Babu" userId="3a292d0a-112b-4bc3-bf38-7771656893d2" providerId="ADAL" clId="{992600FB-E5A2-48A8-ADC9-6968E10B5B48}" dt="2022-11-30T06:58:47.390" v="3569" actId="165"/>
          <ac:grpSpMkLst>
            <pc:docMk/>
            <pc:sldMk cId="1769459304" sldId="269"/>
            <ac:grpSpMk id="85" creationId="{75A6F947-34A7-B505-AECD-F18055A09AC0}"/>
          </ac:grpSpMkLst>
        </pc:grpChg>
        <pc:grpChg chg="del">
          <ac:chgData name="Amal R Babu" userId="3a292d0a-112b-4bc3-bf38-7771656893d2" providerId="ADAL" clId="{992600FB-E5A2-48A8-ADC9-6968E10B5B48}" dt="2022-11-30T06:31:22.704" v="3457" actId="478"/>
          <ac:grpSpMkLst>
            <pc:docMk/>
            <pc:sldMk cId="1769459304" sldId="269"/>
            <ac:grpSpMk id="88" creationId="{5202437B-09C4-B9C2-DFB9-8FE4C3A1D94B}"/>
          </ac:grpSpMkLst>
        </pc:grpChg>
        <pc:grpChg chg="mod topLvl">
          <ac:chgData name="Amal R Babu" userId="3a292d0a-112b-4bc3-bf38-7771656893d2" providerId="ADAL" clId="{992600FB-E5A2-48A8-ADC9-6968E10B5B48}" dt="2022-11-30T06:58:47.390" v="3569" actId="165"/>
          <ac:grpSpMkLst>
            <pc:docMk/>
            <pc:sldMk cId="1769459304" sldId="269"/>
            <ac:grpSpMk id="89" creationId="{7DC1B064-751F-B5D5-AE98-3B9EB6F09434}"/>
          </ac:grpSpMkLst>
        </pc:grpChg>
        <pc:grpChg chg="del mod">
          <ac:chgData name="Amal R Babu" userId="3a292d0a-112b-4bc3-bf38-7771656893d2" providerId="ADAL" clId="{992600FB-E5A2-48A8-ADC9-6968E10B5B48}" dt="2022-11-30T06:54:53.426" v="3513" actId="165"/>
          <ac:grpSpMkLst>
            <pc:docMk/>
            <pc:sldMk cId="1769459304" sldId="269"/>
            <ac:grpSpMk id="95" creationId="{7BC030A9-8B9E-D47A-F6A6-2A3FD6FDB1EC}"/>
          </ac:grpSpMkLst>
        </pc:grpChg>
        <pc:grpChg chg="mod topLvl">
          <ac:chgData name="Amal R Babu" userId="3a292d0a-112b-4bc3-bf38-7771656893d2" providerId="ADAL" clId="{992600FB-E5A2-48A8-ADC9-6968E10B5B48}" dt="2022-11-30T06:56:24.192" v="3543" actId="165"/>
          <ac:grpSpMkLst>
            <pc:docMk/>
            <pc:sldMk cId="1769459304" sldId="269"/>
            <ac:grpSpMk id="97" creationId="{C2CC0809-C5EB-FE4D-4C59-2D302EB0E8E0}"/>
          </ac:grpSpMkLst>
        </pc:grpChg>
        <pc:grpChg chg="del">
          <ac:chgData name="Amal R Babu" userId="3a292d0a-112b-4bc3-bf38-7771656893d2" providerId="ADAL" clId="{992600FB-E5A2-48A8-ADC9-6968E10B5B48}" dt="2022-11-30T06:31:22.704" v="3457" actId="478"/>
          <ac:grpSpMkLst>
            <pc:docMk/>
            <pc:sldMk cId="1769459304" sldId="269"/>
            <ac:grpSpMk id="98" creationId="{5E12AE22-4B66-8998-2063-3E4A6A50C8CF}"/>
          </ac:grpSpMkLst>
        </pc:grpChg>
        <pc:grpChg chg="del">
          <ac:chgData name="Amal R Babu" userId="3a292d0a-112b-4bc3-bf38-7771656893d2" providerId="ADAL" clId="{992600FB-E5A2-48A8-ADC9-6968E10B5B48}" dt="2022-11-30T06:29:44.914" v="3443" actId="478"/>
          <ac:grpSpMkLst>
            <pc:docMk/>
            <pc:sldMk cId="1769459304" sldId="269"/>
            <ac:grpSpMk id="103" creationId="{6FF1902B-0623-DEC8-EFB8-FD543B31EDA3}"/>
          </ac:grpSpMkLst>
        </pc:grpChg>
        <pc:grpChg chg="del">
          <ac:chgData name="Amal R Babu" userId="3a292d0a-112b-4bc3-bf38-7771656893d2" providerId="ADAL" clId="{992600FB-E5A2-48A8-ADC9-6968E10B5B48}" dt="2022-11-30T06:29:44.914" v="3443" actId="478"/>
          <ac:grpSpMkLst>
            <pc:docMk/>
            <pc:sldMk cId="1769459304" sldId="269"/>
            <ac:grpSpMk id="114" creationId="{4F7146C8-D3B2-5C3D-85C7-7DA1DADC5B22}"/>
          </ac:grpSpMkLst>
        </pc:grpChg>
        <pc:grpChg chg="del">
          <ac:chgData name="Amal R Babu" userId="3a292d0a-112b-4bc3-bf38-7771656893d2" providerId="ADAL" clId="{992600FB-E5A2-48A8-ADC9-6968E10B5B48}" dt="2022-11-30T06:29:44.914" v="3443" actId="478"/>
          <ac:grpSpMkLst>
            <pc:docMk/>
            <pc:sldMk cId="1769459304" sldId="269"/>
            <ac:grpSpMk id="120" creationId="{7717F2DB-3F2B-BEDB-5A90-2AA60538EC77}"/>
          </ac:grpSpMkLst>
        </pc:grpChg>
        <pc:grpChg chg="del">
          <ac:chgData name="Amal R Babu" userId="3a292d0a-112b-4bc3-bf38-7771656893d2" providerId="ADAL" clId="{992600FB-E5A2-48A8-ADC9-6968E10B5B48}" dt="2022-11-30T06:29:44.914" v="3443" actId="478"/>
          <ac:grpSpMkLst>
            <pc:docMk/>
            <pc:sldMk cId="1769459304" sldId="269"/>
            <ac:grpSpMk id="130" creationId="{A5F14A62-BACA-3089-68F9-7ABBD20BCB4E}"/>
          </ac:grpSpMkLst>
        </pc:grpChg>
        <pc:grpChg chg="del">
          <ac:chgData name="Amal R Babu" userId="3a292d0a-112b-4bc3-bf38-7771656893d2" providerId="ADAL" clId="{992600FB-E5A2-48A8-ADC9-6968E10B5B48}" dt="2022-11-30T06:29:44.914" v="3443" actId="478"/>
          <ac:grpSpMkLst>
            <pc:docMk/>
            <pc:sldMk cId="1769459304" sldId="269"/>
            <ac:grpSpMk id="133" creationId="{388AB8E7-6501-59CE-0251-3A5118AD0507}"/>
          </ac:grpSpMkLst>
        </pc:grpChg>
        <pc:grpChg chg="mod topLvl">
          <ac:chgData name="Amal R Babu" userId="3a292d0a-112b-4bc3-bf38-7771656893d2" providerId="ADAL" clId="{992600FB-E5A2-48A8-ADC9-6968E10B5B48}" dt="2022-11-30T06:56:24.192" v="3543" actId="165"/>
          <ac:grpSpMkLst>
            <pc:docMk/>
            <pc:sldMk cId="1769459304" sldId="269"/>
            <ac:grpSpMk id="138" creationId="{2B186AF0-9659-DE34-187A-0739D3E9F466}"/>
          </ac:grpSpMkLst>
        </pc:grpChg>
        <pc:grpChg chg="mod topLvl">
          <ac:chgData name="Amal R Babu" userId="3a292d0a-112b-4bc3-bf38-7771656893d2" providerId="ADAL" clId="{992600FB-E5A2-48A8-ADC9-6968E10B5B48}" dt="2022-11-30T06:57:07.109" v="3552" actId="12789"/>
          <ac:grpSpMkLst>
            <pc:docMk/>
            <pc:sldMk cId="1769459304" sldId="269"/>
            <ac:grpSpMk id="142" creationId="{2BE2AB2F-E7A8-E0E4-226F-2C8B453AB524}"/>
          </ac:grpSpMkLst>
        </pc:grpChg>
        <pc:grpChg chg="mod topLvl">
          <ac:chgData name="Amal R Babu" userId="3a292d0a-112b-4bc3-bf38-7771656893d2" providerId="ADAL" clId="{992600FB-E5A2-48A8-ADC9-6968E10B5B48}" dt="2022-11-30T06:56:24.192" v="3543" actId="165"/>
          <ac:grpSpMkLst>
            <pc:docMk/>
            <pc:sldMk cId="1769459304" sldId="269"/>
            <ac:grpSpMk id="146" creationId="{385BF348-D130-6AFE-9C03-411722F54EE1}"/>
          </ac:grpSpMkLst>
        </pc:grpChg>
        <pc:grpChg chg="add del mod topLvl">
          <ac:chgData name="Amal R Babu" userId="3a292d0a-112b-4bc3-bf38-7771656893d2" providerId="ADAL" clId="{992600FB-E5A2-48A8-ADC9-6968E10B5B48}" dt="2022-11-30T06:58:20.422" v="3563" actId="165"/>
          <ac:grpSpMkLst>
            <pc:docMk/>
            <pc:sldMk cId="1769459304" sldId="269"/>
            <ac:grpSpMk id="149" creationId="{1D9736A2-9A9A-30D0-B5F7-9DA56E4C6DCC}"/>
          </ac:grpSpMkLst>
        </pc:grpChg>
        <pc:grpChg chg="add del mod">
          <ac:chgData name="Amal R Babu" userId="3a292d0a-112b-4bc3-bf38-7771656893d2" providerId="ADAL" clId="{992600FB-E5A2-48A8-ADC9-6968E10B5B48}" dt="2022-11-30T06:56:24.192" v="3543" actId="165"/>
          <ac:grpSpMkLst>
            <pc:docMk/>
            <pc:sldMk cId="1769459304" sldId="269"/>
            <ac:grpSpMk id="150" creationId="{D3B8108F-9A56-6AF3-9A1B-E376549397D2}"/>
          </ac:grpSpMkLst>
        </pc:grpChg>
        <pc:grpChg chg="add del mod">
          <ac:chgData name="Amal R Babu" userId="3a292d0a-112b-4bc3-bf38-7771656893d2" providerId="ADAL" clId="{992600FB-E5A2-48A8-ADC9-6968E10B5B48}" dt="2022-11-30T06:56:24.192" v="3543" actId="165"/>
          <ac:grpSpMkLst>
            <pc:docMk/>
            <pc:sldMk cId="1769459304" sldId="269"/>
            <ac:grpSpMk id="151" creationId="{BBA172CC-A4DA-BF26-FB6A-26335602CCEF}"/>
          </ac:grpSpMkLst>
        </pc:grpChg>
        <pc:grpChg chg="add del mod">
          <ac:chgData name="Amal R Babu" userId="3a292d0a-112b-4bc3-bf38-7771656893d2" providerId="ADAL" clId="{992600FB-E5A2-48A8-ADC9-6968E10B5B48}" dt="2022-11-30T06:56:24.192" v="3543" actId="165"/>
          <ac:grpSpMkLst>
            <pc:docMk/>
            <pc:sldMk cId="1769459304" sldId="269"/>
            <ac:grpSpMk id="152" creationId="{218A73A3-FAE9-46E2-7ABA-B1457260168F}"/>
          </ac:grpSpMkLst>
        </pc:grpChg>
        <pc:grpChg chg="add del mod">
          <ac:chgData name="Amal R Babu" userId="3a292d0a-112b-4bc3-bf38-7771656893d2" providerId="ADAL" clId="{992600FB-E5A2-48A8-ADC9-6968E10B5B48}" dt="2022-11-30T06:58:47.390" v="3569" actId="165"/>
          <ac:grpSpMkLst>
            <pc:docMk/>
            <pc:sldMk cId="1769459304" sldId="269"/>
            <ac:grpSpMk id="158" creationId="{D5798E2A-7C30-DEEF-05EC-A1613A03511A}"/>
          </ac:grpSpMkLst>
        </pc:grpChg>
        <pc:grpChg chg="del">
          <ac:chgData name="Amal R Babu" userId="3a292d0a-112b-4bc3-bf38-7771656893d2" providerId="ADAL" clId="{992600FB-E5A2-48A8-ADC9-6968E10B5B48}" dt="2022-11-30T06:29:44.914" v="3443" actId="478"/>
          <ac:grpSpMkLst>
            <pc:docMk/>
            <pc:sldMk cId="1769459304" sldId="269"/>
            <ac:grpSpMk id="196" creationId="{81D9174C-B858-4D54-DED1-A48C24B4B716}"/>
          </ac:grpSpMkLst>
        </pc:grpChg>
        <pc:grpChg chg="del">
          <ac:chgData name="Amal R Babu" userId="3a292d0a-112b-4bc3-bf38-7771656893d2" providerId="ADAL" clId="{992600FB-E5A2-48A8-ADC9-6968E10B5B48}" dt="2022-11-30T06:29:44.914" v="3443" actId="478"/>
          <ac:grpSpMkLst>
            <pc:docMk/>
            <pc:sldMk cId="1769459304" sldId="269"/>
            <ac:grpSpMk id="219" creationId="{993E652E-7689-038F-B64C-D5BCAA5A0D6C}"/>
          </ac:grpSpMkLst>
        </pc:grpChg>
        <pc:picChg chg="add del mod">
          <ac:chgData name="Amal R Babu" userId="3a292d0a-112b-4bc3-bf38-7771656893d2" providerId="ADAL" clId="{992600FB-E5A2-48A8-ADC9-6968E10B5B48}" dt="2022-11-30T06:36:17.717" v="3486" actId="478"/>
          <ac:picMkLst>
            <pc:docMk/>
            <pc:sldMk cId="1769459304" sldId="269"/>
            <ac:picMk id="14" creationId="{00B6282E-FCB5-075A-C2CD-CB33F22EF25B}"/>
          </ac:picMkLst>
        </pc:picChg>
        <pc:picChg chg="add del mod">
          <ac:chgData name="Amal R Babu" userId="3a292d0a-112b-4bc3-bf38-7771656893d2" providerId="ADAL" clId="{992600FB-E5A2-48A8-ADC9-6968E10B5B48}" dt="2022-11-30T06:53:18.066" v="3496" actId="27803"/>
          <ac:picMkLst>
            <pc:docMk/>
            <pc:sldMk cId="1769459304" sldId="269"/>
            <ac:picMk id="23" creationId="{DFE3A025-DE4A-068A-142D-08384066D956}"/>
          </ac:picMkLst>
        </pc:picChg>
        <pc:picChg chg="add mod">
          <ac:chgData name="Amal R Babu" userId="3a292d0a-112b-4bc3-bf38-7771656893d2" providerId="ADAL" clId="{992600FB-E5A2-48A8-ADC9-6968E10B5B48}" dt="2022-11-30T06:57:07.109" v="3552" actId="12789"/>
          <ac:picMkLst>
            <pc:docMk/>
            <pc:sldMk cId="1769459304" sldId="269"/>
            <ac:picMk id="154" creationId="{9C8D998C-CF4B-E90B-5C51-374F7AAB039F}"/>
          </ac:picMkLst>
        </pc:picChg>
        <pc:picChg chg="add mod">
          <ac:chgData name="Amal R Babu" userId="3a292d0a-112b-4bc3-bf38-7771656893d2" providerId="ADAL" clId="{992600FB-E5A2-48A8-ADC9-6968E10B5B48}" dt="2022-11-30T06:57:45.300" v="3561" actId="962"/>
          <ac:picMkLst>
            <pc:docMk/>
            <pc:sldMk cId="1769459304" sldId="269"/>
            <ac:picMk id="157" creationId="{C24F1819-70E8-7961-1322-5BCAD655518A}"/>
          </ac:picMkLst>
        </pc:picChg>
        <pc:picChg chg="del">
          <ac:chgData name="Amal R Babu" userId="3a292d0a-112b-4bc3-bf38-7771656893d2" providerId="ADAL" clId="{992600FB-E5A2-48A8-ADC9-6968E10B5B48}" dt="2022-11-30T06:29:44.914" v="3443" actId="478"/>
          <ac:picMkLst>
            <pc:docMk/>
            <pc:sldMk cId="1769459304" sldId="269"/>
            <ac:picMk id="190" creationId="{CDD0512E-BEBC-6F1C-FB83-137C8516EBE2}"/>
          </ac:picMkLst>
        </pc:picChg>
        <pc:picChg chg="del">
          <ac:chgData name="Amal R Babu" userId="3a292d0a-112b-4bc3-bf38-7771656893d2" providerId="ADAL" clId="{992600FB-E5A2-48A8-ADC9-6968E10B5B48}" dt="2022-11-30T06:29:44.914" v="3443" actId="478"/>
          <ac:picMkLst>
            <pc:docMk/>
            <pc:sldMk cId="1769459304" sldId="269"/>
            <ac:picMk id="195" creationId="{6AFFCF9B-0F05-FDB9-BE01-82AD5FEFF83F}"/>
          </ac:picMkLst>
        </pc:picChg>
        <pc:picChg chg="del">
          <ac:chgData name="Amal R Babu" userId="3a292d0a-112b-4bc3-bf38-7771656893d2" providerId="ADAL" clId="{992600FB-E5A2-48A8-ADC9-6968E10B5B48}" dt="2022-11-30T06:29:44.914" v="3443" actId="478"/>
          <ac:picMkLst>
            <pc:docMk/>
            <pc:sldMk cId="1769459304" sldId="269"/>
            <ac:picMk id="201" creationId="{4E3F75CB-9225-DC65-F39A-74C7C9F633EE}"/>
          </ac:picMkLst>
        </pc:picChg>
        <pc:cxnChg chg="del">
          <ac:chgData name="Amal R Babu" userId="3a292d0a-112b-4bc3-bf38-7771656893d2" providerId="ADAL" clId="{992600FB-E5A2-48A8-ADC9-6968E10B5B48}" dt="2022-11-30T06:31:22.704" v="3457" actId="478"/>
          <ac:cxnSpMkLst>
            <pc:docMk/>
            <pc:sldMk cId="1769459304" sldId="269"/>
            <ac:cxnSpMk id="7" creationId="{1C225904-9D2F-F0C8-8BBE-32DEDB3F8B8F}"/>
          </ac:cxnSpMkLst>
        </pc:cxnChg>
      </pc:sldChg>
      <pc:sldChg chg="new del">
        <pc:chgData name="Amal R Babu" userId="3a292d0a-112b-4bc3-bf38-7771656893d2" providerId="ADAL" clId="{992600FB-E5A2-48A8-ADC9-6968E10B5B48}" dt="2022-11-30T07:59:41.868" v="3657" actId="47"/>
        <pc:sldMkLst>
          <pc:docMk/>
          <pc:sldMk cId="868568412" sldId="270"/>
        </pc:sldMkLst>
      </pc:sldChg>
      <pc:sldChg chg="addSp modSp new mod">
        <pc:chgData name="Amal R Babu" userId="3a292d0a-112b-4bc3-bf38-7771656893d2" providerId="ADAL" clId="{992600FB-E5A2-48A8-ADC9-6968E10B5B48}" dt="2022-11-30T08:01:27.631" v="3665" actId="207"/>
        <pc:sldMkLst>
          <pc:docMk/>
          <pc:sldMk cId="2145060433" sldId="270"/>
        </pc:sldMkLst>
        <pc:spChg chg="add mod">
          <ac:chgData name="Amal R Babu" userId="3a292d0a-112b-4bc3-bf38-7771656893d2" providerId="ADAL" clId="{992600FB-E5A2-48A8-ADC9-6968E10B5B48}" dt="2022-11-30T08:01:12.963" v="3663" actId="207"/>
          <ac:spMkLst>
            <pc:docMk/>
            <pc:sldMk cId="2145060433" sldId="270"/>
            <ac:spMk id="2" creationId="{0053C688-87E4-EFD7-FA07-DE5336867FBC}"/>
          </ac:spMkLst>
        </pc:spChg>
        <pc:spChg chg="add mod">
          <ac:chgData name="Amal R Babu" userId="3a292d0a-112b-4bc3-bf38-7771656893d2" providerId="ADAL" clId="{992600FB-E5A2-48A8-ADC9-6968E10B5B48}" dt="2022-11-30T08:01:19.255" v="3664" actId="207"/>
          <ac:spMkLst>
            <pc:docMk/>
            <pc:sldMk cId="2145060433" sldId="270"/>
            <ac:spMk id="3" creationId="{AC3FC9F8-BEC0-67AA-2887-2A2C1527B502}"/>
          </ac:spMkLst>
        </pc:spChg>
        <pc:spChg chg="add mod">
          <ac:chgData name="Amal R Babu" userId="3a292d0a-112b-4bc3-bf38-7771656893d2" providerId="ADAL" clId="{992600FB-E5A2-48A8-ADC9-6968E10B5B48}" dt="2022-11-30T08:01:27.631" v="3665" actId="207"/>
          <ac:spMkLst>
            <pc:docMk/>
            <pc:sldMk cId="2145060433" sldId="270"/>
            <ac:spMk id="4" creationId="{FD8A0CA8-3A48-265A-1923-22FB1E307FAC}"/>
          </ac:spMkLst>
        </pc:spChg>
        <pc:spChg chg="add mod">
          <ac:chgData name="Amal R Babu" userId="3a292d0a-112b-4bc3-bf38-7771656893d2" providerId="ADAL" clId="{992600FB-E5A2-48A8-ADC9-6968E10B5B48}" dt="2022-11-30T08:01:27.631" v="3665" actId="207"/>
          <ac:spMkLst>
            <pc:docMk/>
            <pc:sldMk cId="2145060433" sldId="270"/>
            <ac:spMk id="5" creationId="{E5778B20-030A-129F-6FB8-547CAB73EE12}"/>
          </ac:spMkLst>
        </pc:spChg>
        <pc:spChg chg="add mod">
          <ac:chgData name="Amal R Babu" userId="3a292d0a-112b-4bc3-bf38-7771656893d2" providerId="ADAL" clId="{992600FB-E5A2-48A8-ADC9-6968E10B5B48}" dt="2022-11-30T08:01:19.255" v="3664" actId="207"/>
          <ac:spMkLst>
            <pc:docMk/>
            <pc:sldMk cId="2145060433" sldId="270"/>
            <ac:spMk id="6" creationId="{F9C1A64A-D063-9F42-36F7-16923FB4CC4A}"/>
          </ac:spMkLst>
        </pc:spChg>
        <pc:spChg chg="add mod">
          <ac:chgData name="Amal R Babu" userId="3a292d0a-112b-4bc3-bf38-7771656893d2" providerId="ADAL" clId="{992600FB-E5A2-48A8-ADC9-6968E10B5B48}" dt="2022-11-30T08:01:27.631" v="3665" actId="207"/>
          <ac:spMkLst>
            <pc:docMk/>
            <pc:sldMk cId="2145060433" sldId="270"/>
            <ac:spMk id="7" creationId="{F65DFD87-7F47-6331-BC39-28E1E0F6FFD9}"/>
          </ac:spMkLst>
        </pc:spChg>
      </pc:sldChg>
      <pc:sldChg chg="addSp delSp modSp new mod">
        <pc:chgData name="Amal R Babu" userId="3a292d0a-112b-4bc3-bf38-7771656893d2" providerId="ADAL" clId="{992600FB-E5A2-48A8-ADC9-6968E10B5B48}" dt="2022-11-30T08:02:24.349" v="3674"/>
        <pc:sldMkLst>
          <pc:docMk/>
          <pc:sldMk cId="3992211936" sldId="271"/>
        </pc:sldMkLst>
        <pc:spChg chg="add mod topLvl">
          <ac:chgData name="Amal R Babu" userId="3a292d0a-112b-4bc3-bf38-7771656893d2" providerId="ADAL" clId="{992600FB-E5A2-48A8-ADC9-6968E10B5B48}" dt="2022-11-30T08:01:54.197" v="3673" actId="165"/>
          <ac:spMkLst>
            <pc:docMk/>
            <pc:sldMk cId="3992211936" sldId="271"/>
            <ac:spMk id="3" creationId="{FD683E90-D16D-EB4A-C083-8F633E078510}"/>
          </ac:spMkLst>
        </pc:spChg>
        <pc:grpChg chg="add del mod">
          <ac:chgData name="Amal R Babu" userId="3a292d0a-112b-4bc3-bf38-7771656893d2" providerId="ADAL" clId="{992600FB-E5A2-48A8-ADC9-6968E10B5B48}" dt="2022-11-30T08:01:54.197" v="3673" actId="165"/>
          <ac:grpSpMkLst>
            <pc:docMk/>
            <pc:sldMk cId="3992211936" sldId="271"/>
            <ac:grpSpMk id="4" creationId="{58FC7BF0-A2E9-2695-9FCB-05C44D29C920}"/>
          </ac:grpSpMkLst>
        </pc:grpChg>
        <pc:picChg chg="add mod topLvl">
          <ac:chgData name="Amal R Babu" userId="3a292d0a-112b-4bc3-bf38-7771656893d2" providerId="ADAL" clId="{992600FB-E5A2-48A8-ADC9-6968E10B5B48}" dt="2022-11-30T08:02:24.349" v="3674"/>
          <ac:picMkLst>
            <pc:docMk/>
            <pc:sldMk cId="3992211936" sldId="271"/>
            <ac:picMk id="2" creationId="{A81FF0C6-35BE-7E53-710E-EB81C38A65E4}"/>
          </ac:picMkLst>
        </pc:picChg>
      </pc:sldChg>
      <pc:sldMasterChg chg="modSp setBg addSldLayout modSldLayout">
        <pc:chgData name="Amal R Babu" userId="3a292d0a-112b-4bc3-bf38-7771656893d2" providerId="ADAL" clId="{992600FB-E5A2-48A8-ADC9-6968E10B5B48}" dt="2022-12-07T05:32:11.096" v="3692"/>
        <pc:sldMasterMkLst>
          <pc:docMk/>
          <pc:sldMasterMk cId="2043676349" sldId="2147483648"/>
        </pc:sldMasterMkLst>
        <pc:sldLayoutChg chg="modSp">
          <pc:chgData name="Amal R Babu" userId="3a292d0a-112b-4bc3-bf38-7771656893d2" providerId="ADAL" clId="{992600FB-E5A2-48A8-ADC9-6968E10B5B48}" dt="2022-11-28T08:00:03.234" v="86" actId="735"/>
          <pc:sldLayoutMkLst>
            <pc:docMk/>
            <pc:sldMasterMk cId="2043676349" sldId="2147483648"/>
            <pc:sldLayoutMk cId="1605077808" sldId="2147483649"/>
          </pc:sldLayoutMkLst>
        </pc:sldLayoutChg>
        <pc:sldLayoutChg chg="addSp delSp modSp add mod modTransition">
          <pc:chgData name="Amal R Babu" userId="3a292d0a-112b-4bc3-bf38-7771656893d2" providerId="ADAL" clId="{992600FB-E5A2-48A8-ADC9-6968E10B5B48}" dt="2022-11-28T11:03:39.285" v="1317"/>
          <pc:sldLayoutMkLst>
            <pc:docMk/>
            <pc:sldMasterMk cId="2043676349" sldId="2147483648"/>
            <pc:sldLayoutMk cId="3725802611" sldId="2147483660"/>
          </pc:sldLayoutMkLst>
          <pc:spChg chg="del">
            <ac:chgData name="Amal R Babu" userId="3a292d0a-112b-4bc3-bf38-7771656893d2" providerId="ADAL" clId="{992600FB-E5A2-48A8-ADC9-6968E10B5B48}" dt="2022-11-28T11:03:10.156" v="1308" actId="478"/>
            <ac:spMkLst>
              <pc:docMk/>
              <pc:sldMasterMk cId="2043676349" sldId="2147483648"/>
              <pc:sldLayoutMk cId="3725802611" sldId="2147483660"/>
              <ac:spMk id="2" creationId="{F8BCF4A3-4738-39C7-6F6D-39A4BB3984DA}"/>
            </ac:spMkLst>
          </pc:spChg>
          <pc:spChg chg="del">
            <ac:chgData name="Amal R Babu" userId="3a292d0a-112b-4bc3-bf38-7771656893d2" providerId="ADAL" clId="{992600FB-E5A2-48A8-ADC9-6968E10B5B48}" dt="2022-11-28T11:03:10.156" v="1308" actId="478"/>
            <ac:spMkLst>
              <pc:docMk/>
              <pc:sldMasterMk cId="2043676349" sldId="2147483648"/>
              <pc:sldLayoutMk cId="3725802611" sldId="2147483660"/>
              <ac:spMk id="3" creationId="{C47DF0C6-4209-C43E-D56B-FFB739618415}"/>
            </ac:spMkLst>
          </pc:spChg>
          <pc:spChg chg="del">
            <ac:chgData name="Amal R Babu" userId="3a292d0a-112b-4bc3-bf38-7771656893d2" providerId="ADAL" clId="{992600FB-E5A2-48A8-ADC9-6968E10B5B48}" dt="2022-11-28T11:03:10.156" v="1308" actId="478"/>
            <ac:spMkLst>
              <pc:docMk/>
              <pc:sldMasterMk cId="2043676349" sldId="2147483648"/>
              <pc:sldLayoutMk cId="3725802611" sldId="2147483660"/>
              <ac:spMk id="4" creationId="{63533CEA-CD38-A231-C186-58B46C1C0136}"/>
            </ac:spMkLst>
          </pc:spChg>
          <pc:spChg chg="del">
            <ac:chgData name="Amal R Babu" userId="3a292d0a-112b-4bc3-bf38-7771656893d2" providerId="ADAL" clId="{992600FB-E5A2-48A8-ADC9-6968E10B5B48}" dt="2022-11-28T11:03:10.156" v="1308" actId="478"/>
            <ac:spMkLst>
              <pc:docMk/>
              <pc:sldMasterMk cId="2043676349" sldId="2147483648"/>
              <pc:sldLayoutMk cId="3725802611" sldId="2147483660"/>
              <ac:spMk id="5" creationId="{61AA86EE-014F-28FD-7CF4-310E6038DF89}"/>
            </ac:spMkLst>
          </pc:spChg>
          <pc:spChg chg="del">
            <ac:chgData name="Amal R Babu" userId="3a292d0a-112b-4bc3-bf38-7771656893d2" providerId="ADAL" clId="{992600FB-E5A2-48A8-ADC9-6968E10B5B48}" dt="2022-11-28T11:03:10.156" v="1308" actId="478"/>
            <ac:spMkLst>
              <pc:docMk/>
              <pc:sldMasterMk cId="2043676349" sldId="2147483648"/>
              <pc:sldLayoutMk cId="3725802611" sldId="2147483660"/>
              <ac:spMk id="6" creationId="{3689C4B6-6611-D908-7AD4-F0D07323A7B5}"/>
            </ac:spMkLst>
          </pc:spChg>
          <pc:spChg chg="add del mod">
            <ac:chgData name="Amal R Babu" userId="3a292d0a-112b-4bc3-bf38-7771656893d2" providerId="ADAL" clId="{992600FB-E5A2-48A8-ADC9-6968E10B5B48}" dt="2022-11-28T11:03:18.743" v="1311"/>
            <ac:spMkLst>
              <pc:docMk/>
              <pc:sldMasterMk cId="2043676349" sldId="2147483648"/>
              <pc:sldLayoutMk cId="3725802611" sldId="2147483660"/>
              <ac:spMk id="7" creationId="{6FA91E89-54C3-0E09-2AC0-B46AEC377954}"/>
            </ac:spMkLst>
          </pc:spChg>
          <pc:spChg chg="add del mod">
            <ac:chgData name="Amal R Babu" userId="3a292d0a-112b-4bc3-bf38-7771656893d2" providerId="ADAL" clId="{992600FB-E5A2-48A8-ADC9-6968E10B5B48}" dt="2022-11-28T11:03:25.509" v="1313"/>
            <ac:spMkLst>
              <pc:docMk/>
              <pc:sldMasterMk cId="2043676349" sldId="2147483648"/>
              <pc:sldLayoutMk cId="3725802611" sldId="2147483660"/>
              <ac:spMk id="8" creationId="{E46E2DCF-D74A-3EEE-18EB-AD859660B254}"/>
            </ac:spMkLst>
          </pc:spChg>
          <pc:spChg chg="add del mod">
            <ac:chgData name="Amal R Babu" userId="3a292d0a-112b-4bc3-bf38-7771656893d2" providerId="ADAL" clId="{992600FB-E5A2-48A8-ADC9-6968E10B5B48}" dt="2022-11-28T11:03:32.438" v="1315"/>
            <ac:spMkLst>
              <pc:docMk/>
              <pc:sldMasterMk cId="2043676349" sldId="2147483648"/>
              <pc:sldLayoutMk cId="3725802611" sldId="2147483660"/>
              <ac:spMk id="9" creationId="{1DD9F394-B592-A53A-3F9D-E010B060EEB0}"/>
            </ac:spMkLst>
          </pc:spChg>
          <pc:spChg chg="add del mod">
            <ac:chgData name="Amal R Babu" userId="3a292d0a-112b-4bc3-bf38-7771656893d2" providerId="ADAL" clId="{992600FB-E5A2-48A8-ADC9-6968E10B5B48}" dt="2022-11-28T11:03:39.285" v="1317"/>
            <ac:spMkLst>
              <pc:docMk/>
              <pc:sldMasterMk cId="2043676349" sldId="2147483648"/>
              <pc:sldLayoutMk cId="3725802611" sldId="2147483660"/>
              <ac:spMk id="10" creationId="{8CFC7C6E-AE78-122B-66DA-73210E23507F}"/>
            </ac:spMkLst>
          </pc:spChg>
          <pc:spChg chg="add del">
            <ac:chgData name="Amal R Babu" userId="3a292d0a-112b-4bc3-bf38-7771656893d2" providerId="ADAL" clId="{992600FB-E5A2-48A8-ADC9-6968E10B5B48}" dt="2022-11-28T11:03:14.741" v="1310" actId="11529"/>
            <ac:spMkLst>
              <pc:docMk/>
              <pc:sldMasterMk cId="2043676349" sldId="2147483648"/>
              <pc:sldLayoutMk cId="3725802611" sldId="2147483660"/>
              <ac:spMk id="11" creationId="{1BEE8631-85BD-2429-43DA-3476693AB631}"/>
            </ac:spMkLst>
          </pc:spChg>
          <pc:spChg chg="add del mod">
            <ac:chgData name="Amal R Babu" userId="3a292d0a-112b-4bc3-bf38-7771656893d2" providerId="ADAL" clId="{992600FB-E5A2-48A8-ADC9-6968E10B5B48}" dt="2022-11-28T11:03:18.743" v="1311"/>
            <ac:spMkLst>
              <pc:docMk/>
              <pc:sldMasterMk cId="2043676349" sldId="2147483648"/>
              <pc:sldLayoutMk cId="3725802611" sldId="2147483660"/>
              <ac:spMk id="12" creationId="{29259486-DA2A-912F-287D-825C47FC0C72}"/>
            </ac:spMkLst>
          </pc:spChg>
          <pc:spChg chg="mod">
            <ac:chgData name="Amal R Babu" userId="3a292d0a-112b-4bc3-bf38-7771656893d2" providerId="ADAL" clId="{992600FB-E5A2-48A8-ADC9-6968E10B5B48}" dt="2022-11-28T11:03:18.743" v="1311"/>
            <ac:spMkLst>
              <pc:docMk/>
              <pc:sldMasterMk cId="2043676349" sldId="2147483648"/>
              <pc:sldLayoutMk cId="3725802611" sldId="2147483660"/>
              <ac:spMk id="13" creationId="{AA6AD98A-94BA-8601-0605-196AA39800B1}"/>
            </ac:spMkLst>
          </pc:spChg>
          <pc:spChg chg="add del">
            <ac:chgData name="Amal R Babu" userId="3a292d0a-112b-4bc3-bf38-7771656893d2" providerId="ADAL" clId="{992600FB-E5A2-48A8-ADC9-6968E10B5B48}" dt="2022-11-28T11:03:22.460" v="1312" actId="11529"/>
            <ac:spMkLst>
              <pc:docMk/>
              <pc:sldMasterMk cId="2043676349" sldId="2147483648"/>
              <pc:sldLayoutMk cId="3725802611" sldId="2147483660"/>
              <ac:spMk id="14" creationId="{488CCB58-D408-6091-10FE-8631C6B707F2}"/>
            </ac:spMkLst>
          </pc:spChg>
          <pc:spChg chg="add del mod">
            <ac:chgData name="Amal R Babu" userId="3a292d0a-112b-4bc3-bf38-7771656893d2" providerId="ADAL" clId="{992600FB-E5A2-48A8-ADC9-6968E10B5B48}" dt="2022-11-28T11:03:25.509" v="1313"/>
            <ac:spMkLst>
              <pc:docMk/>
              <pc:sldMasterMk cId="2043676349" sldId="2147483648"/>
              <pc:sldLayoutMk cId="3725802611" sldId="2147483660"/>
              <ac:spMk id="15" creationId="{AFC5B5C5-4F46-810F-A224-452C47D205B4}"/>
            </ac:spMkLst>
          </pc:spChg>
          <pc:spChg chg="mod">
            <ac:chgData name="Amal R Babu" userId="3a292d0a-112b-4bc3-bf38-7771656893d2" providerId="ADAL" clId="{992600FB-E5A2-48A8-ADC9-6968E10B5B48}" dt="2022-11-28T11:03:25.509" v="1313"/>
            <ac:spMkLst>
              <pc:docMk/>
              <pc:sldMasterMk cId="2043676349" sldId="2147483648"/>
              <pc:sldLayoutMk cId="3725802611" sldId="2147483660"/>
              <ac:spMk id="16" creationId="{3E153428-B1E3-D072-602C-C6D275598020}"/>
            </ac:spMkLst>
          </pc:spChg>
          <pc:spChg chg="add del">
            <ac:chgData name="Amal R Babu" userId="3a292d0a-112b-4bc3-bf38-7771656893d2" providerId="ADAL" clId="{992600FB-E5A2-48A8-ADC9-6968E10B5B48}" dt="2022-11-28T11:03:28.907" v="1314" actId="11529"/>
            <ac:spMkLst>
              <pc:docMk/>
              <pc:sldMasterMk cId="2043676349" sldId="2147483648"/>
              <pc:sldLayoutMk cId="3725802611" sldId="2147483660"/>
              <ac:spMk id="17" creationId="{C062EA61-C10B-65FA-7E8A-C7569000D6DD}"/>
            </ac:spMkLst>
          </pc:spChg>
          <pc:spChg chg="add del mod">
            <ac:chgData name="Amal R Babu" userId="3a292d0a-112b-4bc3-bf38-7771656893d2" providerId="ADAL" clId="{992600FB-E5A2-48A8-ADC9-6968E10B5B48}" dt="2022-11-28T11:03:32.438" v="1315"/>
            <ac:spMkLst>
              <pc:docMk/>
              <pc:sldMasterMk cId="2043676349" sldId="2147483648"/>
              <pc:sldLayoutMk cId="3725802611" sldId="2147483660"/>
              <ac:spMk id="18" creationId="{1FA56E81-662C-79E1-B340-E7C76CF98D02}"/>
            </ac:spMkLst>
          </pc:spChg>
          <pc:spChg chg="mod">
            <ac:chgData name="Amal R Babu" userId="3a292d0a-112b-4bc3-bf38-7771656893d2" providerId="ADAL" clId="{992600FB-E5A2-48A8-ADC9-6968E10B5B48}" dt="2022-11-28T11:03:32.438" v="1315"/>
            <ac:spMkLst>
              <pc:docMk/>
              <pc:sldMasterMk cId="2043676349" sldId="2147483648"/>
              <pc:sldLayoutMk cId="3725802611" sldId="2147483660"/>
              <ac:spMk id="19" creationId="{6BE458EE-95D6-C5D2-24C6-D7E700AC3E86}"/>
            </ac:spMkLst>
          </pc:spChg>
          <pc:spChg chg="add del">
            <ac:chgData name="Amal R Babu" userId="3a292d0a-112b-4bc3-bf38-7771656893d2" providerId="ADAL" clId="{992600FB-E5A2-48A8-ADC9-6968E10B5B48}" dt="2022-11-28T11:03:36.381" v="1316" actId="11529"/>
            <ac:spMkLst>
              <pc:docMk/>
              <pc:sldMasterMk cId="2043676349" sldId="2147483648"/>
              <pc:sldLayoutMk cId="3725802611" sldId="2147483660"/>
              <ac:spMk id="20" creationId="{F951E10E-254B-A26A-63B5-BF8121BAF82C}"/>
            </ac:spMkLst>
          </pc:spChg>
          <pc:spChg chg="add del mod">
            <ac:chgData name="Amal R Babu" userId="3a292d0a-112b-4bc3-bf38-7771656893d2" providerId="ADAL" clId="{992600FB-E5A2-48A8-ADC9-6968E10B5B48}" dt="2022-11-28T11:03:39.285" v="1317"/>
            <ac:spMkLst>
              <pc:docMk/>
              <pc:sldMasterMk cId="2043676349" sldId="2147483648"/>
              <pc:sldLayoutMk cId="3725802611" sldId="2147483660"/>
              <ac:spMk id="21" creationId="{C5B4C955-F847-2EA7-A0C6-B9F817FEEBC4}"/>
            </ac:spMkLst>
          </pc:spChg>
          <pc:spChg chg="mod">
            <ac:chgData name="Amal R Babu" userId="3a292d0a-112b-4bc3-bf38-7771656893d2" providerId="ADAL" clId="{992600FB-E5A2-48A8-ADC9-6968E10B5B48}" dt="2022-11-28T11:03:39.285" v="1317"/>
            <ac:spMkLst>
              <pc:docMk/>
              <pc:sldMasterMk cId="2043676349" sldId="2147483648"/>
              <pc:sldLayoutMk cId="3725802611" sldId="2147483660"/>
              <ac:spMk id="22" creationId="{3790EFBF-A14B-B61E-B728-9CFF840B09BA}"/>
            </ac:spMkLst>
          </pc:spChg>
        </pc:sldLayoutChg>
        <pc:sldLayoutChg chg="addSp delSp modSp add mod modTransition">
          <pc:chgData name="Amal R Babu" userId="3a292d0a-112b-4bc3-bf38-7771656893d2" providerId="ADAL" clId="{992600FB-E5A2-48A8-ADC9-6968E10B5B48}" dt="2022-12-07T05:32:11.096" v="3692"/>
          <pc:sldLayoutMkLst>
            <pc:docMk/>
            <pc:sldMasterMk cId="2043676349" sldId="2147483648"/>
            <pc:sldLayoutMk cId="3319916501" sldId="2147483661"/>
          </pc:sldLayoutMkLst>
          <pc:spChg chg="add del mod">
            <ac:chgData name="Amal R Babu" userId="3a292d0a-112b-4bc3-bf38-7771656893d2" providerId="ADAL" clId="{992600FB-E5A2-48A8-ADC9-6968E10B5B48}" dt="2022-12-07T05:32:11.096" v="3692"/>
            <ac:spMkLst>
              <pc:docMk/>
              <pc:sldMasterMk cId="2043676349" sldId="2147483648"/>
              <pc:sldLayoutMk cId="3319916501" sldId="2147483661"/>
              <ac:spMk id="2" creationId="{F75AA5C2-FF81-F412-7B97-E9C8B8739140}"/>
            </ac:spMkLst>
          </pc:spChg>
          <pc:spChg chg="del">
            <ac:chgData name="Amal R Babu" userId="3a292d0a-112b-4bc3-bf38-7771656893d2" providerId="ADAL" clId="{992600FB-E5A2-48A8-ADC9-6968E10B5B48}" dt="2022-11-28T11:29:48.974" v="1564" actId="478"/>
            <ac:spMkLst>
              <pc:docMk/>
              <pc:sldMasterMk cId="2043676349" sldId="2147483648"/>
              <pc:sldLayoutMk cId="3319916501" sldId="2147483661"/>
              <ac:spMk id="2" creationId="{F8BCF4A3-4738-39C7-6F6D-39A4BB3984DA}"/>
            </ac:spMkLst>
          </pc:spChg>
          <pc:spChg chg="add del">
            <ac:chgData name="Amal R Babu" userId="3a292d0a-112b-4bc3-bf38-7771656893d2" providerId="ADAL" clId="{992600FB-E5A2-48A8-ADC9-6968E10B5B48}" dt="2022-12-07T05:32:08.128" v="3691" actId="11529"/>
            <ac:spMkLst>
              <pc:docMk/>
              <pc:sldMasterMk cId="2043676349" sldId="2147483648"/>
              <pc:sldLayoutMk cId="3319916501" sldId="2147483661"/>
              <ac:spMk id="3" creationId="{0C78975E-B758-9711-90DC-A3D267FA285B}"/>
            </ac:spMkLst>
          </pc:spChg>
          <pc:spChg chg="del">
            <ac:chgData name="Amal R Babu" userId="3a292d0a-112b-4bc3-bf38-7771656893d2" providerId="ADAL" clId="{992600FB-E5A2-48A8-ADC9-6968E10B5B48}" dt="2022-11-28T11:29:48.974" v="1564" actId="478"/>
            <ac:spMkLst>
              <pc:docMk/>
              <pc:sldMasterMk cId="2043676349" sldId="2147483648"/>
              <pc:sldLayoutMk cId="3319916501" sldId="2147483661"/>
              <ac:spMk id="3" creationId="{C47DF0C6-4209-C43E-D56B-FFB739618415}"/>
            </ac:spMkLst>
          </pc:spChg>
          <pc:spChg chg="del">
            <ac:chgData name="Amal R Babu" userId="3a292d0a-112b-4bc3-bf38-7771656893d2" providerId="ADAL" clId="{992600FB-E5A2-48A8-ADC9-6968E10B5B48}" dt="2022-11-28T11:29:48.974" v="1564" actId="478"/>
            <ac:spMkLst>
              <pc:docMk/>
              <pc:sldMasterMk cId="2043676349" sldId="2147483648"/>
              <pc:sldLayoutMk cId="3319916501" sldId="2147483661"/>
              <ac:spMk id="4" creationId="{63533CEA-CD38-A231-C186-58B46C1C0136}"/>
            </ac:spMkLst>
          </pc:spChg>
          <pc:spChg chg="add del mod">
            <ac:chgData name="Amal R Babu" userId="3a292d0a-112b-4bc3-bf38-7771656893d2" providerId="ADAL" clId="{992600FB-E5A2-48A8-ADC9-6968E10B5B48}" dt="2022-12-07T05:32:11.096" v="3692"/>
            <ac:spMkLst>
              <pc:docMk/>
              <pc:sldMasterMk cId="2043676349" sldId="2147483648"/>
              <pc:sldLayoutMk cId="3319916501" sldId="2147483661"/>
              <ac:spMk id="4" creationId="{EC062E48-E0A9-8B13-92D6-6C5F0429F5C1}"/>
            </ac:spMkLst>
          </pc:spChg>
          <pc:spChg chg="del">
            <ac:chgData name="Amal R Babu" userId="3a292d0a-112b-4bc3-bf38-7771656893d2" providerId="ADAL" clId="{992600FB-E5A2-48A8-ADC9-6968E10B5B48}" dt="2022-11-28T11:29:48.974" v="1564" actId="478"/>
            <ac:spMkLst>
              <pc:docMk/>
              <pc:sldMasterMk cId="2043676349" sldId="2147483648"/>
              <pc:sldLayoutMk cId="3319916501" sldId="2147483661"/>
              <ac:spMk id="5" creationId="{61AA86EE-014F-28FD-7CF4-310E6038DF89}"/>
            </ac:spMkLst>
          </pc:spChg>
          <pc:spChg chg="mod">
            <ac:chgData name="Amal R Babu" userId="3a292d0a-112b-4bc3-bf38-7771656893d2" providerId="ADAL" clId="{992600FB-E5A2-48A8-ADC9-6968E10B5B48}" dt="2022-12-07T05:32:11.096" v="3692"/>
            <ac:spMkLst>
              <pc:docMk/>
              <pc:sldMasterMk cId="2043676349" sldId="2147483648"/>
              <pc:sldLayoutMk cId="3319916501" sldId="2147483661"/>
              <ac:spMk id="5" creationId="{C279A781-48D8-B6DD-617F-55D373D532BA}"/>
            </ac:spMkLst>
          </pc:spChg>
          <pc:spChg chg="del">
            <ac:chgData name="Amal R Babu" userId="3a292d0a-112b-4bc3-bf38-7771656893d2" providerId="ADAL" clId="{992600FB-E5A2-48A8-ADC9-6968E10B5B48}" dt="2022-11-28T11:29:48.974" v="1564" actId="478"/>
            <ac:spMkLst>
              <pc:docMk/>
              <pc:sldMasterMk cId="2043676349" sldId="2147483648"/>
              <pc:sldLayoutMk cId="3319916501" sldId="2147483661"/>
              <ac:spMk id="6" creationId="{3689C4B6-6611-D908-7AD4-F0D07323A7B5}"/>
            </ac:spMkLst>
          </pc:spChg>
          <pc:spChg chg="add del mod">
            <ac:chgData name="Amal R Babu" userId="3a292d0a-112b-4bc3-bf38-7771656893d2" providerId="ADAL" clId="{992600FB-E5A2-48A8-ADC9-6968E10B5B48}" dt="2022-11-28T11:29:56.965" v="1567"/>
            <ac:spMkLst>
              <pc:docMk/>
              <pc:sldMasterMk cId="2043676349" sldId="2147483648"/>
              <pc:sldLayoutMk cId="3319916501" sldId="2147483661"/>
              <ac:spMk id="7" creationId="{CD8D1C01-5B73-6AC0-7148-8E51C2E56005}"/>
            </ac:spMkLst>
          </pc:spChg>
          <pc:spChg chg="add del">
            <ac:chgData name="Amal R Babu" userId="3a292d0a-112b-4bc3-bf38-7771656893d2" providerId="ADAL" clId="{992600FB-E5A2-48A8-ADC9-6968E10B5B48}" dt="2022-11-28T11:29:53.349" v="1566" actId="11529"/>
            <ac:spMkLst>
              <pc:docMk/>
              <pc:sldMasterMk cId="2043676349" sldId="2147483648"/>
              <pc:sldLayoutMk cId="3319916501" sldId="2147483661"/>
              <ac:spMk id="8" creationId="{7BD6FA75-A033-B0B9-0CC6-890C7EC02F58}"/>
            </ac:spMkLst>
          </pc:spChg>
          <pc:spChg chg="add del mod">
            <ac:chgData name="Amal R Babu" userId="3a292d0a-112b-4bc3-bf38-7771656893d2" providerId="ADAL" clId="{992600FB-E5A2-48A8-ADC9-6968E10B5B48}" dt="2022-11-28T11:29:56.965" v="1567"/>
            <ac:spMkLst>
              <pc:docMk/>
              <pc:sldMasterMk cId="2043676349" sldId="2147483648"/>
              <pc:sldLayoutMk cId="3319916501" sldId="2147483661"/>
              <ac:spMk id="9" creationId="{6AB64A0E-5A91-11A7-0767-6B432B7031B0}"/>
            </ac:spMkLst>
          </pc:spChg>
          <pc:spChg chg="del mod">
            <ac:chgData name="Amal R Babu" userId="3a292d0a-112b-4bc3-bf38-7771656893d2" providerId="ADAL" clId="{992600FB-E5A2-48A8-ADC9-6968E10B5B48}" dt="2022-12-07T05:32:03.195" v="3689" actId="478"/>
            <ac:spMkLst>
              <pc:docMk/>
              <pc:sldMasterMk cId="2043676349" sldId="2147483648"/>
              <pc:sldLayoutMk cId="3319916501" sldId="2147483661"/>
              <ac:spMk id="10" creationId="{BEBBC7B8-6B9C-08A7-70E6-C3C8EC562B6B}"/>
            </ac:spMkLst>
          </pc:spChg>
        </pc:sldLayoutChg>
        <pc:sldLayoutChg chg="addSp delSp modSp add mod modTransition">
          <pc:chgData name="Amal R Babu" userId="3a292d0a-112b-4bc3-bf38-7771656893d2" providerId="ADAL" clId="{992600FB-E5A2-48A8-ADC9-6968E10B5B48}" dt="2022-11-30T03:23:19.036" v="2409"/>
          <pc:sldLayoutMkLst>
            <pc:docMk/>
            <pc:sldMasterMk cId="2043676349" sldId="2147483648"/>
            <pc:sldLayoutMk cId="1986266866" sldId="2147483662"/>
          </pc:sldLayoutMkLst>
          <pc:spChg chg="del">
            <ac:chgData name="Amal R Babu" userId="3a292d0a-112b-4bc3-bf38-7771656893d2" providerId="ADAL" clId="{992600FB-E5A2-48A8-ADC9-6968E10B5B48}" dt="2022-11-30T03:22:46.672" v="2400" actId="478"/>
            <ac:spMkLst>
              <pc:docMk/>
              <pc:sldMasterMk cId="2043676349" sldId="2147483648"/>
              <pc:sldLayoutMk cId="1986266866" sldId="2147483662"/>
              <ac:spMk id="2" creationId="{285EAA9D-6184-80F0-3CF1-62B1CDDA40C3}"/>
            </ac:spMkLst>
          </pc:spChg>
          <pc:spChg chg="del">
            <ac:chgData name="Amal R Babu" userId="3a292d0a-112b-4bc3-bf38-7771656893d2" providerId="ADAL" clId="{992600FB-E5A2-48A8-ADC9-6968E10B5B48}" dt="2022-11-30T03:22:46.672" v="2400" actId="478"/>
            <ac:spMkLst>
              <pc:docMk/>
              <pc:sldMasterMk cId="2043676349" sldId="2147483648"/>
              <pc:sldLayoutMk cId="1986266866" sldId="2147483662"/>
              <ac:spMk id="3" creationId="{BA5BC88A-0B79-F670-2036-2C93CDA6C84F}"/>
            </ac:spMkLst>
          </pc:spChg>
          <pc:spChg chg="del">
            <ac:chgData name="Amal R Babu" userId="3a292d0a-112b-4bc3-bf38-7771656893d2" providerId="ADAL" clId="{992600FB-E5A2-48A8-ADC9-6968E10B5B48}" dt="2022-11-30T03:22:46.672" v="2400" actId="478"/>
            <ac:spMkLst>
              <pc:docMk/>
              <pc:sldMasterMk cId="2043676349" sldId="2147483648"/>
              <pc:sldLayoutMk cId="1986266866" sldId="2147483662"/>
              <ac:spMk id="4" creationId="{9B4A3E6F-CA88-DC54-2349-240DFFC03E71}"/>
            </ac:spMkLst>
          </pc:spChg>
          <pc:spChg chg="add del mod">
            <ac:chgData name="Amal R Babu" userId="3a292d0a-112b-4bc3-bf38-7771656893d2" providerId="ADAL" clId="{992600FB-E5A2-48A8-ADC9-6968E10B5B48}" dt="2022-11-30T03:22:55.925" v="2403"/>
            <ac:spMkLst>
              <pc:docMk/>
              <pc:sldMasterMk cId="2043676349" sldId="2147483648"/>
              <pc:sldLayoutMk cId="1986266866" sldId="2147483662"/>
              <ac:spMk id="5" creationId="{152FB440-3EB3-EE5F-4ADB-9E011277D227}"/>
            </ac:spMkLst>
          </pc:spChg>
          <pc:spChg chg="add del mod">
            <ac:chgData name="Amal R Babu" userId="3a292d0a-112b-4bc3-bf38-7771656893d2" providerId="ADAL" clId="{992600FB-E5A2-48A8-ADC9-6968E10B5B48}" dt="2022-11-30T03:23:04.020" v="2405"/>
            <ac:spMkLst>
              <pc:docMk/>
              <pc:sldMasterMk cId="2043676349" sldId="2147483648"/>
              <pc:sldLayoutMk cId="1986266866" sldId="2147483662"/>
              <ac:spMk id="6" creationId="{C3720783-6C63-304A-FF2E-49396784E381}"/>
            </ac:spMkLst>
          </pc:spChg>
          <pc:spChg chg="add del mod">
            <ac:chgData name="Amal R Babu" userId="3a292d0a-112b-4bc3-bf38-7771656893d2" providerId="ADAL" clId="{992600FB-E5A2-48A8-ADC9-6968E10B5B48}" dt="2022-11-30T03:23:11.972" v="2407"/>
            <ac:spMkLst>
              <pc:docMk/>
              <pc:sldMasterMk cId="2043676349" sldId="2147483648"/>
              <pc:sldLayoutMk cId="1986266866" sldId="2147483662"/>
              <ac:spMk id="7" creationId="{96EE4406-52DB-D232-4E7D-E52F5393967D}"/>
            </ac:spMkLst>
          </pc:spChg>
          <pc:spChg chg="add del mod">
            <ac:chgData name="Amal R Babu" userId="3a292d0a-112b-4bc3-bf38-7771656893d2" providerId="ADAL" clId="{992600FB-E5A2-48A8-ADC9-6968E10B5B48}" dt="2022-11-30T03:23:19.036" v="2409"/>
            <ac:spMkLst>
              <pc:docMk/>
              <pc:sldMasterMk cId="2043676349" sldId="2147483648"/>
              <pc:sldLayoutMk cId="1986266866" sldId="2147483662"/>
              <ac:spMk id="8" creationId="{E49E555A-4A4E-52AE-E4DE-9AEE69FF9601}"/>
            </ac:spMkLst>
          </pc:spChg>
          <pc:spChg chg="add del">
            <ac:chgData name="Amal R Babu" userId="3a292d0a-112b-4bc3-bf38-7771656893d2" providerId="ADAL" clId="{992600FB-E5A2-48A8-ADC9-6968E10B5B48}" dt="2022-11-30T03:22:51.969" v="2402" actId="11529"/>
            <ac:spMkLst>
              <pc:docMk/>
              <pc:sldMasterMk cId="2043676349" sldId="2147483648"/>
              <pc:sldLayoutMk cId="1986266866" sldId="2147483662"/>
              <ac:spMk id="9" creationId="{E0E06D9C-CB14-C6F5-E8D8-83DCF5AEAD8C}"/>
            </ac:spMkLst>
          </pc:spChg>
          <pc:spChg chg="add del mod">
            <ac:chgData name="Amal R Babu" userId="3a292d0a-112b-4bc3-bf38-7771656893d2" providerId="ADAL" clId="{992600FB-E5A2-48A8-ADC9-6968E10B5B48}" dt="2022-11-30T03:22:55.925" v="2403"/>
            <ac:spMkLst>
              <pc:docMk/>
              <pc:sldMasterMk cId="2043676349" sldId="2147483648"/>
              <pc:sldLayoutMk cId="1986266866" sldId="2147483662"/>
              <ac:spMk id="10" creationId="{99B14D66-036B-0A64-AFF3-D911361E5CE7}"/>
            </ac:spMkLst>
          </pc:spChg>
          <pc:spChg chg="mod">
            <ac:chgData name="Amal R Babu" userId="3a292d0a-112b-4bc3-bf38-7771656893d2" providerId="ADAL" clId="{992600FB-E5A2-48A8-ADC9-6968E10B5B48}" dt="2022-11-30T03:22:55.925" v="2403"/>
            <ac:spMkLst>
              <pc:docMk/>
              <pc:sldMasterMk cId="2043676349" sldId="2147483648"/>
              <pc:sldLayoutMk cId="1986266866" sldId="2147483662"/>
              <ac:spMk id="11" creationId="{F7FE994B-D38C-B439-8EDF-FA4BCB435A00}"/>
            </ac:spMkLst>
          </pc:spChg>
          <pc:spChg chg="add del">
            <ac:chgData name="Amal R Babu" userId="3a292d0a-112b-4bc3-bf38-7771656893d2" providerId="ADAL" clId="{992600FB-E5A2-48A8-ADC9-6968E10B5B48}" dt="2022-11-30T03:23:00.631" v="2404" actId="11529"/>
            <ac:spMkLst>
              <pc:docMk/>
              <pc:sldMasterMk cId="2043676349" sldId="2147483648"/>
              <pc:sldLayoutMk cId="1986266866" sldId="2147483662"/>
              <ac:spMk id="12" creationId="{3E18E6FD-D1B7-5330-5389-EE9888E94A54}"/>
            </ac:spMkLst>
          </pc:spChg>
          <pc:spChg chg="add del mod">
            <ac:chgData name="Amal R Babu" userId="3a292d0a-112b-4bc3-bf38-7771656893d2" providerId="ADAL" clId="{992600FB-E5A2-48A8-ADC9-6968E10B5B48}" dt="2022-11-30T03:23:04.020" v="2405"/>
            <ac:spMkLst>
              <pc:docMk/>
              <pc:sldMasterMk cId="2043676349" sldId="2147483648"/>
              <pc:sldLayoutMk cId="1986266866" sldId="2147483662"/>
              <ac:spMk id="13" creationId="{A54CBE4D-29BA-00E7-1707-F1E4E3B4B26B}"/>
            </ac:spMkLst>
          </pc:spChg>
          <pc:spChg chg="mod">
            <ac:chgData name="Amal R Babu" userId="3a292d0a-112b-4bc3-bf38-7771656893d2" providerId="ADAL" clId="{992600FB-E5A2-48A8-ADC9-6968E10B5B48}" dt="2022-11-30T03:23:04.020" v="2405"/>
            <ac:spMkLst>
              <pc:docMk/>
              <pc:sldMasterMk cId="2043676349" sldId="2147483648"/>
              <pc:sldLayoutMk cId="1986266866" sldId="2147483662"/>
              <ac:spMk id="14" creationId="{0AC7276B-01BD-A30B-C837-EE90DF4B0C0E}"/>
            </ac:spMkLst>
          </pc:spChg>
          <pc:spChg chg="add del">
            <ac:chgData name="Amal R Babu" userId="3a292d0a-112b-4bc3-bf38-7771656893d2" providerId="ADAL" clId="{992600FB-E5A2-48A8-ADC9-6968E10B5B48}" dt="2022-11-30T03:23:08.023" v="2406" actId="11529"/>
            <ac:spMkLst>
              <pc:docMk/>
              <pc:sldMasterMk cId="2043676349" sldId="2147483648"/>
              <pc:sldLayoutMk cId="1986266866" sldId="2147483662"/>
              <ac:spMk id="15" creationId="{610FC248-2909-E022-232E-215500D191B1}"/>
            </ac:spMkLst>
          </pc:spChg>
          <pc:spChg chg="add del mod">
            <ac:chgData name="Amal R Babu" userId="3a292d0a-112b-4bc3-bf38-7771656893d2" providerId="ADAL" clId="{992600FB-E5A2-48A8-ADC9-6968E10B5B48}" dt="2022-11-30T03:23:11.972" v="2407"/>
            <ac:spMkLst>
              <pc:docMk/>
              <pc:sldMasterMk cId="2043676349" sldId="2147483648"/>
              <pc:sldLayoutMk cId="1986266866" sldId="2147483662"/>
              <ac:spMk id="16" creationId="{4F9F13E5-EBA0-C863-6EAD-D38BD67C2573}"/>
            </ac:spMkLst>
          </pc:spChg>
          <pc:spChg chg="mod">
            <ac:chgData name="Amal R Babu" userId="3a292d0a-112b-4bc3-bf38-7771656893d2" providerId="ADAL" clId="{992600FB-E5A2-48A8-ADC9-6968E10B5B48}" dt="2022-11-30T03:23:11.972" v="2407"/>
            <ac:spMkLst>
              <pc:docMk/>
              <pc:sldMasterMk cId="2043676349" sldId="2147483648"/>
              <pc:sldLayoutMk cId="1986266866" sldId="2147483662"/>
              <ac:spMk id="17" creationId="{085D22D7-99E2-24A2-8EE7-3A1F9F97FED8}"/>
            </ac:spMkLst>
          </pc:spChg>
          <pc:spChg chg="add del">
            <ac:chgData name="Amal R Babu" userId="3a292d0a-112b-4bc3-bf38-7771656893d2" providerId="ADAL" clId="{992600FB-E5A2-48A8-ADC9-6968E10B5B48}" dt="2022-11-30T03:23:15.759" v="2408" actId="11529"/>
            <ac:spMkLst>
              <pc:docMk/>
              <pc:sldMasterMk cId="2043676349" sldId="2147483648"/>
              <pc:sldLayoutMk cId="1986266866" sldId="2147483662"/>
              <ac:spMk id="18" creationId="{8D16F0FC-76DB-DF61-2F48-718451DB6590}"/>
            </ac:spMkLst>
          </pc:spChg>
          <pc:spChg chg="add del mod">
            <ac:chgData name="Amal R Babu" userId="3a292d0a-112b-4bc3-bf38-7771656893d2" providerId="ADAL" clId="{992600FB-E5A2-48A8-ADC9-6968E10B5B48}" dt="2022-11-30T03:23:19.036" v="2409"/>
            <ac:spMkLst>
              <pc:docMk/>
              <pc:sldMasterMk cId="2043676349" sldId="2147483648"/>
              <pc:sldLayoutMk cId="1986266866" sldId="2147483662"/>
              <ac:spMk id="19" creationId="{201C4040-FAB2-F5E4-E1BB-557EECFFA30E}"/>
            </ac:spMkLst>
          </pc:spChg>
          <pc:spChg chg="mod">
            <ac:chgData name="Amal R Babu" userId="3a292d0a-112b-4bc3-bf38-7771656893d2" providerId="ADAL" clId="{992600FB-E5A2-48A8-ADC9-6968E10B5B48}" dt="2022-11-30T03:23:19.036" v="2409"/>
            <ac:spMkLst>
              <pc:docMk/>
              <pc:sldMasterMk cId="2043676349" sldId="2147483648"/>
              <pc:sldLayoutMk cId="1986266866" sldId="2147483662"/>
              <ac:spMk id="20" creationId="{677771F6-5F84-D6DB-ED8A-ED669E7133C6}"/>
            </ac:spMkLst>
          </pc:spChg>
        </pc:sldLayoutChg>
        <pc:sldLayoutChg chg="addSp delSp modSp add mod modTransition">
          <pc:chgData name="Amal R Babu" userId="3a292d0a-112b-4bc3-bf38-7771656893d2" providerId="ADAL" clId="{992600FB-E5A2-48A8-ADC9-6968E10B5B48}" dt="2022-11-30T03:33:23.954" v="2499"/>
          <pc:sldLayoutMkLst>
            <pc:docMk/>
            <pc:sldMasterMk cId="2043676349" sldId="2147483648"/>
            <pc:sldLayoutMk cId="576586546" sldId="2147483663"/>
          </pc:sldLayoutMkLst>
          <pc:spChg chg="del">
            <ac:chgData name="Amal R Babu" userId="3a292d0a-112b-4bc3-bf38-7771656893d2" providerId="ADAL" clId="{992600FB-E5A2-48A8-ADC9-6968E10B5B48}" dt="2022-11-30T03:32:49.361" v="2490" actId="478"/>
            <ac:spMkLst>
              <pc:docMk/>
              <pc:sldMasterMk cId="2043676349" sldId="2147483648"/>
              <pc:sldLayoutMk cId="576586546" sldId="2147483663"/>
              <ac:spMk id="2" creationId="{285EAA9D-6184-80F0-3CF1-62B1CDDA40C3}"/>
            </ac:spMkLst>
          </pc:spChg>
          <pc:spChg chg="del">
            <ac:chgData name="Amal R Babu" userId="3a292d0a-112b-4bc3-bf38-7771656893d2" providerId="ADAL" clId="{992600FB-E5A2-48A8-ADC9-6968E10B5B48}" dt="2022-11-30T03:32:49.361" v="2490" actId="478"/>
            <ac:spMkLst>
              <pc:docMk/>
              <pc:sldMasterMk cId="2043676349" sldId="2147483648"/>
              <pc:sldLayoutMk cId="576586546" sldId="2147483663"/>
              <ac:spMk id="3" creationId="{BA5BC88A-0B79-F670-2036-2C93CDA6C84F}"/>
            </ac:spMkLst>
          </pc:spChg>
          <pc:spChg chg="del">
            <ac:chgData name="Amal R Babu" userId="3a292d0a-112b-4bc3-bf38-7771656893d2" providerId="ADAL" clId="{992600FB-E5A2-48A8-ADC9-6968E10B5B48}" dt="2022-11-30T03:32:49.361" v="2490" actId="478"/>
            <ac:spMkLst>
              <pc:docMk/>
              <pc:sldMasterMk cId="2043676349" sldId="2147483648"/>
              <pc:sldLayoutMk cId="576586546" sldId="2147483663"/>
              <ac:spMk id="4" creationId="{9B4A3E6F-CA88-DC54-2349-240DFFC03E71}"/>
            </ac:spMkLst>
          </pc:spChg>
          <pc:spChg chg="add del mod">
            <ac:chgData name="Amal R Babu" userId="3a292d0a-112b-4bc3-bf38-7771656893d2" providerId="ADAL" clId="{992600FB-E5A2-48A8-ADC9-6968E10B5B48}" dt="2022-11-30T03:32:59.474" v="2493"/>
            <ac:spMkLst>
              <pc:docMk/>
              <pc:sldMasterMk cId="2043676349" sldId="2147483648"/>
              <pc:sldLayoutMk cId="576586546" sldId="2147483663"/>
              <ac:spMk id="5" creationId="{E3A367C3-B793-F30B-3716-46887FD89C1A}"/>
            </ac:spMkLst>
          </pc:spChg>
          <pc:spChg chg="add del mod">
            <ac:chgData name="Amal R Babu" userId="3a292d0a-112b-4bc3-bf38-7771656893d2" providerId="ADAL" clId="{992600FB-E5A2-48A8-ADC9-6968E10B5B48}" dt="2022-11-30T03:33:07.806" v="2495"/>
            <ac:spMkLst>
              <pc:docMk/>
              <pc:sldMasterMk cId="2043676349" sldId="2147483648"/>
              <pc:sldLayoutMk cId="576586546" sldId="2147483663"/>
              <ac:spMk id="6" creationId="{ECD360C4-B93E-DAB3-1113-663C77A3644B}"/>
            </ac:spMkLst>
          </pc:spChg>
          <pc:spChg chg="add del mod">
            <ac:chgData name="Amal R Babu" userId="3a292d0a-112b-4bc3-bf38-7771656893d2" providerId="ADAL" clId="{992600FB-E5A2-48A8-ADC9-6968E10B5B48}" dt="2022-11-30T03:33:16.505" v="2497"/>
            <ac:spMkLst>
              <pc:docMk/>
              <pc:sldMasterMk cId="2043676349" sldId="2147483648"/>
              <pc:sldLayoutMk cId="576586546" sldId="2147483663"/>
              <ac:spMk id="7" creationId="{6F553491-7369-0C31-ECFD-306E87B32C53}"/>
            </ac:spMkLst>
          </pc:spChg>
          <pc:spChg chg="add del mod">
            <ac:chgData name="Amal R Babu" userId="3a292d0a-112b-4bc3-bf38-7771656893d2" providerId="ADAL" clId="{992600FB-E5A2-48A8-ADC9-6968E10B5B48}" dt="2022-11-30T03:33:23.954" v="2499"/>
            <ac:spMkLst>
              <pc:docMk/>
              <pc:sldMasterMk cId="2043676349" sldId="2147483648"/>
              <pc:sldLayoutMk cId="576586546" sldId="2147483663"/>
              <ac:spMk id="8" creationId="{C74E7444-C088-9EA1-F9E2-EA6FC8F60004}"/>
            </ac:spMkLst>
          </pc:spChg>
          <pc:spChg chg="add del">
            <ac:chgData name="Amal R Babu" userId="3a292d0a-112b-4bc3-bf38-7771656893d2" providerId="ADAL" clId="{992600FB-E5A2-48A8-ADC9-6968E10B5B48}" dt="2022-11-30T03:32:54.672" v="2492" actId="11529"/>
            <ac:spMkLst>
              <pc:docMk/>
              <pc:sldMasterMk cId="2043676349" sldId="2147483648"/>
              <pc:sldLayoutMk cId="576586546" sldId="2147483663"/>
              <ac:spMk id="9" creationId="{9F16D350-812D-E8CD-76BE-56889B9944F9}"/>
            </ac:spMkLst>
          </pc:spChg>
          <pc:spChg chg="add del mod">
            <ac:chgData name="Amal R Babu" userId="3a292d0a-112b-4bc3-bf38-7771656893d2" providerId="ADAL" clId="{992600FB-E5A2-48A8-ADC9-6968E10B5B48}" dt="2022-11-30T03:32:59.474" v="2493"/>
            <ac:spMkLst>
              <pc:docMk/>
              <pc:sldMasterMk cId="2043676349" sldId="2147483648"/>
              <pc:sldLayoutMk cId="576586546" sldId="2147483663"/>
              <ac:spMk id="10" creationId="{18F3CC9B-D0D9-5A7A-1E33-937B5162037F}"/>
            </ac:spMkLst>
          </pc:spChg>
          <pc:spChg chg="mod">
            <ac:chgData name="Amal R Babu" userId="3a292d0a-112b-4bc3-bf38-7771656893d2" providerId="ADAL" clId="{992600FB-E5A2-48A8-ADC9-6968E10B5B48}" dt="2022-11-30T03:32:59.474" v="2493"/>
            <ac:spMkLst>
              <pc:docMk/>
              <pc:sldMasterMk cId="2043676349" sldId="2147483648"/>
              <pc:sldLayoutMk cId="576586546" sldId="2147483663"/>
              <ac:spMk id="11" creationId="{758D12C6-C78A-78B0-7402-251995E7B849}"/>
            </ac:spMkLst>
          </pc:spChg>
          <pc:spChg chg="add del">
            <ac:chgData name="Amal R Babu" userId="3a292d0a-112b-4bc3-bf38-7771656893d2" providerId="ADAL" clId="{992600FB-E5A2-48A8-ADC9-6968E10B5B48}" dt="2022-11-30T03:33:03.704" v="2494" actId="11529"/>
            <ac:spMkLst>
              <pc:docMk/>
              <pc:sldMasterMk cId="2043676349" sldId="2147483648"/>
              <pc:sldLayoutMk cId="576586546" sldId="2147483663"/>
              <ac:spMk id="12" creationId="{FD07B1BD-BC26-EC3C-FAFF-53529A9DCA9F}"/>
            </ac:spMkLst>
          </pc:spChg>
          <pc:spChg chg="add del mod">
            <ac:chgData name="Amal R Babu" userId="3a292d0a-112b-4bc3-bf38-7771656893d2" providerId="ADAL" clId="{992600FB-E5A2-48A8-ADC9-6968E10B5B48}" dt="2022-11-30T03:33:07.806" v="2495"/>
            <ac:spMkLst>
              <pc:docMk/>
              <pc:sldMasterMk cId="2043676349" sldId="2147483648"/>
              <pc:sldLayoutMk cId="576586546" sldId="2147483663"/>
              <ac:spMk id="13" creationId="{E5AA17C2-985D-28D5-F20B-69B43D0CDFC0}"/>
            </ac:spMkLst>
          </pc:spChg>
          <pc:spChg chg="mod">
            <ac:chgData name="Amal R Babu" userId="3a292d0a-112b-4bc3-bf38-7771656893d2" providerId="ADAL" clId="{992600FB-E5A2-48A8-ADC9-6968E10B5B48}" dt="2022-11-30T03:33:07.806" v="2495"/>
            <ac:spMkLst>
              <pc:docMk/>
              <pc:sldMasterMk cId="2043676349" sldId="2147483648"/>
              <pc:sldLayoutMk cId="576586546" sldId="2147483663"/>
              <ac:spMk id="14" creationId="{609197C2-4F86-535A-366D-9C84050E892B}"/>
            </ac:spMkLst>
          </pc:spChg>
          <pc:spChg chg="add del">
            <ac:chgData name="Amal R Babu" userId="3a292d0a-112b-4bc3-bf38-7771656893d2" providerId="ADAL" clId="{992600FB-E5A2-48A8-ADC9-6968E10B5B48}" dt="2022-11-30T03:33:12.632" v="2496" actId="11529"/>
            <ac:spMkLst>
              <pc:docMk/>
              <pc:sldMasterMk cId="2043676349" sldId="2147483648"/>
              <pc:sldLayoutMk cId="576586546" sldId="2147483663"/>
              <ac:spMk id="15" creationId="{514295D8-62C8-A32C-B3D1-C9F95FD574A0}"/>
            </ac:spMkLst>
          </pc:spChg>
          <pc:spChg chg="add del mod">
            <ac:chgData name="Amal R Babu" userId="3a292d0a-112b-4bc3-bf38-7771656893d2" providerId="ADAL" clId="{992600FB-E5A2-48A8-ADC9-6968E10B5B48}" dt="2022-11-30T03:33:16.505" v="2497"/>
            <ac:spMkLst>
              <pc:docMk/>
              <pc:sldMasterMk cId="2043676349" sldId="2147483648"/>
              <pc:sldLayoutMk cId="576586546" sldId="2147483663"/>
              <ac:spMk id="16" creationId="{7A565055-788B-50C1-CCDB-B751902CC1FA}"/>
            </ac:spMkLst>
          </pc:spChg>
          <pc:spChg chg="mod">
            <ac:chgData name="Amal R Babu" userId="3a292d0a-112b-4bc3-bf38-7771656893d2" providerId="ADAL" clId="{992600FB-E5A2-48A8-ADC9-6968E10B5B48}" dt="2022-11-30T03:33:16.505" v="2497"/>
            <ac:spMkLst>
              <pc:docMk/>
              <pc:sldMasterMk cId="2043676349" sldId="2147483648"/>
              <pc:sldLayoutMk cId="576586546" sldId="2147483663"/>
              <ac:spMk id="17" creationId="{99F158EB-4F70-74BD-529E-B106522521B6}"/>
            </ac:spMkLst>
          </pc:spChg>
          <pc:spChg chg="add del">
            <ac:chgData name="Amal R Babu" userId="3a292d0a-112b-4bc3-bf38-7771656893d2" providerId="ADAL" clId="{992600FB-E5A2-48A8-ADC9-6968E10B5B48}" dt="2022-11-30T03:33:20.567" v="2498" actId="11529"/>
            <ac:spMkLst>
              <pc:docMk/>
              <pc:sldMasterMk cId="2043676349" sldId="2147483648"/>
              <pc:sldLayoutMk cId="576586546" sldId="2147483663"/>
              <ac:spMk id="18" creationId="{43F67DAE-6F45-4106-1935-5CCB677A4814}"/>
            </ac:spMkLst>
          </pc:spChg>
          <pc:spChg chg="add del mod">
            <ac:chgData name="Amal R Babu" userId="3a292d0a-112b-4bc3-bf38-7771656893d2" providerId="ADAL" clId="{992600FB-E5A2-48A8-ADC9-6968E10B5B48}" dt="2022-11-30T03:33:23.954" v="2499"/>
            <ac:spMkLst>
              <pc:docMk/>
              <pc:sldMasterMk cId="2043676349" sldId="2147483648"/>
              <pc:sldLayoutMk cId="576586546" sldId="2147483663"/>
              <ac:spMk id="19" creationId="{75549A2D-4583-A309-53CD-1C3C5317E427}"/>
            </ac:spMkLst>
          </pc:spChg>
          <pc:spChg chg="mod">
            <ac:chgData name="Amal R Babu" userId="3a292d0a-112b-4bc3-bf38-7771656893d2" providerId="ADAL" clId="{992600FB-E5A2-48A8-ADC9-6968E10B5B48}" dt="2022-11-30T03:33:23.954" v="2499"/>
            <ac:spMkLst>
              <pc:docMk/>
              <pc:sldMasterMk cId="2043676349" sldId="2147483648"/>
              <pc:sldLayoutMk cId="576586546" sldId="2147483663"/>
              <ac:spMk id="20" creationId="{B62E0330-0FF7-CE2C-010A-0EA00DC5956E}"/>
            </ac:spMkLst>
          </pc:spChg>
        </pc:sldLayoutChg>
        <pc:sldLayoutChg chg="addSp delSp modSp add mod modTransition">
          <pc:chgData name="Amal R Babu" userId="3a292d0a-112b-4bc3-bf38-7771656893d2" providerId="ADAL" clId="{992600FB-E5A2-48A8-ADC9-6968E10B5B48}" dt="2022-11-30T06:16:21.451" v="3304"/>
          <pc:sldLayoutMkLst>
            <pc:docMk/>
            <pc:sldMasterMk cId="2043676349" sldId="2147483648"/>
            <pc:sldLayoutMk cId="494686826" sldId="2147483664"/>
          </pc:sldLayoutMkLst>
          <pc:spChg chg="del">
            <ac:chgData name="Amal R Babu" userId="3a292d0a-112b-4bc3-bf38-7771656893d2" providerId="ADAL" clId="{992600FB-E5A2-48A8-ADC9-6968E10B5B48}" dt="2022-11-30T06:16:13.625" v="3301" actId="478"/>
            <ac:spMkLst>
              <pc:docMk/>
              <pc:sldMasterMk cId="2043676349" sldId="2147483648"/>
              <pc:sldLayoutMk cId="494686826" sldId="2147483664"/>
              <ac:spMk id="2" creationId="{285EAA9D-6184-80F0-3CF1-62B1CDDA40C3}"/>
            </ac:spMkLst>
          </pc:spChg>
          <pc:spChg chg="del">
            <ac:chgData name="Amal R Babu" userId="3a292d0a-112b-4bc3-bf38-7771656893d2" providerId="ADAL" clId="{992600FB-E5A2-48A8-ADC9-6968E10B5B48}" dt="2022-11-30T06:16:13.625" v="3301" actId="478"/>
            <ac:spMkLst>
              <pc:docMk/>
              <pc:sldMasterMk cId="2043676349" sldId="2147483648"/>
              <pc:sldLayoutMk cId="494686826" sldId="2147483664"/>
              <ac:spMk id="3" creationId="{BA5BC88A-0B79-F670-2036-2C93CDA6C84F}"/>
            </ac:spMkLst>
          </pc:spChg>
          <pc:spChg chg="del">
            <ac:chgData name="Amal R Babu" userId="3a292d0a-112b-4bc3-bf38-7771656893d2" providerId="ADAL" clId="{992600FB-E5A2-48A8-ADC9-6968E10B5B48}" dt="2022-11-30T06:16:13.625" v="3301" actId="478"/>
            <ac:spMkLst>
              <pc:docMk/>
              <pc:sldMasterMk cId="2043676349" sldId="2147483648"/>
              <pc:sldLayoutMk cId="494686826" sldId="2147483664"/>
              <ac:spMk id="4" creationId="{9B4A3E6F-CA88-DC54-2349-240DFFC03E71}"/>
            </ac:spMkLst>
          </pc:spChg>
          <pc:spChg chg="add del mod">
            <ac:chgData name="Amal R Babu" userId="3a292d0a-112b-4bc3-bf38-7771656893d2" providerId="ADAL" clId="{992600FB-E5A2-48A8-ADC9-6968E10B5B48}" dt="2022-11-30T06:16:21.451" v="3304"/>
            <ac:spMkLst>
              <pc:docMk/>
              <pc:sldMasterMk cId="2043676349" sldId="2147483648"/>
              <pc:sldLayoutMk cId="494686826" sldId="2147483664"/>
              <ac:spMk id="5" creationId="{DD41ADF3-87C7-08F0-5D63-CCEF1168E6F5}"/>
            </ac:spMkLst>
          </pc:spChg>
          <pc:spChg chg="add del">
            <ac:chgData name="Amal R Babu" userId="3a292d0a-112b-4bc3-bf38-7771656893d2" providerId="ADAL" clId="{992600FB-E5A2-48A8-ADC9-6968E10B5B48}" dt="2022-11-30T06:16:18.615" v="3303" actId="11529"/>
            <ac:spMkLst>
              <pc:docMk/>
              <pc:sldMasterMk cId="2043676349" sldId="2147483648"/>
              <pc:sldLayoutMk cId="494686826" sldId="2147483664"/>
              <ac:spMk id="6" creationId="{6CB6DB37-E10D-5C10-5E14-36B0A3B6D0B8}"/>
            </ac:spMkLst>
          </pc:spChg>
          <pc:spChg chg="add del mod">
            <ac:chgData name="Amal R Babu" userId="3a292d0a-112b-4bc3-bf38-7771656893d2" providerId="ADAL" clId="{992600FB-E5A2-48A8-ADC9-6968E10B5B48}" dt="2022-11-30T06:16:21.451" v="3304"/>
            <ac:spMkLst>
              <pc:docMk/>
              <pc:sldMasterMk cId="2043676349" sldId="2147483648"/>
              <pc:sldLayoutMk cId="494686826" sldId="2147483664"/>
              <ac:spMk id="7" creationId="{5C05DCB8-1FE3-BA4A-EDC3-8455D946C12D}"/>
            </ac:spMkLst>
          </pc:spChg>
          <pc:spChg chg="mod">
            <ac:chgData name="Amal R Babu" userId="3a292d0a-112b-4bc3-bf38-7771656893d2" providerId="ADAL" clId="{992600FB-E5A2-48A8-ADC9-6968E10B5B48}" dt="2022-11-30T06:16:21.451" v="3304"/>
            <ac:spMkLst>
              <pc:docMk/>
              <pc:sldMasterMk cId="2043676349" sldId="2147483648"/>
              <pc:sldLayoutMk cId="494686826" sldId="2147483664"/>
              <ac:spMk id="8" creationId="{0037A15C-9FEA-0991-2A48-1BB829355ACC}"/>
            </ac:spMkLst>
          </pc:spChg>
        </pc:sldLayoutChg>
        <pc:sldLayoutChg chg="addSp delSp modSp add mod modTransition">
          <pc:chgData name="Amal R Babu" userId="3a292d0a-112b-4bc3-bf38-7771656893d2" providerId="ADAL" clId="{992600FB-E5A2-48A8-ADC9-6968E10B5B48}" dt="2022-11-30T06:32:35.476" v="3478"/>
          <pc:sldLayoutMkLst>
            <pc:docMk/>
            <pc:sldMasterMk cId="2043676349" sldId="2147483648"/>
            <pc:sldLayoutMk cId="323181932" sldId="2147483665"/>
          </pc:sldLayoutMkLst>
          <pc:spChg chg="del">
            <ac:chgData name="Amal R Babu" userId="3a292d0a-112b-4bc3-bf38-7771656893d2" providerId="ADAL" clId="{992600FB-E5A2-48A8-ADC9-6968E10B5B48}" dt="2022-11-30T06:32:26.566" v="3475" actId="478"/>
            <ac:spMkLst>
              <pc:docMk/>
              <pc:sldMasterMk cId="2043676349" sldId="2147483648"/>
              <pc:sldLayoutMk cId="323181932" sldId="2147483665"/>
              <ac:spMk id="2" creationId="{F8BCF4A3-4738-39C7-6F6D-39A4BB3984DA}"/>
            </ac:spMkLst>
          </pc:spChg>
          <pc:spChg chg="del">
            <ac:chgData name="Amal R Babu" userId="3a292d0a-112b-4bc3-bf38-7771656893d2" providerId="ADAL" clId="{992600FB-E5A2-48A8-ADC9-6968E10B5B48}" dt="2022-11-30T06:32:26.566" v="3475" actId="478"/>
            <ac:spMkLst>
              <pc:docMk/>
              <pc:sldMasterMk cId="2043676349" sldId="2147483648"/>
              <pc:sldLayoutMk cId="323181932" sldId="2147483665"/>
              <ac:spMk id="3" creationId="{C47DF0C6-4209-C43E-D56B-FFB739618415}"/>
            </ac:spMkLst>
          </pc:spChg>
          <pc:spChg chg="del">
            <ac:chgData name="Amal R Babu" userId="3a292d0a-112b-4bc3-bf38-7771656893d2" providerId="ADAL" clId="{992600FB-E5A2-48A8-ADC9-6968E10B5B48}" dt="2022-11-30T06:32:26.566" v="3475" actId="478"/>
            <ac:spMkLst>
              <pc:docMk/>
              <pc:sldMasterMk cId="2043676349" sldId="2147483648"/>
              <pc:sldLayoutMk cId="323181932" sldId="2147483665"/>
              <ac:spMk id="4" creationId="{63533CEA-CD38-A231-C186-58B46C1C0136}"/>
            </ac:spMkLst>
          </pc:spChg>
          <pc:spChg chg="del">
            <ac:chgData name="Amal R Babu" userId="3a292d0a-112b-4bc3-bf38-7771656893d2" providerId="ADAL" clId="{992600FB-E5A2-48A8-ADC9-6968E10B5B48}" dt="2022-11-30T06:32:26.566" v="3475" actId="478"/>
            <ac:spMkLst>
              <pc:docMk/>
              <pc:sldMasterMk cId="2043676349" sldId="2147483648"/>
              <pc:sldLayoutMk cId="323181932" sldId="2147483665"/>
              <ac:spMk id="5" creationId="{61AA86EE-014F-28FD-7CF4-310E6038DF89}"/>
            </ac:spMkLst>
          </pc:spChg>
          <pc:spChg chg="del">
            <ac:chgData name="Amal R Babu" userId="3a292d0a-112b-4bc3-bf38-7771656893d2" providerId="ADAL" clId="{992600FB-E5A2-48A8-ADC9-6968E10B5B48}" dt="2022-11-30T06:32:26.566" v="3475" actId="478"/>
            <ac:spMkLst>
              <pc:docMk/>
              <pc:sldMasterMk cId="2043676349" sldId="2147483648"/>
              <pc:sldLayoutMk cId="323181932" sldId="2147483665"/>
              <ac:spMk id="6" creationId="{3689C4B6-6611-D908-7AD4-F0D07323A7B5}"/>
            </ac:spMkLst>
          </pc:spChg>
          <pc:spChg chg="add del mod">
            <ac:chgData name="Amal R Babu" userId="3a292d0a-112b-4bc3-bf38-7771656893d2" providerId="ADAL" clId="{992600FB-E5A2-48A8-ADC9-6968E10B5B48}" dt="2022-11-30T06:32:35.476" v="3478"/>
            <ac:spMkLst>
              <pc:docMk/>
              <pc:sldMasterMk cId="2043676349" sldId="2147483648"/>
              <pc:sldLayoutMk cId="323181932" sldId="2147483665"/>
              <ac:spMk id="7" creationId="{F1B0C3F5-D256-0CBC-B365-02A544E45207}"/>
            </ac:spMkLst>
          </pc:spChg>
          <pc:spChg chg="add del">
            <ac:chgData name="Amal R Babu" userId="3a292d0a-112b-4bc3-bf38-7771656893d2" providerId="ADAL" clId="{992600FB-E5A2-48A8-ADC9-6968E10B5B48}" dt="2022-11-30T06:32:30.686" v="3477" actId="11529"/>
            <ac:spMkLst>
              <pc:docMk/>
              <pc:sldMasterMk cId="2043676349" sldId="2147483648"/>
              <pc:sldLayoutMk cId="323181932" sldId="2147483665"/>
              <ac:spMk id="8" creationId="{4F660F30-A3ED-7AF8-CB3C-2B31CDE9E173}"/>
            </ac:spMkLst>
          </pc:spChg>
          <pc:spChg chg="add del mod">
            <ac:chgData name="Amal R Babu" userId="3a292d0a-112b-4bc3-bf38-7771656893d2" providerId="ADAL" clId="{992600FB-E5A2-48A8-ADC9-6968E10B5B48}" dt="2022-11-30T06:32:35.476" v="3478"/>
            <ac:spMkLst>
              <pc:docMk/>
              <pc:sldMasterMk cId="2043676349" sldId="2147483648"/>
              <pc:sldLayoutMk cId="323181932" sldId="2147483665"/>
              <ac:spMk id="9" creationId="{BA638FDD-A03E-B12C-0462-314952314A3C}"/>
            </ac:spMkLst>
          </pc:spChg>
          <pc:spChg chg="mod">
            <ac:chgData name="Amal R Babu" userId="3a292d0a-112b-4bc3-bf38-7771656893d2" providerId="ADAL" clId="{992600FB-E5A2-48A8-ADC9-6968E10B5B48}" dt="2022-11-30T06:32:35.476" v="3478"/>
            <ac:spMkLst>
              <pc:docMk/>
              <pc:sldMasterMk cId="2043676349" sldId="2147483648"/>
              <pc:sldLayoutMk cId="323181932" sldId="2147483665"/>
              <ac:spMk id="10" creationId="{87C3683E-9202-91EC-CBD8-16009D5302E5}"/>
            </ac:spMkLst>
          </pc:spChg>
        </pc:sldLayoutChg>
        <pc:sldLayoutChg chg="addSp delSp modSp add mod modTransition">
          <pc:chgData name="Amal R Babu" userId="3a292d0a-112b-4bc3-bf38-7771656893d2" providerId="ADAL" clId="{992600FB-E5A2-48A8-ADC9-6968E10B5B48}" dt="2022-11-30T06:57:34.257" v="3557"/>
          <pc:sldLayoutMkLst>
            <pc:docMk/>
            <pc:sldMasterMk cId="2043676349" sldId="2147483648"/>
            <pc:sldLayoutMk cId="3302960625" sldId="2147483666"/>
          </pc:sldLayoutMkLst>
          <pc:spChg chg="del">
            <ac:chgData name="Amal R Babu" userId="3a292d0a-112b-4bc3-bf38-7771656893d2" providerId="ADAL" clId="{992600FB-E5A2-48A8-ADC9-6968E10B5B48}" dt="2022-11-30T06:57:25.560" v="3554" actId="478"/>
            <ac:spMkLst>
              <pc:docMk/>
              <pc:sldMasterMk cId="2043676349" sldId="2147483648"/>
              <pc:sldLayoutMk cId="3302960625" sldId="2147483666"/>
              <ac:spMk id="2" creationId="{285EAA9D-6184-80F0-3CF1-62B1CDDA40C3}"/>
            </ac:spMkLst>
          </pc:spChg>
          <pc:spChg chg="del">
            <ac:chgData name="Amal R Babu" userId="3a292d0a-112b-4bc3-bf38-7771656893d2" providerId="ADAL" clId="{992600FB-E5A2-48A8-ADC9-6968E10B5B48}" dt="2022-11-30T06:57:25.560" v="3554" actId="478"/>
            <ac:spMkLst>
              <pc:docMk/>
              <pc:sldMasterMk cId="2043676349" sldId="2147483648"/>
              <pc:sldLayoutMk cId="3302960625" sldId="2147483666"/>
              <ac:spMk id="3" creationId="{BA5BC88A-0B79-F670-2036-2C93CDA6C84F}"/>
            </ac:spMkLst>
          </pc:spChg>
          <pc:spChg chg="del">
            <ac:chgData name="Amal R Babu" userId="3a292d0a-112b-4bc3-bf38-7771656893d2" providerId="ADAL" clId="{992600FB-E5A2-48A8-ADC9-6968E10B5B48}" dt="2022-11-30T06:57:25.560" v="3554" actId="478"/>
            <ac:spMkLst>
              <pc:docMk/>
              <pc:sldMasterMk cId="2043676349" sldId="2147483648"/>
              <pc:sldLayoutMk cId="3302960625" sldId="2147483666"/>
              <ac:spMk id="4" creationId="{9B4A3E6F-CA88-DC54-2349-240DFFC03E71}"/>
            </ac:spMkLst>
          </pc:spChg>
          <pc:spChg chg="add del mod">
            <ac:chgData name="Amal R Babu" userId="3a292d0a-112b-4bc3-bf38-7771656893d2" providerId="ADAL" clId="{992600FB-E5A2-48A8-ADC9-6968E10B5B48}" dt="2022-11-30T06:57:34.257" v="3557"/>
            <ac:spMkLst>
              <pc:docMk/>
              <pc:sldMasterMk cId="2043676349" sldId="2147483648"/>
              <pc:sldLayoutMk cId="3302960625" sldId="2147483666"/>
              <ac:spMk id="5" creationId="{6D2F783D-F900-78A5-7467-3D58ECADD618}"/>
            </ac:spMkLst>
          </pc:spChg>
          <pc:spChg chg="add del">
            <ac:chgData name="Amal R Babu" userId="3a292d0a-112b-4bc3-bf38-7771656893d2" providerId="ADAL" clId="{992600FB-E5A2-48A8-ADC9-6968E10B5B48}" dt="2022-11-30T06:57:30.143" v="3556" actId="11529"/>
            <ac:spMkLst>
              <pc:docMk/>
              <pc:sldMasterMk cId="2043676349" sldId="2147483648"/>
              <pc:sldLayoutMk cId="3302960625" sldId="2147483666"/>
              <ac:spMk id="6" creationId="{4DDE4EE6-A425-5905-EF5B-98031B7BB0B3}"/>
            </ac:spMkLst>
          </pc:spChg>
          <pc:spChg chg="add del mod">
            <ac:chgData name="Amal R Babu" userId="3a292d0a-112b-4bc3-bf38-7771656893d2" providerId="ADAL" clId="{992600FB-E5A2-48A8-ADC9-6968E10B5B48}" dt="2022-11-30T06:57:34.257" v="3557"/>
            <ac:spMkLst>
              <pc:docMk/>
              <pc:sldMasterMk cId="2043676349" sldId="2147483648"/>
              <pc:sldLayoutMk cId="3302960625" sldId="2147483666"/>
              <ac:spMk id="7" creationId="{D4BC1D8A-33EF-1407-67D2-4555E6A837EF}"/>
            </ac:spMkLst>
          </pc:spChg>
          <pc:spChg chg="mod">
            <ac:chgData name="Amal R Babu" userId="3a292d0a-112b-4bc3-bf38-7771656893d2" providerId="ADAL" clId="{992600FB-E5A2-48A8-ADC9-6968E10B5B48}" dt="2022-11-30T06:57:34.257" v="3557"/>
            <ac:spMkLst>
              <pc:docMk/>
              <pc:sldMasterMk cId="2043676349" sldId="2147483648"/>
              <pc:sldLayoutMk cId="3302960625" sldId="2147483666"/>
              <ac:spMk id="8" creationId="{F6E5E54B-718B-F3AA-01FE-E9B970972289}"/>
            </ac:spMkLst>
          </pc:sp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7772129-7669-4C80-ABB7-8DF2BA71CE5A}" type="doc">
      <dgm:prSet loTypeId="urn:microsoft.com/office/officeart/2005/8/layout/venn2" loCatId="relationship" qsTypeId="urn:microsoft.com/office/officeart/2005/8/quickstyle/simple1" qsCatId="simple" csTypeId="urn:microsoft.com/office/officeart/2005/8/colors/accent1_2" csCatId="accent1" phldr="1"/>
      <dgm:spPr/>
      <dgm:t>
        <a:bodyPr/>
        <a:lstStyle/>
        <a:p>
          <a:endParaRPr lang="en-US"/>
        </a:p>
      </dgm:t>
    </dgm:pt>
    <dgm:pt modelId="{A71FB558-59A6-45CA-BFE6-67AB8F7A2EF3}">
      <dgm:prSet phldrT="[Text]" custT="1">
        <dgm:style>
          <a:lnRef idx="2">
            <a:schemeClr val="accent5"/>
          </a:lnRef>
          <a:fillRef idx="1">
            <a:schemeClr val="lt1"/>
          </a:fillRef>
          <a:effectRef idx="0">
            <a:schemeClr val="accent5"/>
          </a:effectRef>
          <a:fontRef idx="minor">
            <a:schemeClr val="dk1"/>
          </a:fontRef>
        </dgm:style>
      </dgm:prSet>
      <dgm:spPr>
        <a:solidFill>
          <a:srgbClr val="00B050"/>
        </a:solidFill>
      </dgm:spPr>
      <dgm:t>
        <a:bodyPr/>
        <a:lstStyle/>
        <a:p>
          <a:r>
            <a:rPr lang="en-US" sz="1100" dirty="0" smtClean="0"/>
            <a:t>Tuần 4:</a:t>
          </a:r>
        </a:p>
        <a:p>
          <a:r>
            <a:rPr lang="en-US" sz="1100" dirty="0" smtClean="0"/>
            <a:t>Làm slide và chỉnh sửa, chạy lại slide và game</a:t>
          </a:r>
          <a:endParaRPr lang="en-US" sz="1100" dirty="0"/>
        </a:p>
      </dgm:t>
    </dgm:pt>
    <dgm:pt modelId="{BE73973F-2B4D-42ED-9B15-2EA35C66997B}" type="parTrans" cxnId="{451CDAF4-8476-4431-8EAB-D0253C9B1055}">
      <dgm:prSet/>
      <dgm:spPr/>
      <dgm:t>
        <a:bodyPr/>
        <a:lstStyle/>
        <a:p>
          <a:endParaRPr lang="en-US"/>
        </a:p>
      </dgm:t>
    </dgm:pt>
    <dgm:pt modelId="{0E793B85-A30A-4AB7-AED0-544C3D8BCB6A}" type="sibTrans" cxnId="{451CDAF4-8476-4431-8EAB-D0253C9B1055}">
      <dgm:prSet/>
      <dgm:spPr/>
      <dgm:t>
        <a:bodyPr/>
        <a:lstStyle/>
        <a:p>
          <a:endParaRPr lang="en-US"/>
        </a:p>
      </dgm:t>
    </dgm:pt>
    <dgm:pt modelId="{6B0A3ACE-1E90-4D7E-A274-91A0BA843B43}">
      <dgm:prSet phldrT="[Text]"/>
      <dgm:spPr>
        <a:solidFill>
          <a:srgbClr val="FFFF00"/>
        </a:solidFill>
      </dgm:spPr>
      <dgm:t>
        <a:bodyPr/>
        <a:lstStyle/>
        <a:p>
          <a:r>
            <a:rPr lang="en-US" dirty="0" smtClean="0">
              <a:solidFill>
                <a:schemeClr val="tx1"/>
              </a:solidFill>
            </a:rPr>
            <a:t>Tuần 3: </a:t>
          </a:r>
        </a:p>
        <a:p>
          <a:r>
            <a:rPr lang="en-US" dirty="0" smtClean="0">
              <a:solidFill>
                <a:schemeClr val="tx1"/>
              </a:solidFill>
            </a:rPr>
            <a:t>Hoàn chỉnh game  </a:t>
          </a:r>
          <a:endParaRPr lang="en-US" dirty="0">
            <a:solidFill>
              <a:schemeClr val="tx1"/>
            </a:solidFill>
          </a:endParaRPr>
        </a:p>
      </dgm:t>
    </dgm:pt>
    <dgm:pt modelId="{819A15DB-2CBD-4910-9B6C-F62B8B259A51}" type="parTrans" cxnId="{5E5D6DDC-E8B0-4DDC-9032-5F0E42A9E175}">
      <dgm:prSet/>
      <dgm:spPr/>
      <dgm:t>
        <a:bodyPr/>
        <a:lstStyle/>
        <a:p>
          <a:endParaRPr lang="en-US"/>
        </a:p>
      </dgm:t>
    </dgm:pt>
    <dgm:pt modelId="{4125AC04-106D-48D0-ACD7-C3940F5017CA}" type="sibTrans" cxnId="{5E5D6DDC-E8B0-4DDC-9032-5F0E42A9E175}">
      <dgm:prSet/>
      <dgm:spPr/>
      <dgm:t>
        <a:bodyPr/>
        <a:lstStyle/>
        <a:p>
          <a:endParaRPr lang="en-US"/>
        </a:p>
      </dgm:t>
    </dgm:pt>
    <dgm:pt modelId="{F0435987-F12D-4257-8218-B1C581B90BCD}">
      <dgm:prSet phldrT="[Text]"/>
      <dgm:spPr/>
      <dgm:t>
        <a:bodyPr/>
        <a:lstStyle/>
        <a:p>
          <a:r>
            <a:rPr lang="en-US" dirty="0" smtClean="0">
              <a:solidFill>
                <a:schemeClr val="tx1"/>
              </a:solidFill>
            </a:rPr>
            <a:t>Tuần 2:</a:t>
          </a:r>
        </a:p>
        <a:p>
          <a:r>
            <a:rPr lang="en-US" dirty="0" smtClean="0">
              <a:solidFill>
                <a:schemeClr val="tx1"/>
              </a:solidFill>
            </a:rPr>
            <a:t>Làm code cho app</a:t>
          </a:r>
          <a:endParaRPr lang="en-US" dirty="0">
            <a:solidFill>
              <a:schemeClr val="tx1"/>
            </a:solidFill>
          </a:endParaRPr>
        </a:p>
      </dgm:t>
    </dgm:pt>
    <dgm:pt modelId="{3012E5FC-A576-4BE4-B77A-2D37ED97FABF}" type="parTrans" cxnId="{F1F049CE-4AD2-40AE-A732-DCBC81837B3B}">
      <dgm:prSet/>
      <dgm:spPr/>
      <dgm:t>
        <a:bodyPr/>
        <a:lstStyle/>
        <a:p>
          <a:endParaRPr lang="en-US"/>
        </a:p>
      </dgm:t>
    </dgm:pt>
    <dgm:pt modelId="{ED55931C-674B-4A26-A835-147EB8B6601A}" type="sibTrans" cxnId="{F1F049CE-4AD2-40AE-A732-DCBC81837B3B}">
      <dgm:prSet/>
      <dgm:spPr/>
      <dgm:t>
        <a:bodyPr/>
        <a:lstStyle/>
        <a:p>
          <a:endParaRPr lang="en-US"/>
        </a:p>
      </dgm:t>
    </dgm:pt>
    <dgm:pt modelId="{0E0C6BDB-F112-4066-B39D-67E0C7D035B5}">
      <dgm:prSet phldrT="[Text]"/>
      <dgm:spPr>
        <a:solidFill>
          <a:srgbClr val="7030A0"/>
        </a:solidFill>
      </dgm:spPr>
      <dgm:t>
        <a:bodyPr/>
        <a:lstStyle/>
        <a:p>
          <a:r>
            <a:rPr lang="en-US" dirty="0" smtClean="0">
              <a:solidFill>
                <a:schemeClr val="tx1"/>
              </a:solidFill>
            </a:rPr>
            <a:t>Tuần 1:</a:t>
          </a:r>
        </a:p>
        <a:p>
          <a:r>
            <a:rPr lang="en-US" dirty="0" smtClean="0">
              <a:solidFill>
                <a:schemeClr val="tx1"/>
              </a:solidFill>
            </a:rPr>
            <a:t>Làm giao diện cho app và những bài hát</a:t>
          </a:r>
          <a:endParaRPr lang="en-US" dirty="0">
            <a:solidFill>
              <a:schemeClr val="tx1"/>
            </a:solidFill>
          </a:endParaRPr>
        </a:p>
      </dgm:t>
    </dgm:pt>
    <dgm:pt modelId="{F0EC935B-1183-40C1-884A-40EDD1340ACF}" type="parTrans" cxnId="{47F4662D-3DB3-4421-A0EA-29E9D73E7B69}">
      <dgm:prSet/>
      <dgm:spPr/>
      <dgm:t>
        <a:bodyPr/>
        <a:lstStyle/>
        <a:p>
          <a:endParaRPr lang="en-US"/>
        </a:p>
      </dgm:t>
    </dgm:pt>
    <dgm:pt modelId="{AB12E6CD-E51F-4065-B7FB-2D23181210F2}" type="sibTrans" cxnId="{47F4662D-3DB3-4421-A0EA-29E9D73E7B69}">
      <dgm:prSet/>
      <dgm:spPr/>
      <dgm:t>
        <a:bodyPr/>
        <a:lstStyle/>
        <a:p>
          <a:endParaRPr lang="en-US"/>
        </a:p>
      </dgm:t>
    </dgm:pt>
    <dgm:pt modelId="{60A05035-915D-40AE-81C8-1759D1728806}" type="pres">
      <dgm:prSet presAssocID="{77772129-7669-4C80-ABB7-8DF2BA71CE5A}" presName="Name0" presStyleCnt="0">
        <dgm:presLayoutVars>
          <dgm:chMax val="7"/>
          <dgm:resizeHandles val="exact"/>
        </dgm:presLayoutVars>
      </dgm:prSet>
      <dgm:spPr/>
    </dgm:pt>
    <dgm:pt modelId="{6FB87343-2392-427A-8D90-FB1C7D5DBC3E}" type="pres">
      <dgm:prSet presAssocID="{77772129-7669-4C80-ABB7-8DF2BA71CE5A}" presName="comp1" presStyleCnt="0"/>
      <dgm:spPr/>
    </dgm:pt>
    <dgm:pt modelId="{D46F37A1-D24A-4C8B-8983-867C944D0E07}" type="pres">
      <dgm:prSet presAssocID="{77772129-7669-4C80-ABB7-8DF2BA71CE5A}" presName="circle1" presStyleLbl="node1" presStyleIdx="0" presStyleCnt="4"/>
      <dgm:spPr/>
      <dgm:t>
        <a:bodyPr/>
        <a:lstStyle/>
        <a:p>
          <a:endParaRPr lang="en-US"/>
        </a:p>
      </dgm:t>
    </dgm:pt>
    <dgm:pt modelId="{6EB4CCE2-8981-454B-B550-4783EB0E1C9D}" type="pres">
      <dgm:prSet presAssocID="{77772129-7669-4C80-ABB7-8DF2BA71CE5A}" presName="c1text" presStyleLbl="node1" presStyleIdx="0" presStyleCnt="4">
        <dgm:presLayoutVars>
          <dgm:bulletEnabled val="1"/>
        </dgm:presLayoutVars>
      </dgm:prSet>
      <dgm:spPr/>
      <dgm:t>
        <a:bodyPr/>
        <a:lstStyle/>
        <a:p>
          <a:endParaRPr lang="en-US"/>
        </a:p>
      </dgm:t>
    </dgm:pt>
    <dgm:pt modelId="{357AB895-2BC7-45FC-8DC5-3B6C7B10B59E}" type="pres">
      <dgm:prSet presAssocID="{77772129-7669-4C80-ABB7-8DF2BA71CE5A}" presName="comp2" presStyleCnt="0"/>
      <dgm:spPr/>
    </dgm:pt>
    <dgm:pt modelId="{A360E35B-BF2A-4B8D-BD9B-C16E229CDB4E}" type="pres">
      <dgm:prSet presAssocID="{77772129-7669-4C80-ABB7-8DF2BA71CE5A}" presName="circle2" presStyleLbl="node1" presStyleIdx="1" presStyleCnt="4" custLinFactNeighborX="-858" custLinFactNeighborY="83"/>
      <dgm:spPr/>
      <dgm:t>
        <a:bodyPr/>
        <a:lstStyle/>
        <a:p>
          <a:endParaRPr lang="en-US"/>
        </a:p>
      </dgm:t>
    </dgm:pt>
    <dgm:pt modelId="{ECAE21A3-34FA-4DAF-A811-82E0F5A0B6B5}" type="pres">
      <dgm:prSet presAssocID="{77772129-7669-4C80-ABB7-8DF2BA71CE5A}" presName="c2text" presStyleLbl="node1" presStyleIdx="1" presStyleCnt="4">
        <dgm:presLayoutVars>
          <dgm:bulletEnabled val="1"/>
        </dgm:presLayoutVars>
      </dgm:prSet>
      <dgm:spPr/>
      <dgm:t>
        <a:bodyPr/>
        <a:lstStyle/>
        <a:p>
          <a:endParaRPr lang="en-US"/>
        </a:p>
      </dgm:t>
    </dgm:pt>
    <dgm:pt modelId="{62A6EFB7-7456-4308-985C-B38DB57A951D}" type="pres">
      <dgm:prSet presAssocID="{77772129-7669-4C80-ABB7-8DF2BA71CE5A}" presName="comp3" presStyleCnt="0"/>
      <dgm:spPr/>
    </dgm:pt>
    <dgm:pt modelId="{E21B6E55-FB3C-4851-8794-F254D4AC84C1}" type="pres">
      <dgm:prSet presAssocID="{77772129-7669-4C80-ABB7-8DF2BA71CE5A}" presName="circle3" presStyleLbl="node1" presStyleIdx="2" presStyleCnt="4" custLinFactNeighborX="503" custLinFactNeighborY="-2126"/>
      <dgm:spPr/>
      <dgm:t>
        <a:bodyPr/>
        <a:lstStyle/>
        <a:p>
          <a:endParaRPr lang="en-US"/>
        </a:p>
      </dgm:t>
    </dgm:pt>
    <dgm:pt modelId="{50BEF336-1CD3-43F0-81D4-781FFD7B10FF}" type="pres">
      <dgm:prSet presAssocID="{77772129-7669-4C80-ABB7-8DF2BA71CE5A}" presName="c3text" presStyleLbl="node1" presStyleIdx="2" presStyleCnt="4">
        <dgm:presLayoutVars>
          <dgm:bulletEnabled val="1"/>
        </dgm:presLayoutVars>
      </dgm:prSet>
      <dgm:spPr/>
      <dgm:t>
        <a:bodyPr/>
        <a:lstStyle/>
        <a:p>
          <a:endParaRPr lang="en-US"/>
        </a:p>
      </dgm:t>
    </dgm:pt>
    <dgm:pt modelId="{1BC7E6DC-4EBC-4DE1-A52C-54F168CE2CAE}" type="pres">
      <dgm:prSet presAssocID="{77772129-7669-4C80-ABB7-8DF2BA71CE5A}" presName="comp4" presStyleCnt="0"/>
      <dgm:spPr/>
    </dgm:pt>
    <dgm:pt modelId="{D96BC3EA-AA5B-4343-93C1-1771D197D7A3}" type="pres">
      <dgm:prSet presAssocID="{77772129-7669-4C80-ABB7-8DF2BA71CE5A}" presName="circle4" presStyleLbl="node1" presStyleIdx="3" presStyleCnt="4" custLinFactNeighborX="-429" custLinFactNeighborY="702"/>
      <dgm:spPr/>
      <dgm:t>
        <a:bodyPr/>
        <a:lstStyle/>
        <a:p>
          <a:endParaRPr lang="en-US"/>
        </a:p>
      </dgm:t>
    </dgm:pt>
    <dgm:pt modelId="{F3ACD56A-7230-411A-BC1C-4706177BE880}" type="pres">
      <dgm:prSet presAssocID="{77772129-7669-4C80-ABB7-8DF2BA71CE5A}" presName="c4text" presStyleLbl="node1" presStyleIdx="3" presStyleCnt="4">
        <dgm:presLayoutVars>
          <dgm:bulletEnabled val="1"/>
        </dgm:presLayoutVars>
      </dgm:prSet>
      <dgm:spPr/>
      <dgm:t>
        <a:bodyPr/>
        <a:lstStyle/>
        <a:p>
          <a:endParaRPr lang="en-US"/>
        </a:p>
      </dgm:t>
    </dgm:pt>
  </dgm:ptLst>
  <dgm:cxnLst>
    <dgm:cxn modelId="{5B6FA059-7BDC-4EE7-ABC1-8EBF3C46BD96}" type="presOf" srcId="{A71FB558-59A6-45CA-BFE6-67AB8F7A2EF3}" destId="{D46F37A1-D24A-4C8B-8983-867C944D0E07}" srcOrd="0" destOrd="0" presId="urn:microsoft.com/office/officeart/2005/8/layout/venn2"/>
    <dgm:cxn modelId="{40ED111F-48F6-45D5-90EB-9C2F1811D515}" type="presOf" srcId="{A71FB558-59A6-45CA-BFE6-67AB8F7A2EF3}" destId="{6EB4CCE2-8981-454B-B550-4783EB0E1C9D}" srcOrd="1" destOrd="0" presId="urn:microsoft.com/office/officeart/2005/8/layout/venn2"/>
    <dgm:cxn modelId="{C022CF0F-80D4-48C4-98A2-87C09CD423A0}" type="presOf" srcId="{77772129-7669-4C80-ABB7-8DF2BA71CE5A}" destId="{60A05035-915D-40AE-81C8-1759D1728806}" srcOrd="0" destOrd="0" presId="urn:microsoft.com/office/officeart/2005/8/layout/venn2"/>
    <dgm:cxn modelId="{E818486A-06EC-4401-B62A-27A132DEA218}" type="presOf" srcId="{6B0A3ACE-1E90-4D7E-A274-91A0BA843B43}" destId="{ECAE21A3-34FA-4DAF-A811-82E0F5A0B6B5}" srcOrd="1" destOrd="0" presId="urn:microsoft.com/office/officeart/2005/8/layout/venn2"/>
    <dgm:cxn modelId="{5E5D6DDC-E8B0-4DDC-9032-5F0E42A9E175}" srcId="{77772129-7669-4C80-ABB7-8DF2BA71CE5A}" destId="{6B0A3ACE-1E90-4D7E-A274-91A0BA843B43}" srcOrd="1" destOrd="0" parTransId="{819A15DB-2CBD-4910-9B6C-F62B8B259A51}" sibTransId="{4125AC04-106D-48D0-ACD7-C3940F5017CA}"/>
    <dgm:cxn modelId="{B5071BEF-9178-4D04-A2E1-130AE8DEA00D}" type="presOf" srcId="{0E0C6BDB-F112-4066-B39D-67E0C7D035B5}" destId="{F3ACD56A-7230-411A-BC1C-4706177BE880}" srcOrd="1" destOrd="0" presId="urn:microsoft.com/office/officeart/2005/8/layout/venn2"/>
    <dgm:cxn modelId="{451CDAF4-8476-4431-8EAB-D0253C9B1055}" srcId="{77772129-7669-4C80-ABB7-8DF2BA71CE5A}" destId="{A71FB558-59A6-45CA-BFE6-67AB8F7A2EF3}" srcOrd="0" destOrd="0" parTransId="{BE73973F-2B4D-42ED-9B15-2EA35C66997B}" sibTransId="{0E793B85-A30A-4AB7-AED0-544C3D8BCB6A}"/>
    <dgm:cxn modelId="{2E178389-78AE-4670-AA8D-8097A54133D3}" type="presOf" srcId="{F0435987-F12D-4257-8218-B1C581B90BCD}" destId="{50BEF336-1CD3-43F0-81D4-781FFD7B10FF}" srcOrd="1" destOrd="0" presId="urn:microsoft.com/office/officeart/2005/8/layout/venn2"/>
    <dgm:cxn modelId="{47F4662D-3DB3-4421-A0EA-29E9D73E7B69}" srcId="{77772129-7669-4C80-ABB7-8DF2BA71CE5A}" destId="{0E0C6BDB-F112-4066-B39D-67E0C7D035B5}" srcOrd="3" destOrd="0" parTransId="{F0EC935B-1183-40C1-884A-40EDD1340ACF}" sibTransId="{AB12E6CD-E51F-4065-B7FB-2D23181210F2}"/>
    <dgm:cxn modelId="{2C01878B-B685-49FD-965C-877D9F5DD5F7}" type="presOf" srcId="{0E0C6BDB-F112-4066-B39D-67E0C7D035B5}" destId="{D96BC3EA-AA5B-4343-93C1-1771D197D7A3}" srcOrd="0" destOrd="0" presId="urn:microsoft.com/office/officeart/2005/8/layout/venn2"/>
    <dgm:cxn modelId="{92180E95-7E93-4C31-8F00-5F1206559C59}" type="presOf" srcId="{6B0A3ACE-1E90-4D7E-A274-91A0BA843B43}" destId="{A360E35B-BF2A-4B8D-BD9B-C16E229CDB4E}" srcOrd="0" destOrd="0" presId="urn:microsoft.com/office/officeart/2005/8/layout/venn2"/>
    <dgm:cxn modelId="{F1F049CE-4AD2-40AE-A732-DCBC81837B3B}" srcId="{77772129-7669-4C80-ABB7-8DF2BA71CE5A}" destId="{F0435987-F12D-4257-8218-B1C581B90BCD}" srcOrd="2" destOrd="0" parTransId="{3012E5FC-A576-4BE4-B77A-2D37ED97FABF}" sibTransId="{ED55931C-674B-4A26-A835-147EB8B6601A}"/>
    <dgm:cxn modelId="{5C5CA7B8-9E88-4321-9346-66405E6FBABE}" type="presOf" srcId="{F0435987-F12D-4257-8218-B1C581B90BCD}" destId="{E21B6E55-FB3C-4851-8794-F254D4AC84C1}" srcOrd="0" destOrd="0" presId="urn:microsoft.com/office/officeart/2005/8/layout/venn2"/>
    <dgm:cxn modelId="{24439B6F-1404-4D93-9C9F-3DC2A40602AE}" type="presParOf" srcId="{60A05035-915D-40AE-81C8-1759D1728806}" destId="{6FB87343-2392-427A-8D90-FB1C7D5DBC3E}" srcOrd="0" destOrd="0" presId="urn:microsoft.com/office/officeart/2005/8/layout/venn2"/>
    <dgm:cxn modelId="{3BF65B0C-A6B7-4173-850A-589B01857F07}" type="presParOf" srcId="{6FB87343-2392-427A-8D90-FB1C7D5DBC3E}" destId="{D46F37A1-D24A-4C8B-8983-867C944D0E07}" srcOrd="0" destOrd="0" presId="urn:microsoft.com/office/officeart/2005/8/layout/venn2"/>
    <dgm:cxn modelId="{CD36992B-23F8-4B72-BDCC-D4D600CAA438}" type="presParOf" srcId="{6FB87343-2392-427A-8D90-FB1C7D5DBC3E}" destId="{6EB4CCE2-8981-454B-B550-4783EB0E1C9D}" srcOrd="1" destOrd="0" presId="urn:microsoft.com/office/officeart/2005/8/layout/venn2"/>
    <dgm:cxn modelId="{E5C44491-100D-4835-92C4-7BFE9DB2217C}" type="presParOf" srcId="{60A05035-915D-40AE-81C8-1759D1728806}" destId="{357AB895-2BC7-45FC-8DC5-3B6C7B10B59E}" srcOrd="1" destOrd="0" presId="urn:microsoft.com/office/officeart/2005/8/layout/venn2"/>
    <dgm:cxn modelId="{350FFF54-CD14-4DC4-B253-6324642C43ED}" type="presParOf" srcId="{357AB895-2BC7-45FC-8DC5-3B6C7B10B59E}" destId="{A360E35B-BF2A-4B8D-BD9B-C16E229CDB4E}" srcOrd="0" destOrd="0" presId="urn:microsoft.com/office/officeart/2005/8/layout/venn2"/>
    <dgm:cxn modelId="{968AA698-0B9B-4BD8-87F1-64E75E4148D7}" type="presParOf" srcId="{357AB895-2BC7-45FC-8DC5-3B6C7B10B59E}" destId="{ECAE21A3-34FA-4DAF-A811-82E0F5A0B6B5}" srcOrd="1" destOrd="0" presId="urn:microsoft.com/office/officeart/2005/8/layout/venn2"/>
    <dgm:cxn modelId="{CB906249-5E22-4EB2-82C0-041BA1B75C23}" type="presParOf" srcId="{60A05035-915D-40AE-81C8-1759D1728806}" destId="{62A6EFB7-7456-4308-985C-B38DB57A951D}" srcOrd="2" destOrd="0" presId="urn:microsoft.com/office/officeart/2005/8/layout/venn2"/>
    <dgm:cxn modelId="{A2277B05-74EC-4841-AA13-4B09F4CD95E7}" type="presParOf" srcId="{62A6EFB7-7456-4308-985C-B38DB57A951D}" destId="{E21B6E55-FB3C-4851-8794-F254D4AC84C1}" srcOrd="0" destOrd="0" presId="urn:microsoft.com/office/officeart/2005/8/layout/venn2"/>
    <dgm:cxn modelId="{810C662F-1C8B-416D-B90B-0A0684BC76DB}" type="presParOf" srcId="{62A6EFB7-7456-4308-985C-B38DB57A951D}" destId="{50BEF336-1CD3-43F0-81D4-781FFD7B10FF}" srcOrd="1" destOrd="0" presId="urn:microsoft.com/office/officeart/2005/8/layout/venn2"/>
    <dgm:cxn modelId="{AC29655B-3A37-425E-93D2-BF4CC070BA7B}" type="presParOf" srcId="{60A05035-915D-40AE-81C8-1759D1728806}" destId="{1BC7E6DC-4EBC-4DE1-A52C-54F168CE2CAE}" srcOrd="3" destOrd="0" presId="urn:microsoft.com/office/officeart/2005/8/layout/venn2"/>
    <dgm:cxn modelId="{F3A7F3B8-FF04-4BDB-A285-7E74C3F54EB2}" type="presParOf" srcId="{1BC7E6DC-4EBC-4DE1-A52C-54F168CE2CAE}" destId="{D96BC3EA-AA5B-4343-93C1-1771D197D7A3}" srcOrd="0" destOrd="0" presId="urn:microsoft.com/office/officeart/2005/8/layout/venn2"/>
    <dgm:cxn modelId="{D0440B4B-F1A8-4323-B802-FEABCB8CD4F9}" type="presParOf" srcId="{1BC7E6DC-4EBC-4DE1-A52C-54F168CE2CAE}" destId="{F3ACD56A-7230-411A-BC1C-4706177BE880}" srcOrd="1" destOrd="0" presId="urn:microsoft.com/office/officeart/2005/8/layout/venn2"/>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6F37A1-D24A-4C8B-8983-867C944D0E07}">
      <dsp:nvSpPr>
        <dsp:cNvPr id="0" name=""/>
        <dsp:cNvSpPr/>
      </dsp:nvSpPr>
      <dsp:spPr>
        <a:xfrm>
          <a:off x="1006830" y="0"/>
          <a:ext cx="4843177" cy="4843177"/>
        </a:xfrm>
        <a:prstGeom prst="ellipse">
          <a:avLst/>
        </a:prstGeom>
        <a:solidFill>
          <a:srgbClr val="00B050"/>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78232" tIns="78232" rIns="78232" bIns="78232" numCol="1" spcCol="1270" anchor="ctr" anchorCtr="0">
          <a:noAutofit/>
        </a:bodyPr>
        <a:lstStyle/>
        <a:p>
          <a:pPr lvl="0" algn="ctr" defTabSz="488950">
            <a:lnSpc>
              <a:spcPct val="90000"/>
            </a:lnSpc>
            <a:spcBef>
              <a:spcPct val="0"/>
            </a:spcBef>
            <a:spcAft>
              <a:spcPct val="35000"/>
            </a:spcAft>
          </a:pPr>
          <a:r>
            <a:rPr lang="en-US" sz="1100" kern="1200" dirty="0" smtClean="0"/>
            <a:t>Tuần 4:</a:t>
          </a:r>
        </a:p>
        <a:p>
          <a:pPr lvl="0" algn="ctr" defTabSz="488950">
            <a:lnSpc>
              <a:spcPct val="90000"/>
            </a:lnSpc>
            <a:spcBef>
              <a:spcPct val="0"/>
            </a:spcBef>
            <a:spcAft>
              <a:spcPct val="35000"/>
            </a:spcAft>
          </a:pPr>
          <a:r>
            <a:rPr lang="en-US" sz="1100" kern="1200" dirty="0" smtClean="0"/>
            <a:t>Làm slide và chỉnh sửa, chạy lại slide và game</a:t>
          </a:r>
          <a:endParaRPr lang="en-US" sz="1100" kern="1200" dirty="0"/>
        </a:p>
      </dsp:txBody>
      <dsp:txXfrm>
        <a:off x="2751343" y="242158"/>
        <a:ext cx="1354152" cy="726476"/>
      </dsp:txXfrm>
    </dsp:sp>
    <dsp:sp modelId="{A360E35B-BF2A-4B8D-BD9B-C16E229CDB4E}">
      <dsp:nvSpPr>
        <dsp:cNvPr id="0" name=""/>
        <dsp:cNvSpPr/>
      </dsp:nvSpPr>
      <dsp:spPr>
        <a:xfrm>
          <a:off x="1457905" y="968635"/>
          <a:ext cx="3874541" cy="3874541"/>
        </a:xfrm>
        <a:prstGeom prst="ellipse">
          <a:avLst/>
        </a:prstGeom>
        <a:solidFill>
          <a:srgbClr val="FFFF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en-US" sz="1200" kern="1200" dirty="0" smtClean="0">
              <a:solidFill>
                <a:schemeClr val="tx1"/>
              </a:solidFill>
            </a:rPr>
            <a:t>Tuần 3: </a:t>
          </a:r>
        </a:p>
        <a:p>
          <a:pPr lvl="0" algn="ctr" defTabSz="533400">
            <a:lnSpc>
              <a:spcPct val="90000"/>
            </a:lnSpc>
            <a:spcBef>
              <a:spcPct val="0"/>
            </a:spcBef>
            <a:spcAft>
              <a:spcPct val="35000"/>
            </a:spcAft>
          </a:pPr>
          <a:r>
            <a:rPr lang="en-US" sz="1200" kern="1200" dirty="0" smtClean="0">
              <a:solidFill>
                <a:schemeClr val="tx1"/>
              </a:solidFill>
            </a:rPr>
            <a:t>Hoàn chỉnh game  </a:t>
          </a:r>
          <a:endParaRPr lang="en-US" sz="1200" kern="1200" dirty="0">
            <a:solidFill>
              <a:schemeClr val="tx1"/>
            </a:solidFill>
          </a:endParaRPr>
        </a:p>
      </dsp:txBody>
      <dsp:txXfrm>
        <a:off x="2718099" y="1201107"/>
        <a:ext cx="1354152" cy="697417"/>
      </dsp:txXfrm>
    </dsp:sp>
    <dsp:sp modelId="{E21B6E55-FB3C-4851-8794-F254D4AC84C1}">
      <dsp:nvSpPr>
        <dsp:cNvPr id="0" name=""/>
        <dsp:cNvSpPr/>
      </dsp:nvSpPr>
      <dsp:spPr>
        <a:xfrm>
          <a:off x="1990083" y="1875491"/>
          <a:ext cx="2905906" cy="2905906"/>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en-US" sz="1200" kern="1200" dirty="0" smtClean="0">
              <a:solidFill>
                <a:schemeClr val="tx1"/>
              </a:solidFill>
            </a:rPr>
            <a:t>Tuần 2:</a:t>
          </a:r>
        </a:p>
        <a:p>
          <a:pPr lvl="0" algn="ctr" defTabSz="533400">
            <a:lnSpc>
              <a:spcPct val="90000"/>
            </a:lnSpc>
            <a:spcBef>
              <a:spcPct val="0"/>
            </a:spcBef>
            <a:spcAft>
              <a:spcPct val="35000"/>
            </a:spcAft>
          </a:pPr>
          <a:r>
            <a:rPr lang="en-US" sz="1200" kern="1200" dirty="0" smtClean="0">
              <a:solidFill>
                <a:schemeClr val="tx1"/>
              </a:solidFill>
            </a:rPr>
            <a:t>Làm code cho app</a:t>
          </a:r>
          <a:endParaRPr lang="en-US" sz="1200" kern="1200" dirty="0">
            <a:solidFill>
              <a:schemeClr val="tx1"/>
            </a:solidFill>
          </a:endParaRPr>
        </a:p>
      </dsp:txBody>
      <dsp:txXfrm>
        <a:off x="2765960" y="2093434"/>
        <a:ext cx="1354152" cy="653828"/>
      </dsp:txXfrm>
    </dsp:sp>
    <dsp:sp modelId="{D96BC3EA-AA5B-4343-93C1-1771D197D7A3}">
      <dsp:nvSpPr>
        <dsp:cNvPr id="0" name=""/>
        <dsp:cNvSpPr/>
      </dsp:nvSpPr>
      <dsp:spPr>
        <a:xfrm>
          <a:off x="2451473" y="2905906"/>
          <a:ext cx="1937270" cy="1937270"/>
        </a:xfrm>
        <a:prstGeom prst="ellipse">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lvl="0" algn="ctr" defTabSz="533400">
            <a:lnSpc>
              <a:spcPct val="90000"/>
            </a:lnSpc>
            <a:spcBef>
              <a:spcPct val="0"/>
            </a:spcBef>
            <a:spcAft>
              <a:spcPct val="35000"/>
            </a:spcAft>
          </a:pPr>
          <a:r>
            <a:rPr lang="en-US" sz="1200" kern="1200" dirty="0" smtClean="0">
              <a:solidFill>
                <a:schemeClr val="tx1"/>
              </a:solidFill>
            </a:rPr>
            <a:t>Tuần 1:</a:t>
          </a:r>
        </a:p>
        <a:p>
          <a:pPr lvl="0" algn="ctr" defTabSz="533400">
            <a:lnSpc>
              <a:spcPct val="90000"/>
            </a:lnSpc>
            <a:spcBef>
              <a:spcPct val="0"/>
            </a:spcBef>
            <a:spcAft>
              <a:spcPct val="35000"/>
            </a:spcAft>
          </a:pPr>
          <a:r>
            <a:rPr lang="en-US" sz="1200" kern="1200" dirty="0" smtClean="0">
              <a:solidFill>
                <a:schemeClr val="tx1"/>
              </a:solidFill>
            </a:rPr>
            <a:t>Làm giao diện cho app và những bài hát</a:t>
          </a:r>
          <a:endParaRPr lang="en-US" sz="1200" kern="1200" dirty="0">
            <a:solidFill>
              <a:schemeClr val="tx1"/>
            </a:solidFill>
          </a:endParaRPr>
        </a:p>
      </dsp:txBody>
      <dsp:txXfrm>
        <a:off x="2735179" y="3390223"/>
        <a:ext cx="1369857" cy="968635"/>
      </dsp:txXfrm>
    </dsp:sp>
  </dsp:spTree>
</dsp:drawing>
</file>

<file path=ppt/diagrams/layout1.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CF4A3-4738-39C7-6F6D-39A4BB3984D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47DF0C6-4209-C43E-D56B-FFB73961841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3533CEA-CD38-A231-C186-58B46C1C0136}"/>
              </a:ext>
            </a:extLst>
          </p:cNvPr>
          <p:cNvSpPr>
            <a:spLocks noGrp="1"/>
          </p:cNvSpPr>
          <p:nvPr>
            <p:ph type="dt" sz="half" idx="10"/>
          </p:nvPr>
        </p:nvSpPr>
        <p:spPr/>
        <p:txBody>
          <a:bodyPr/>
          <a:lstStyle/>
          <a:p>
            <a:fld id="{A32E457B-8ACB-4F61-9CA3-BFA1D6F932C5}" type="datetimeFigureOut">
              <a:rPr lang="en-IN" smtClean="0"/>
              <a:t>30-05-2025</a:t>
            </a:fld>
            <a:endParaRPr lang="en-IN"/>
          </a:p>
        </p:txBody>
      </p:sp>
      <p:sp>
        <p:nvSpPr>
          <p:cNvPr id="5" name="Footer Placeholder 4">
            <a:extLst>
              <a:ext uri="{FF2B5EF4-FFF2-40B4-BE49-F238E27FC236}">
                <a16:creationId xmlns:a16="http://schemas.microsoft.com/office/drawing/2014/main" id="{61AA86EE-014F-28FD-7CF4-310E6038DF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89C4B6-6611-D908-7AD4-F0D07323A7B5}"/>
              </a:ext>
            </a:extLst>
          </p:cNvPr>
          <p:cNvSpPr>
            <a:spLocks noGrp="1"/>
          </p:cNvSpPr>
          <p:nvPr>
            <p:ph type="sldNum" sz="quarter" idx="12"/>
          </p:nvPr>
        </p:nvSpPr>
        <p:spPr/>
        <p:txBody>
          <a:bodyPr/>
          <a:lstStyle/>
          <a:p>
            <a:fld id="{336DFEE8-03A6-43F7-8184-79995F4902F0}" type="slidenum">
              <a:rPr lang="en-IN" smtClean="0"/>
              <a:t>‹#›</a:t>
            </a:fld>
            <a:endParaRPr lang="en-IN"/>
          </a:p>
        </p:txBody>
      </p:sp>
    </p:spTree>
    <p:extLst>
      <p:ext uri="{BB962C8B-B14F-4D97-AF65-F5344CB8AC3E}">
        <p14:creationId xmlns:p14="http://schemas.microsoft.com/office/powerpoint/2010/main" val="160507780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87C3683E-9202-91EC-CBD8-16009D5302E5}"/>
              </a:ext>
            </a:extLst>
          </p:cNvPr>
          <p:cNvSpPr>
            <a:spLocks noGrp="1"/>
          </p:cNvSpPr>
          <p:nvPr>
            <p:ph type="pic" sz="quarter" idx="10"/>
          </p:nvPr>
        </p:nvSpPr>
        <p:spPr>
          <a:xfrm>
            <a:off x="863600" y="673100"/>
            <a:ext cx="4495800" cy="6870700"/>
          </a:xfrm>
          <a:custGeom>
            <a:avLst/>
            <a:gdLst>
              <a:gd name="connsiteX0" fmla="*/ 0 w 4495800"/>
              <a:gd name="connsiteY0" fmla="*/ 0 h 6870700"/>
              <a:gd name="connsiteX1" fmla="*/ 4495800 w 4495800"/>
              <a:gd name="connsiteY1" fmla="*/ 0 h 6870700"/>
              <a:gd name="connsiteX2" fmla="*/ 4495800 w 4495800"/>
              <a:gd name="connsiteY2" fmla="*/ 6870700 h 6870700"/>
              <a:gd name="connsiteX3" fmla="*/ 0 w 4495800"/>
              <a:gd name="connsiteY3" fmla="*/ 6870700 h 6870700"/>
            </a:gdLst>
            <a:ahLst/>
            <a:cxnLst>
              <a:cxn ang="0">
                <a:pos x="connsiteX0" y="connsiteY0"/>
              </a:cxn>
              <a:cxn ang="0">
                <a:pos x="connsiteX1" y="connsiteY1"/>
              </a:cxn>
              <a:cxn ang="0">
                <a:pos x="connsiteX2" y="connsiteY2"/>
              </a:cxn>
              <a:cxn ang="0">
                <a:pos x="connsiteX3" y="connsiteY3"/>
              </a:cxn>
            </a:cxnLst>
            <a:rect l="l" t="t" r="r" b="b"/>
            <a:pathLst>
              <a:path w="4495800" h="6870700">
                <a:moveTo>
                  <a:pt x="0" y="0"/>
                </a:moveTo>
                <a:lnTo>
                  <a:pt x="4495800" y="0"/>
                </a:lnTo>
                <a:lnTo>
                  <a:pt x="4495800" y="6870700"/>
                </a:lnTo>
                <a:lnTo>
                  <a:pt x="0" y="6870700"/>
                </a:lnTo>
                <a:close/>
              </a:path>
            </a:pathLst>
          </a:custGeom>
        </p:spPr>
        <p:txBody>
          <a:bodyPr wrap="square">
            <a:noAutofit/>
          </a:bodyPr>
          <a:lstStyle/>
          <a:p>
            <a:endParaRPr lang="en-IN"/>
          </a:p>
        </p:txBody>
      </p:sp>
    </p:spTree>
    <p:extLst>
      <p:ext uri="{BB962C8B-B14F-4D97-AF65-F5344CB8AC3E}">
        <p14:creationId xmlns:p14="http://schemas.microsoft.com/office/powerpoint/2010/main" val="32318193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279A781-48D8-B6DD-617F-55D373D532BA}"/>
              </a:ext>
            </a:extLst>
          </p:cNvPr>
          <p:cNvSpPr>
            <a:spLocks noGrp="1"/>
          </p:cNvSpPr>
          <p:nvPr>
            <p:ph type="pic" sz="quarter" idx="10"/>
          </p:nvPr>
        </p:nvSpPr>
        <p:spPr>
          <a:xfrm>
            <a:off x="3273896" y="1162071"/>
            <a:ext cx="1406053" cy="1406053"/>
          </a:xfrm>
          <a:custGeom>
            <a:avLst/>
            <a:gdLst>
              <a:gd name="connsiteX0" fmla="*/ 69951 w 1406053"/>
              <a:gd name="connsiteY0" fmla="*/ 0 h 1406053"/>
              <a:gd name="connsiteX1" fmla="*/ 1336102 w 1406053"/>
              <a:gd name="connsiteY1" fmla="*/ 0 h 1406053"/>
              <a:gd name="connsiteX2" fmla="*/ 1406053 w 1406053"/>
              <a:gd name="connsiteY2" fmla="*/ 69951 h 1406053"/>
              <a:gd name="connsiteX3" fmla="*/ 1406053 w 1406053"/>
              <a:gd name="connsiteY3" fmla="*/ 1336102 h 1406053"/>
              <a:gd name="connsiteX4" fmla="*/ 1336102 w 1406053"/>
              <a:gd name="connsiteY4" fmla="*/ 1406053 h 1406053"/>
              <a:gd name="connsiteX5" fmla="*/ 69951 w 1406053"/>
              <a:gd name="connsiteY5" fmla="*/ 1406053 h 1406053"/>
              <a:gd name="connsiteX6" fmla="*/ 0 w 1406053"/>
              <a:gd name="connsiteY6" fmla="*/ 1336102 h 1406053"/>
              <a:gd name="connsiteX7" fmla="*/ 0 w 1406053"/>
              <a:gd name="connsiteY7" fmla="*/ 69951 h 1406053"/>
              <a:gd name="connsiteX8" fmla="*/ 69951 w 1406053"/>
              <a:gd name="connsiteY8" fmla="*/ 0 h 1406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406053" h="1406053">
                <a:moveTo>
                  <a:pt x="69951" y="0"/>
                </a:moveTo>
                <a:lnTo>
                  <a:pt x="1336102" y="0"/>
                </a:lnTo>
                <a:cubicBezTo>
                  <a:pt x="1374735" y="0"/>
                  <a:pt x="1406053" y="31318"/>
                  <a:pt x="1406053" y="69951"/>
                </a:cubicBezTo>
                <a:lnTo>
                  <a:pt x="1406053" y="1336102"/>
                </a:lnTo>
                <a:cubicBezTo>
                  <a:pt x="1406053" y="1374735"/>
                  <a:pt x="1374735" y="1406053"/>
                  <a:pt x="1336102" y="1406053"/>
                </a:cubicBezTo>
                <a:lnTo>
                  <a:pt x="69951" y="1406053"/>
                </a:lnTo>
                <a:cubicBezTo>
                  <a:pt x="31318" y="1406053"/>
                  <a:pt x="0" y="1374735"/>
                  <a:pt x="0" y="1336102"/>
                </a:cubicBezTo>
                <a:lnTo>
                  <a:pt x="0" y="69951"/>
                </a:lnTo>
                <a:cubicBezTo>
                  <a:pt x="0" y="31318"/>
                  <a:pt x="31318" y="0"/>
                  <a:pt x="69951" y="0"/>
                </a:cubicBezTo>
                <a:close/>
              </a:path>
            </a:pathLst>
          </a:custGeom>
        </p:spPr>
        <p:txBody>
          <a:bodyPr wrap="square">
            <a:noAutofit/>
          </a:bodyPr>
          <a:lstStyle/>
          <a:p>
            <a:endParaRPr lang="en-IN"/>
          </a:p>
        </p:txBody>
      </p:sp>
    </p:spTree>
    <p:extLst>
      <p:ext uri="{BB962C8B-B14F-4D97-AF65-F5344CB8AC3E}">
        <p14:creationId xmlns:p14="http://schemas.microsoft.com/office/powerpoint/2010/main" val="331991650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AA6AD98A-94BA-8601-0605-196AA39800B1}"/>
              </a:ext>
            </a:extLst>
          </p:cNvPr>
          <p:cNvSpPr>
            <a:spLocks noGrp="1"/>
          </p:cNvSpPr>
          <p:nvPr>
            <p:ph type="pic" sz="quarter" idx="10"/>
          </p:nvPr>
        </p:nvSpPr>
        <p:spPr>
          <a:xfrm>
            <a:off x="3478209" y="3102280"/>
            <a:ext cx="1524118" cy="1524118"/>
          </a:xfrm>
          <a:custGeom>
            <a:avLst/>
            <a:gdLst>
              <a:gd name="connsiteX0" fmla="*/ 762059 w 1524118"/>
              <a:gd name="connsiteY0" fmla="*/ 0 h 1524118"/>
              <a:gd name="connsiteX1" fmla="*/ 1524118 w 1524118"/>
              <a:gd name="connsiteY1" fmla="*/ 762059 h 1524118"/>
              <a:gd name="connsiteX2" fmla="*/ 762059 w 1524118"/>
              <a:gd name="connsiteY2" fmla="*/ 1524118 h 1524118"/>
              <a:gd name="connsiteX3" fmla="*/ 0 w 1524118"/>
              <a:gd name="connsiteY3" fmla="*/ 762059 h 1524118"/>
              <a:gd name="connsiteX4" fmla="*/ 762059 w 1524118"/>
              <a:gd name="connsiteY4" fmla="*/ 0 h 1524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118" h="1524118">
                <a:moveTo>
                  <a:pt x="762059" y="0"/>
                </a:moveTo>
                <a:cubicBezTo>
                  <a:pt x="1182933" y="0"/>
                  <a:pt x="1524118" y="341185"/>
                  <a:pt x="1524118" y="762059"/>
                </a:cubicBezTo>
                <a:cubicBezTo>
                  <a:pt x="1524118" y="1182933"/>
                  <a:pt x="1182933" y="1524118"/>
                  <a:pt x="762059" y="1524118"/>
                </a:cubicBezTo>
                <a:cubicBezTo>
                  <a:pt x="341185" y="1524118"/>
                  <a:pt x="0" y="1182933"/>
                  <a:pt x="0" y="762059"/>
                </a:cubicBezTo>
                <a:cubicBezTo>
                  <a:pt x="0" y="341185"/>
                  <a:pt x="341185" y="0"/>
                  <a:pt x="762059" y="0"/>
                </a:cubicBezTo>
                <a:close/>
              </a:path>
            </a:pathLst>
          </a:custGeom>
        </p:spPr>
        <p:txBody>
          <a:bodyPr wrap="square">
            <a:noAutofit/>
          </a:bodyPr>
          <a:lstStyle/>
          <a:p>
            <a:endParaRPr lang="en-IN"/>
          </a:p>
        </p:txBody>
      </p:sp>
      <p:sp>
        <p:nvSpPr>
          <p:cNvPr id="16" name="Picture Placeholder 15">
            <a:extLst>
              <a:ext uri="{FF2B5EF4-FFF2-40B4-BE49-F238E27FC236}">
                <a16:creationId xmlns:a16="http://schemas.microsoft.com/office/drawing/2014/main" id="{3E153428-B1E3-D072-602C-C6D275598020}"/>
              </a:ext>
            </a:extLst>
          </p:cNvPr>
          <p:cNvSpPr>
            <a:spLocks noGrp="1"/>
          </p:cNvSpPr>
          <p:nvPr>
            <p:ph type="pic" sz="quarter" idx="11"/>
          </p:nvPr>
        </p:nvSpPr>
        <p:spPr>
          <a:xfrm>
            <a:off x="5673569" y="3102280"/>
            <a:ext cx="1524118" cy="1524118"/>
          </a:xfrm>
          <a:custGeom>
            <a:avLst/>
            <a:gdLst>
              <a:gd name="connsiteX0" fmla="*/ 762059 w 1524118"/>
              <a:gd name="connsiteY0" fmla="*/ 0 h 1524118"/>
              <a:gd name="connsiteX1" fmla="*/ 1524118 w 1524118"/>
              <a:gd name="connsiteY1" fmla="*/ 762059 h 1524118"/>
              <a:gd name="connsiteX2" fmla="*/ 762059 w 1524118"/>
              <a:gd name="connsiteY2" fmla="*/ 1524118 h 1524118"/>
              <a:gd name="connsiteX3" fmla="*/ 0 w 1524118"/>
              <a:gd name="connsiteY3" fmla="*/ 762059 h 1524118"/>
              <a:gd name="connsiteX4" fmla="*/ 762059 w 1524118"/>
              <a:gd name="connsiteY4" fmla="*/ 0 h 1524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118" h="1524118">
                <a:moveTo>
                  <a:pt x="762059" y="0"/>
                </a:moveTo>
                <a:cubicBezTo>
                  <a:pt x="1182933" y="0"/>
                  <a:pt x="1524118" y="341185"/>
                  <a:pt x="1524118" y="762059"/>
                </a:cubicBezTo>
                <a:cubicBezTo>
                  <a:pt x="1524118" y="1182933"/>
                  <a:pt x="1182933" y="1524118"/>
                  <a:pt x="762059" y="1524118"/>
                </a:cubicBezTo>
                <a:cubicBezTo>
                  <a:pt x="341185" y="1524118"/>
                  <a:pt x="0" y="1182933"/>
                  <a:pt x="0" y="762059"/>
                </a:cubicBezTo>
                <a:cubicBezTo>
                  <a:pt x="0" y="341185"/>
                  <a:pt x="341185" y="0"/>
                  <a:pt x="762059" y="0"/>
                </a:cubicBezTo>
                <a:close/>
              </a:path>
            </a:pathLst>
          </a:custGeom>
        </p:spPr>
        <p:txBody>
          <a:bodyPr wrap="square">
            <a:noAutofit/>
          </a:bodyPr>
          <a:lstStyle/>
          <a:p>
            <a:endParaRPr lang="en-IN"/>
          </a:p>
        </p:txBody>
      </p:sp>
      <p:sp>
        <p:nvSpPr>
          <p:cNvPr id="19" name="Picture Placeholder 18">
            <a:extLst>
              <a:ext uri="{FF2B5EF4-FFF2-40B4-BE49-F238E27FC236}">
                <a16:creationId xmlns:a16="http://schemas.microsoft.com/office/drawing/2014/main" id="{6BE458EE-95D6-C5D2-24C6-D7E700AC3E86}"/>
              </a:ext>
            </a:extLst>
          </p:cNvPr>
          <p:cNvSpPr>
            <a:spLocks noGrp="1"/>
          </p:cNvSpPr>
          <p:nvPr>
            <p:ph type="pic" sz="quarter" idx="12"/>
          </p:nvPr>
        </p:nvSpPr>
        <p:spPr>
          <a:xfrm>
            <a:off x="7868929" y="3102280"/>
            <a:ext cx="1524118" cy="1524118"/>
          </a:xfrm>
          <a:custGeom>
            <a:avLst/>
            <a:gdLst>
              <a:gd name="connsiteX0" fmla="*/ 762059 w 1524118"/>
              <a:gd name="connsiteY0" fmla="*/ 0 h 1524118"/>
              <a:gd name="connsiteX1" fmla="*/ 1524118 w 1524118"/>
              <a:gd name="connsiteY1" fmla="*/ 762059 h 1524118"/>
              <a:gd name="connsiteX2" fmla="*/ 762059 w 1524118"/>
              <a:gd name="connsiteY2" fmla="*/ 1524118 h 1524118"/>
              <a:gd name="connsiteX3" fmla="*/ 0 w 1524118"/>
              <a:gd name="connsiteY3" fmla="*/ 762059 h 1524118"/>
              <a:gd name="connsiteX4" fmla="*/ 762059 w 1524118"/>
              <a:gd name="connsiteY4" fmla="*/ 0 h 1524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118" h="1524118">
                <a:moveTo>
                  <a:pt x="762059" y="0"/>
                </a:moveTo>
                <a:cubicBezTo>
                  <a:pt x="1182933" y="0"/>
                  <a:pt x="1524118" y="341185"/>
                  <a:pt x="1524118" y="762059"/>
                </a:cubicBezTo>
                <a:cubicBezTo>
                  <a:pt x="1524118" y="1182933"/>
                  <a:pt x="1182933" y="1524118"/>
                  <a:pt x="762059" y="1524118"/>
                </a:cubicBezTo>
                <a:cubicBezTo>
                  <a:pt x="341185" y="1524118"/>
                  <a:pt x="0" y="1182933"/>
                  <a:pt x="0" y="762059"/>
                </a:cubicBezTo>
                <a:cubicBezTo>
                  <a:pt x="0" y="341185"/>
                  <a:pt x="341185" y="0"/>
                  <a:pt x="762059" y="0"/>
                </a:cubicBezTo>
                <a:close/>
              </a:path>
            </a:pathLst>
          </a:custGeom>
        </p:spPr>
        <p:txBody>
          <a:bodyPr wrap="square">
            <a:noAutofit/>
          </a:bodyPr>
          <a:lstStyle/>
          <a:p>
            <a:endParaRPr lang="en-IN"/>
          </a:p>
        </p:txBody>
      </p:sp>
      <p:sp>
        <p:nvSpPr>
          <p:cNvPr id="22" name="Picture Placeholder 21">
            <a:extLst>
              <a:ext uri="{FF2B5EF4-FFF2-40B4-BE49-F238E27FC236}">
                <a16:creationId xmlns:a16="http://schemas.microsoft.com/office/drawing/2014/main" id="{3790EFBF-A14B-B61E-B728-9CFF840B09BA}"/>
              </a:ext>
            </a:extLst>
          </p:cNvPr>
          <p:cNvSpPr>
            <a:spLocks noGrp="1"/>
          </p:cNvSpPr>
          <p:nvPr>
            <p:ph type="pic" sz="quarter" idx="13"/>
          </p:nvPr>
        </p:nvSpPr>
        <p:spPr>
          <a:xfrm>
            <a:off x="10064288" y="3102280"/>
            <a:ext cx="1524118" cy="1524118"/>
          </a:xfrm>
          <a:custGeom>
            <a:avLst/>
            <a:gdLst>
              <a:gd name="connsiteX0" fmla="*/ 762059 w 1524118"/>
              <a:gd name="connsiteY0" fmla="*/ 0 h 1524118"/>
              <a:gd name="connsiteX1" fmla="*/ 1524118 w 1524118"/>
              <a:gd name="connsiteY1" fmla="*/ 762059 h 1524118"/>
              <a:gd name="connsiteX2" fmla="*/ 762059 w 1524118"/>
              <a:gd name="connsiteY2" fmla="*/ 1524118 h 1524118"/>
              <a:gd name="connsiteX3" fmla="*/ 0 w 1524118"/>
              <a:gd name="connsiteY3" fmla="*/ 762059 h 1524118"/>
              <a:gd name="connsiteX4" fmla="*/ 762059 w 1524118"/>
              <a:gd name="connsiteY4" fmla="*/ 0 h 15241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118" h="1524118">
                <a:moveTo>
                  <a:pt x="762059" y="0"/>
                </a:moveTo>
                <a:cubicBezTo>
                  <a:pt x="1182933" y="0"/>
                  <a:pt x="1524118" y="341185"/>
                  <a:pt x="1524118" y="762059"/>
                </a:cubicBezTo>
                <a:cubicBezTo>
                  <a:pt x="1524118" y="1182933"/>
                  <a:pt x="1182933" y="1524118"/>
                  <a:pt x="762059" y="1524118"/>
                </a:cubicBezTo>
                <a:cubicBezTo>
                  <a:pt x="341185" y="1524118"/>
                  <a:pt x="0" y="1182933"/>
                  <a:pt x="0" y="762059"/>
                </a:cubicBezTo>
                <a:cubicBezTo>
                  <a:pt x="0" y="341185"/>
                  <a:pt x="341185" y="0"/>
                  <a:pt x="762059" y="0"/>
                </a:cubicBezTo>
                <a:close/>
              </a:path>
            </a:pathLst>
          </a:custGeom>
        </p:spPr>
        <p:txBody>
          <a:bodyPr wrap="square">
            <a:noAutofit/>
          </a:bodyPr>
          <a:lstStyle/>
          <a:p>
            <a:endParaRPr lang="en-IN"/>
          </a:p>
        </p:txBody>
      </p:sp>
    </p:spTree>
    <p:extLst>
      <p:ext uri="{BB962C8B-B14F-4D97-AF65-F5344CB8AC3E}">
        <p14:creationId xmlns:p14="http://schemas.microsoft.com/office/powerpoint/2010/main" val="372580261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D9A885-9A06-A8DE-57E8-8204BFD4725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859467-A1CF-D0A1-1BA3-2D9C08BA0F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C757E6-9AA2-F3F1-32FC-C299E797001D}"/>
              </a:ext>
            </a:extLst>
          </p:cNvPr>
          <p:cNvSpPr>
            <a:spLocks noGrp="1"/>
          </p:cNvSpPr>
          <p:nvPr>
            <p:ph type="dt" sz="half" idx="10"/>
          </p:nvPr>
        </p:nvSpPr>
        <p:spPr/>
        <p:txBody>
          <a:bodyPr/>
          <a:lstStyle/>
          <a:p>
            <a:fld id="{A32E457B-8ACB-4F61-9CA3-BFA1D6F932C5}" type="datetimeFigureOut">
              <a:rPr lang="en-IN" smtClean="0"/>
              <a:t>30-05-2025</a:t>
            </a:fld>
            <a:endParaRPr lang="en-IN"/>
          </a:p>
        </p:txBody>
      </p:sp>
      <p:sp>
        <p:nvSpPr>
          <p:cNvPr id="5" name="Footer Placeholder 4">
            <a:extLst>
              <a:ext uri="{FF2B5EF4-FFF2-40B4-BE49-F238E27FC236}">
                <a16:creationId xmlns:a16="http://schemas.microsoft.com/office/drawing/2014/main" id="{D56C9775-937A-DC3A-2D6D-8729C879986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2EEB8F4-49B2-C08A-BFBC-A1D0A8398656}"/>
              </a:ext>
            </a:extLst>
          </p:cNvPr>
          <p:cNvSpPr>
            <a:spLocks noGrp="1"/>
          </p:cNvSpPr>
          <p:nvPr>
            <p:ph type="sldNum" sz="quarter" idx="12"/>
          </p:nvPr>
        </p:nvSpPr>
        <p:spPr/>
        <p:txBody>
          <a:bodyPr/>
          <a:lstStyle/>
          <a:p>
            <a:fld id="{336DFEE8-03A6-43F7-8184-79995F4902F0}" type="slidenum">
              <a:rPr lang="en-IN" smtClean="0"/>
              <a:t>‹#›</a:t>
            </a:fld>
            <a:endParaRPr lang="en-IN"/>
          </a:p>
        </p:txBody>
      </p:sp>
    </p:spTree>
    <p:extLst>
      <p:ext uri="{BB962C8B-B14F-4D97-AF65-F5344CB8AC3E}">
        <p14:creationId xmlns:p14="http://schemas.microsoft.com/office/powerpoint/2010/main" val="4009449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A6C48-C987-38BA-0E90-578065EB72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A87CC50-35AE-6963-D4D0-2BF79FA4132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1DF1F8D-DD0E-84BB-0021-EFAD2E57D654}"/>
              </a:ext>
            </a:extLst>
          </p:cNvPr>
          <p:cNvSpPr>
            <a:spLocks noGrp="1"/>
          </p:cNvSpPr>
          <p:nvPr>
            <p:ph type="dt" sz="half" idx="10"/>
          </p:nvPr>
        </p:nvSpPr>
        <p:spPr/>
        <p:txBody>
          <a:bodyPr/>
          <a:lstStyle/>
          <a:p>
            <a:fld id="{A32E457B-8ACB-4F61-9CA3-BFA1D6F932C5}" type="datetimeFigureOut">
              <a:rPr lang="en-IN" smtClean="0"/>
              <a:t>30-05-2025</a:t>
            </a:fld>
            <a:endParaRPr lang="en-IN"/>
          </a:p>
        </p:txBody>
      </p:sp>
      <p:sp>
        <p:nvSpPr>
          <p:cNvPr id="5" name="Footer Placeholder 4">
            <a:extLst>
              <a:ext uri="{FF2B5EF4-FFF2-40B4-BE49-F238E27FC236}">
                <a16:creationId xmlns:a16="http://schemas.microsoft.com/office/drawing/2014/main" id="{7EC163B6-9A48-F9F5-B67B-433383966B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C7A708A-BC70-5D41-5AA4-06F8F4801EEF}"/>
              </a:ext>
            </a:extLst>
          </p:cNvPr>
          <p:cNvSpPr>
            <a:spLocks noGrp="1"/>
          </p:cNvSpPr>
          <p:nvPr>
            <p:ph type="sldNum" sz="quarter" idx="12"/>
          </p:nvPr>
        </p:nvSpPr>
        <p:spPr/>
        <p:txBody>
          <a:bodyPr/>
          <a:lstStyle/>
          <a:p>
            <a:fld id="{336DFEE8-03A6-43F7-8184-79995F4902F0}" type="slidenum">
              <a:rPr lang="en-IN" smtClean="0"/>
              <a:t>‹#›</a:t>
            </a:fld>
            <a:endParaRPr lang="en-IN"/>
          </a:p>
        </p:txBody>
      </p:sp>
    </p:spTree>
    <p:extLst>
      <p:ext uri="{BB962C8B-B14F-4D97-AF65-F5344CB8AC3E}">
        <p14:creationId xmlns:p14="http://schemas.microsoft.com/office/powerpoint/2010/main" val="165447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4E8764-0FBC-68BB-5B89-B0DA8B67B91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A8E6B6-58BF-CC6F-323C-0A288ACAB9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6669224-4E6C-B58A-CA01-E681BB1B5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266BEE1E-A6DF-0099-61FE-4D08414709D6}"/>
              </a:ext>
            </a:extLst>
          </p:cNvPr>
          <p:cNvSpPr>
            <a:spLocks noGrp="1"/>
          </p:cNvSpPr>
          <p:nvPr>
            <p:ph type="dt" sz="half" idx="10"/>
          </p:nvPr>
        </p:nvSpPr>
        <p:spPr/>
        <p:txBody>
          <a:bodyPr/>
          <a:lstStyle/>
          <a:p>
            <a:fld id="{A32E457B-8ACB-4F61-9CA3-BFA1D6F932C5}" type="datetimeFigureOut">
              <a:rPr lang="en-IN" smtClean="0"/>
              <a:t>30-05-2025</a:t>
            </a:fld>
            <a:endParaRPr lang="en-IN"/>
          </a:p>
        </p:txBody>
      </p:sp>
      <p:sp>
        <p:nvSpPr>
          <p:cNvPr id="6" name="Footer Placeholder 5">
            <a:extLst>
              <a:ext uri="{FF2B5EF4-FFF2-40B4-BE49-F238E27FC236}">
                <a16:creationId xmlns:a16="http://schemas.microsoft.com/office/drawing/2014/main" id="{C35B82A4-5509-E162-65A4-5A011A59236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CB0A6B-FB45-0F63-BE40-3816DA5DA1B8}"/>
              </a:ext>
            </a:extLst>
          </p:cNvPr>
          <p:cNvSpPr>
            <a:spLocks noGrp="1"/>
          </p:cNvSpPr>
          <p:nvPr>
            <p:ph type="sldNum" sz="quarter" idx="12"/>
          </p:nvPr>
        </p:nvSpPr>
        <p:spPr/>
        <p:txBody>
          <a:bodyPr/>
          <a:lstStyle/>
          <a:p>
            <a:fld id="{336DFEE8-03A6-43F7-8184-79995F4902F0}" type="slidenum">
              <a:rPr lang="en-IN" smtClean="0"/>
              <a:t>‹#›</a:t>
            </a:fld>
            <a:endParaRPr lang="en-IN"/>
          </a:p>
        </p:txBody>
      </p:sp>
    </p:spTree>
    <p:extLst>
      <p:ext uri="{BB962C8B-B14F-4D97-AF65-F5344CB8AC3E}">
        <p14:creationId xmlns:p14="http://schemas.microsoft.com/office/powerpoint/2010/main" val="27828848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4D046-6E1A-2255-D66A-A585E9AC01D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97DBC03-7F5A-D0B2-AA6C-476D9B10CDC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B0DE8A-702E-2C81-5A1A-DA2DAF36D1A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A81DF6E-430A-554F-B020-471E30536D1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33DA32-C9B2-543E-D772-4F1C058173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6C8D373-859C-15CB-182E-4B47B133322B}"/>
              </a:ext>
            </a:extLst>
          </p:cNvPr>
          <p:cNvSpPr>
            <a:spLocks noGrp="1"/>
          </p:cNvSpPr>
          <p:nvPr>
            <p:ph type="dt" sz="half" idx="10"/>
          </p:nvPr>
        </p:nvSpPr>
        <p:spPr/>
        <p:txBody>
          <a:bodyPr/>
          <a:lstStyle/>
          <a:p>
            <a:fld id="{A32E457B-8ACB-4F61-9CA3-BFA1D6F932C5}" type="datetimeFigureOut">
              <a:rPr lang="en-IN" smtClean="0"/>
              <a:t>30-05-2025</a:t>
            </a:fld>
            <a:endParaRPr lang="en-IN"/>
          </a:p>
        </p:txBody>
      </p:sp>
      <p:sp>
        <p:nvSpPr>
          <p:cNvPr id="8" name="Footer Placeholder 7">
            <a:extLst>
              <a:ext uri="{FF2B5EF4-FFF2-40B4-BE49-F238E27FC236}">
                <a16:creationId xmlns:a16="http://schemas.microsoft.com/office/drawing/2014/main" id="{EB041F4C-8CE6-8E26-363E-7D679A2BA14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1D4AA56-2D1D-9D9E-92F2-1933ABD0547F}"/>
              </a:ext>
            </a:extLst>
          </p:cNvPr>
          <p:cNvSpPr>
            <a:spLocks noGrp="1"/>
          </p:cNvSpPr>
          <p:nvPr>
            <p:ph type="sldNum" sz="quarter" idx="12"/>
          </p:nvPr>
        </p:nvSpPr>
        <p:spPr/>
        <p:txBody>
          <a:bodyPr/>
          <a:lstStyle/>
          <a:p>
            <a:fld id="{336DFEE8-03A6-43F7-8184-79995F4902F0}" type="slidenum">
              <a:rPr lang="en-IN" smtClean="0"/>
              <a:t>‹#›</a:t>
            </a:fld>
            <a:endParaRPr lang="en-IN"/>
          </a:p>
        </p:txBody>
      </p:sp>
    </p:spTree>
    <p:extLst>
      <p:ext uri="{BB962C8B-B14F-4D97-AF65-F5344CB8AC3E}">
        <p14:creationId xmlns:p14="http://schemas.microsoft.com/office/powerpoint/2010/main" val="408971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B0BE9-6ACA-7837-F8A6-93D6198EEE7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272C6CB-8788-CD10-4D0B-B920452AF89F}"/>
              </a:ext>
            </a:extLst>
          </p:cNvPr>
          <p:cNvSpPr>
            <a:spLocks noGrp="1"/>
          </p:cNvSpPr>
          <p:nvPr>
            <p:ph type="dt" sz="half" idx="10"/>
          </p:nvPr>
        </p:nvSpPr>
        <p:spPr/>
        <p:txBody>
          <a:bodyPr/>
          <a:lstStyle/>
          <a:p>
            <a:fld id="{A32E457B-8ACB-4F61-9CA3-BFA1D6F932C5}" type="datetimeFigureOut">
              <a:rPr lang="en-IN" smtClean="0"/>
              <a:t>30-05-2025</a:t>
            </a:fld>
            <a:endParaRPr lang="en-IN"/>
          </a:p>
        </p:txBody>
      </p:sp>
      <p:sp>
        <p:nvSpPr>
          <p:cNvPr id="4" name="Footer Placeholder 3">
            <a:extLst>
              <a:ext uri="{FF2B5EF4-FFF2-40B4-BE49-F238E27FC236}">
                <a16:creationId xmlns:a16="http://schemas.microsoft.com/office/drawing/2014/main" id="{75F4B915-DA01-8120-173C-DAD1A1E712F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633C12B-DA75-926D-AD5A-96E53A0A406B}"/>
              </a:ext>
            </a:extLst>
          </p:cNvPr>
          <p:cNvSpPr>
            <a:spLocks noGrp="1"/>
          </p:cNvSpPr>
          <p:nvPr>
            <p:ph type="sldNum" sz="quarter" idx="12"/>
          </p:nvPr>
        </p:nvSpPr>
        <p:spPr/>
        <p:txBody>
          <a:bodyPr/>
          <a:lstStyle/>
          <a:p>
            <a:fld id="{336DFEE8-03A6-43F7-8184-79995F4902F0}" type="slidenum">
              <a:rPr lang="en-IN" smtClean="0"/>
              <a:t>‹#›</a:t>
            </a:fld>
            <a:endParaRPr lang="en-IN"/>
          </a:p>
        </p:txBody>
      </p:sp>
    </p:spTree>
    <p:extLst>
      <p:ext uri="{BB962C8B-B14F-4D97-AF65-F5344CB8AC3E}">
        <p14:creationId xmlns:p14="http://schemas.microsoft.com/office/powerpoint/2010/main" val="3411797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5EAA9D-6184-80F0-3CF1-62B1CDDA40C3}"/>
              </a:ext>
            </a:extLst>
          </p:cNvPr>
          <p:cNvSpPr>
            <a:spLocks noGrp="1"/>
          </p:cNvSpPr>
          <p:nvPr>
            <p:ph type="dt" sz="half" idx="10"/>
          </p:nvPr>
        </p:nvSpPr>
        <p:spPr/>
        <p:txBody>
          <a:bodyPr/>
          <a:lstStyle/>
          <a:p>
            <a:fld id="{A32E457B-8ACB-4F61-9CA3-BFA1D6F932C5}" type="datetimeFigureOut">
              <a:rPr lang="en-IN" smtClean="0"/>
              <a:t>30-05-2025</a:t>
            </a:fld>
            <a:endParaRPr lang="en-IN"/>
          </a:p>
        </p:txBody>
      </p:sp>
      <p:sp>
        <p:nvSpPr>
          <p:cNvPr id="3" name="Footer Placeholder 2">
            <a:extLst>
              <a:ext uri="{FF2B5EF4-FFF2-40B4-BE49-F238E27FC236}">
                <a16:creationId xmlns:a16="http://schemas.microsoft.com/office/drawing/2014/main" id="{BA5BC88A-0B79-F670-2036-2C93CDA6C84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B4A3E6F-CA88-DC54-2349-240DFFC03E71}"/>
              </a:ext>
            </a:extLst>
          </p:cNvPr>
          <p:cNvSpPr>
            <a:spLocks noGrp="1"/>
          </p:cNvSpPr>
          <p:nvPr>
            <p:ph type="sldNum" sz="quarter" idx="12"/>
          </p:nvPr>
        </p:nvSpPr>
        <p:spPr/>
        <p:txBody>
          <a:bodyPr/>
          <a:lstStyle/>
          <a:p>
            <a:fld id="{336DFEE8-03A6-43F7-8184-79995F4902F0}" type="slidenum">
              <a:rPr lang="en-IN" smtClean="0"/>
              <a:t>‹#›</a:t>
            </a:fld>
            <a:endParaRPr lang="en-IN"/>
          </a:p>
        </p:txBody>
      </p:sp>
    </p:spTree>
    <p:extLst>
      <p:ext uri="{BB962C8B-B14F-4D97-AF65-F5344CB8AC3E}">
        <p14:creationId xmlns:p14="http://schemas.microsoft.com/office/powerpoint/2010/main" val="11560608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Blan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F6E5E54B-718B-F3AA-01FE-E9B970972289}"/>
              </a:ext>
            </a:extLst>
          </p:cNvPr>
          <p:cNvSpPr>
            <a:spLocks noGrp="1"/>
          </p:cNvSpPr>
          <p:nvPr>
            <p:ph type="pic" sz="quarter" idx="10"/>
          </p:nvPr>
        </p:nvSpPr>
        <p:spPr>
          <a:xfrm>
            <a:off x="422440" y="5873860"/>
            <a:ext cx="801145" cy="801145"/>
          </a:xfrm>
          <a:custGeom>
            <a:avLst/>
            <a:gdLst>
              <a:gd name="connsiteX0" fmla="*/ 0 w 801145"/>
              <a:gd name="connsiteY0" fmla="*/ 0 h 801145"/>
              <a:gd name="connsiteX1" fmla="*/ 801145 w 801145"/>
              <a:gd name="connsiteY1" fmla="*/ 0 h 801145"/>
              <a:gd name="connsiteX2" fmla="*/ 801145 w 801145"/>
              <a:gd name="connsiteY2" fmla="*/ 801145 h 801145"/>
              <a:gd name="connsiteX3" fmla="*/ 0 w 801145"/>
              <a:gd name="connsiteY3" fmla="*/ 801145 h 801145"/>
            </a:gdLst>
            <a:ahLst/>
            <a:cxnLst>
              <a:cxn ang="0">
                <a:pos x="connsiteX0" y="connsiteY0"/>
              </a:cxn>
              <a:cxn ang="0">
                <a:pos x="connsiteX1" y="connsiteY1"/>
              </a:cxn>
              <a:cxn ang="0">
                <a:pos x="connsiteX2" y="connsiteY2"/>
              </a:cxn>
              <a:cxn ang="0">
                <a:pos x="connsiteX3" y="connsiteY3"/>
              </a:cxn>
            </a:cxnLst>
            <a:rect l="l" t="t" r="r" b="b"/>
            <a:pathLst>
              <a:path w="801145" h="801145">
                <a:moveTo>
                  <a:pt x="0" y="0"/>
                </a:moveTo>
                <a:lnTo>
                  <a:pt x="801145" y="0"/>
                </a:lnTo>
                <a:lnTo>
                  <a:pt x="801145" y="801145"/>
                </a:lnTo>
                <a:lnTo>
                  <a:pt x="0" y="801145"/>
                </a:lnTo>
                <a:close/>
              </a:path>
            </a:pathLst>
          </a:custGeom>
        </p:spPr>
        <p:txBody>
          <a:bodyPr wrap="square">
            <a:noAutofit/>
          </a:bodyPr>
          <a:lstStyle/>
          <a:p>
            <a:endParaRPr lang="en-IN"/>
          </a:p>
        </p:txBody>
      </p:sp>
    </p:spTree>
    <p:extLst>
      <p:ext uri="{BB962C8B-B14F-4D97-AF65-F5344CB8AC3E}">
        <p14:creationId xmlns:p14="http://schemas.microsoft.com/office/powerpoint/2010/main" val="33029606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Blank">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0037A15C-9FEA-0991-2A48-1BB829355ACC}"/>
              </a:ext>
            </a:extLst>
          </p:cNvPr>
          <p:cNvSpPr>
            <a:spLocks noGrp="1"/>
          </p:cNvSpPr>
          <p:nvPr>
            <p:ph type="pic" sz="quarter" idx="10"/>
          </p:nvPr>
        </p:nvSpPr>
        <p:spPr>
          <a:xfrm>
            <a:off x="9629994" y="1752776"/>
            <a:ext cx="1939605" cy="1939605"/>
          </a:xfrm>
          <a:custGeom>
            <a:avLst/>
            <a:gdLst>
              <a:gd name="connsiteX0" fmla="*/ 134518 w 1939605"/>
              <a:gd name="connsiteY0" fmla="*/ 0 h 1939605"/>
              <a:gd name="connsiteX1" fmla="*/ 1805087 w 1939605"/>
              <a:gd name="connsiteY1" fmla="*/ 0 h 1939605"/>
              <a:gd name="connsiteX2" fmla="*/ 1939605 w 1939605"/>
              <a:gd name="connsiteY2" fmla="*/ 134518 h 1939605"/>
              <a:gd name="connsiteX3" fmla="*/ 1939605 w 1939605"/>
              <a:gd name="connsiteY3" fmla="*/ 1805088 h 1939605"/>
              <a:gd name="connsiteX4" fmla="*/ 1805087 w 1939605"/>
              <a:gd name="connsiteY4" fmla="*/ 1939605 h 1939605"/>
              <a:gd name="connsiteX5" fmla="*/ 134518 w 1939605"/>
              <a:gd name="connsiteY5" fmla="*/ 1939605 h 1939605"/>
              <a:gd name="connsiteX6" fmla="*/ 0 w 1939605"/>
              <a:gd name="connsiteY6" fmla="*/ 1805088 h 1939605"/>
              <a:gd name="connsiteX7" fmla="*/ 0 w 1939605"/>
              <a:gd name="connsiteY7" fmla="*/ 134518 h 1939605"/>
              <a:gd name="connsiteX8" fmla="*/ 134518 w 1939605"/>
              <a:gd name="connsiteY8" fmla="*/ 0 h 1939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39605" h="1939605">
                <a:moveTo>
                  <a:pt x="134518" y="0"/>
                </a:moveTo>
                <a:lnTo>
                  <a:pt x="1805087" y="0"/>
                </a:lnTo>
                <a:cubicBezTo>
                  <a:pt x="1879379" y="0"/>
                  <a:pt x="1939605" y="60226"/>
                  <a:pt x="1939605" y="134518"/>
                </a:cubicBezTo>
                <a:lnTo>
                  <a:pt x="1939605" y="1805088"/>
                </a:lnTo>
                <a:cubicBezTo>
                  <a:pt x="1939605" y="1879380"/>
                  <a:pt x="1879379" y="1939605"/>
                  <a:pt x="1805087" y="1939605"/>
                </a:cubicBezTo>
                <a:lnTo>
                  <a:pt x="134518" y="1939605"/>
                </a:lnTo>
                <a:cubicBezTo>
                  <a:pt x="60226" y="1939605"/>
                  <a:pt x="0" y="1879380"/>
                  <a:pt x="0" y="1805088"/>
                </a:cubicBezTo>
                <a:lnTo>
                  <a:pt x="0" y="134518"/>
                </a:lnTo>
                <a:cubicBezTo>
                  <a:pt x="0" y="60226"/>
                  <a:pt x="60226" y="0"/>
                  <a:pt x="134518" y="0"/>
                </a:cubicBezTo>
                <a:close/>
              </a:path>
            </a:pathLst>
          </a:custGeom>
        </p:spPr>
        <p:txBody>
          <a:bodyPr wrap="square">
            <a:noAutofit/>
          </a:bodyPr>
          <a:lstStyle/>
          <a:p>
            <a:endParaRPr lang="en-IN"/>
          </a:p>
        </p:txBody>
      </p:sp>
    </p:spTree>
    <p:extLst>
      <p:ext uri="{BB962C8B-B14F-4D97-AF65-F5344CB8AC3E}">
        <p14:creationId xmlns:p14="http://schemas.microsoft.com/office/powerpoint/2010/main" val="4946868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58D12C6-C78A-78B0-7402-251995E7B849}"/>
              </a:ext>
            </a:extLst>
          </p:cNvPr>
          <p:cNvSpPr>
            <a:spLocks noGrp="1"/>
          </p:cNvSpPr>
          <p:nvPr>
            <p:ph type="pic" sz="quarter" idx="10"/>
          </p:nvPr>
        </p:nvSpPr>
        <p:spPr>
          <a:xfrm>
            <a:off x="3287719" y="2829557"/>
            <a:ext cx="2493163" cy="3133078"/>
          </a:xfrm>
          <a:custGeom>
            <a:avLst/>
            <a:gdLst>
              <a:gd name="connsiteX0" fmla="*/ 163751 w 2493163"/>
              <a:gd name="connsiteY0" fmla="*/ 0 h 3133078"/>
              <a:gd name="connsiteX1" fmla="*/ 2329412 w 2493163"/>
              <a:gd name="connsiteY1" fmla="*/ 0 h 3133078"/>
              <a:gd name="connsiteX2" fmla="*/ 2493163 w 2493163"/>
              <a:gd name="connsiteY2" fmla="*/ 163751 h 3133078"/>
              <a:gd name="connsiteX3" fmla="*/ 2493163 w 2493163"/>
              <a:gd name="connsiteY3" fmla="*/ 2969327 h 3133078"/>
              <a:gd name="connsiteX4" fmla="*/ 2329412 w 2493163"/>
              <a:gd name="connsiteY4" fmla="*/ 3133078 h 3133078"/>
              <a:gd name="connsiteX5" fmla="*/ 163751 w 2493163"/>
              <a:gd name="connsiteY5" fmla="*/ 3133078 h 3133078"/>
              <a:gd name="connsiteX6" fmla="*/ 0 w 2493163"/>
              <a:gd name="connsiteY6" fmla="*/ 2969327 h 3133078"/>
              <a:gd name="connsiteX7" fmla="*/ 0 w 2493163"/>
              <a:gd name="connsiteY7" fmla="*/ 163751 h 3133078"/>
              <a:gd name="connsiteX8" fmla="*/ 163751 w 2493163"/>
              <a:gd name="connsiteY8" fmla="*/ 0 h 31330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93163" h="3133078">
                <a:moveTo>
                  <a:pt x="163751" y="0"/>
                </a:moveTo>
                <a:lnTo>
                  <a:pt x="2329412" y="0"/>
                </a:lnTo>
                <a:cubicBezTo>
                  <a:pt x="2419849" y="0"/>
                  <a:pt x="2493163" y="73314"/>
                  <a:pt x="2493163" y="163751"/>
                </a:cubicBezTo>
                <a:lnTo>
                  <a:pt x="2493163" y="2969327"/>
                </a:lnTo>
                <a:cubicBezTo>
                  <a:pt x="2493163" y="3059764"/>
                  <a:pt x="2419849" y="3133078"/>
                  <a:pt x="2329412" y="3133078"/>
                </a:cubicBezTo>
                <a:lnTo>
                  <a:pt x="163751" y="3133078"/>
                </a:lnTo>
                <a:cubicBezTo>
                  <a:pt x="73314" y="3133078"/>
                  <a:pt x="0" y="3059764"/>
                  <a:pt x="0" y="2969327"/>
                </a:cubicBezTo>
                <a:lnTo>
                  <a:pt x="0" y="163751"/>
                </a:lnTo>
                <a:cubicBezTo>
                  <a:pt x="0" y="73314"/>
                  <a:pt x="73314" y="0"/>
                  <a:pt x="163751" y="0"/>
                </a:cubicBezTo>
                <a:close/>
              </a:path>
            </a:pathLst>
          </a:custGeom>
        </p:spPr>
        <p:txBody>
          <a:bodyPr wrap="square">
            <a:noAutofit/>
          </a:bodyPr>
          <a:lstStyle/>
          <a:p>
            <a:endParaRPr lang="en-IN"/>
          </a:p>
        </p:txBody>
      </p:sp>
      <p:sp>
        <p:nvSpPr>
          <p:cNvPr id="14" name="Picture Placeholder 13">
            <a:extLst>
              <a:ext uri="{FF2B5EF4-FFF2-40B4-BE49-F238E27FC236}">
                <a16:creationId xmlns:a16="http://schemas.microsoft.com/office/drawing/2014/main" id="{609197C2-4F86-535A-366D-9C84050E892B}"/>
              </a:ext>
            </a:extLst>
          </p:cNvPr>
          <p:cNvSpPr>
            <a:spLocks noGrp="1"/>
          </p:cNvSpPr>
          <p:nvPr>
            <p:ph type="pic" sz="quarter" idx="11"/>
          </p:nvPr>
        </p:nvSpPr>
        <p:spPr>
          <a:xfrm>
            <a:off x="6096000" y="1898462"/>
            <a:ext cx="3123409" cy="1978417"/>
          </a:xfrm>
          <a:custGeom>
            <a:avLst/>
            <a:gdLst>
              <a:gd name="connsiteX0" fmla="*/ 129942 w 3123409"/>
              <a:gd name="connsiteY0" fmla="*/ 0 h 1978417"/>
              <a:gd name="connsiteX1" fmla="*/ 2993467 w 3123409"/>
              <a:gd name="connsiteY1" fmla="*/ 0 h 1978417"/>
              <a:gd name="connsiteX2" fmla="*/ 3123409 w 3123409"/>
              <a:gd name="connsiteY2" fmla="*/ 129942 h 1978417"/>
              <a:gd name="connsiteX3" fmla="*/ 3123409 w 3123409"/>
              <a:gd name="connsiteY3" fmla="*/ 1848475 h 1978417"/>
              <a:gd name="connsiteX4" fmla="*/ 2993467 w 3123409"/>
              <a:gd name="connsiteY4" fmla="*/ 1978417 h 1978417"/>
              <a:gd name="connsiteX5" fmla="*/ 129942 w 3123409"/>
              <a:gd name="connsiteY5" fmla="*/ 1978417 h 1978417"/>
              <a:gd name="connsiteX6" fmla="*/ 0 w 3123409"/>
              <a:gd name="connsiteY6" fmla="*/ 1848475 h 1978417"/>
              <a:gd name="connsiteX7" fmla="*/ 0 w 3123409"/>
              <a:gd name="connsiteY7" fmla="*/ 129942 h 1978417"/>
              <a:gd name="connsiteX8" fmla="*/ 129942 w 3123409"/>
              <a:gd name="connsiteY8" fmla="*/ 0 h 19784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3409" h="1978417">
                <a:moveTo>
                  <a:pt x="129942" y="0"/>
                </a:moveTo>
                <a:lnTo>
                  <a:pt x="2993467" y="0"/>
                </a:lnTo>
                <a:cubicBezTo>
                  <a:pt x="3065233" y="0"/>
                  <a:pt x="3123409" y="58177"/>
                  <a:pt x="3123409" y="129942"/>
                </a:cubicBezTo>
                <a:lnTo>
                  <a:pt x="3123409" y="1848475"/>
                </a:lnTo>
                <a:cubicBezTo>
                  <a:pt x="3123409" y="1920240"/>
                  <a:pt x="3065233" y="1978417"/>
                  <a:pt x="2993467" y="1978417"/>
                </a:cubicBezTo>
                <a:lnTo>
                  <a:pt x="129942" y="1978417"/>
                </a:lnTo>
                <a:cubicBezTo>
                  <a:pt x="58177" y="1978417"/>
                  <a:pt x="0" y="1920240"/>
                  <a:pt x="0" y="1848475"/>
                </a:cubicBezTo>
                <a:lnTo>
                  <a:pt x="0" y="129942"/>
                </a:lnTo>
                <a:cubicBezTo>
                  <a:pt x="0" y="58177"/>
                  <a:pt x="58177" y="0"/>
                  <a:pt x="129942" y="0"/>
                </a:cubicBezTo>
                <a:close/>
              </a:path>
            </a:pathLst>
          </a:custGeom>
        </p:spPr>
        <p:txBody>
          <a:bodyPr wrap="square">
            <a:noAutofit/>
          </a:bodyPr>
          <a:lstStyle/>
          <a:p>
            <a:endParaRPr lang="en-IN"/>
          </a:p>
        </p:txBody>
      </p:sp>
      <p:sp>
        <p:nvSpPr>
          <p:cNvPr id="17" name="Picture Placeholder 16">
            <a:extLst>
              <a:ext uri="{FF2B5EF4-FFF2-40B4-BE49-F238E27FC236}">
                <a16:creationId xmlns:a16="http://schemas.microsoft.com/office/drawing/2014/main" id="{99F158EB-4F70-74BD-529E-B106522521B6}"/>
              </a:ext>
            </a:extLst>
          </p:cNvPr>
          <p:cNvSpPr>
            <a:spLocks noGrp="1"/>
          </p:cNvSpPr>
          <p:nvPr>
            <p:ph type="pic" sz="quarter" idx="12"/>
          </p:nvPr>
        </p:nvSpPr>
        <p:spPr>
          <a:xfrm>
            <a:off x="6095999" y="4192003"/>
            <a:ext cx="3123409" cy="1758895"/>
          </a:xfrm>
          <a:custGeom>
            <a:avLst/>
            <a:gdLst>
              <a:gd name="connsiteX0" fmla="*/ 115524 w 3123409"/>
              <a:gd name="connsiteY0" fmla="*/ 0 h 1758895"/>
              <a:gd name="connsiteX1" fmla="*/ 3007885 w 3123409"/>
              <a:gd name="connsiteY1" fmla="*/ 0 h 1758895"/>
              <a:gd name="connsiteX2" fmla="*/ 3123409 w 3123409"/>
              <a:gd name="connsiteY2" fmla="*/ 115524 h 1758895"/>
              <a:gd name="connsiteX3" fmla="*/ 3123409 w 3123409"/>
              <a:gd name="connsiteY3" fmla="*/ 1643371 h 1758895"/>
              <a:gd name="connsiteX4" fmla="*/ 3007885 w 3123409"/>
              <a:gd name="connsiteY4" fmla="*/ 1758895 h 1758895"/>
              <a:gd name="connsiteX5" fmla="*/ 115524 w 3123409"/>
              <a:gd name="connsiteY5" fmla="*/ 1758895 h 1758895"/>
              <a:gd name="connsiteX6" fmla="*/ 0 w 3123409"/>
              <a:gd name="connsiteY6" fmla="*/ 1643371 h 1758895"/>
              <a:gd name="connsiteX7" fmla="*/ 0 w 3123409"/>
              <a:gd name="connsiteY7" fmla="*/ 115524 h 1758895"/>
              <a:gd name="connsiteX8" fmla="*/ 115524 w 3123409"/>
              <a:gd name="connsiteY8" fmla="*/ 0 h 1758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3409" h="1758895">
                <a:moveTo>
                  <a:pt x="115524" y="0"/>
                </a:moveTo>
                <a:lnTo>
                  <a:pt x="3007885" y="0"/>
                </a:lnTo>
                <a:cubicBezTo>
                  <a:pt x="3071687" y="0"/>
                  <a:pt x="3123409" y="51722"/>
                  <a:pt x="3123409" y="115524"/>
                </a:cubicBezTo>
                <a:lnTo>
                  <a:pt x="3123409" y="1643371"/>
                </a:lnTo>
                <a:cubicBezTo>
                  <a:pt x="3123409" y="1707173"/>
                  <a:pt x="3071687" y="1758895"/>
                  <a:pt x="3007885" y="1758895"/>
                </a:cubicBezTo>
                <a:lnTo>
                  <a:pt x="115524" y="1758895"/>
                </a:lnTo>
                <a:cubicBezTo>
                  <a:pt x="51722" y="1758895"/>
                  <a:pt x="0" y="1707173"/>
                  <a:pt x="0" y="1643371"/>
                </a:cubicBezTo>
                <a:lnTo>
                  <a:pt x="0" y="115524"/>
                </a:lnTo>
                <a:cubicBezTo>
                  <a:pt x="0" y="51722"/>
                  <a:pt x="51722" y="0"/>
                  <a:pt x="115524" y="0"/>
                </a:cubicBezTo>
                <a:close/>
              </a:path>
            </a:pathLst>
          </a:custGeom>
        </p:spPr>
        <p:txBody>
          <a:bodyPr wrap="square">
            <a:noAutofit/>
          </a:bodyPr>
          <a:lstStyle/>
          <a:p>
            <a:endParaRPr lang="en-IN"/>
          </a:p>
        </p:txBody>
      </p:sp>
      <p:sp>
        <p:nvSpPr>
          <p:cNvPr id="20" name="Picture Placeholder 19">
            <a:extLst>
              <a:ext uri="{FF2B5EF4-FFF2-40B4-BE49-F238E27FC236}">
                <a16:creationId xmlns:a16="http://schemas.microsoft.com/office/drawing/2014/main" id="{B62E0330-0FF7-CE2C-010A-0EA00DC5956E}"/>
              </a:ext>
            </a:extLst>
          </p:cNvPr>
          <p:cNvSpPr>
            <a:spLocks noGrp="1"/>
          </p:cNvSpPr>
          <p:nvPr>
            <p:ph type="pic" sz="quarter" idx="13"/>
          </p:nvPr>
        </p:nvSpPr>
        <p:spPr>
          <a:xfrm>
            <a:off x="9534529" y="1898462"/>
            <a:ext cx="2249488" cy="4064174"/>
          </a:xfrm>
          <a:custGeom>
            <a:avLst/>
            <a:gdLst>
              <a:gd name="connsiteX0" fmla="*/ 147746 w 2249488"/>
              <a:gd name="connsiteY0" fmla="*/ 0 h 4064174"/>
              <a:gd name="connsiteX1" fmla="*/ 2101742 w 2249488"/>
              <a:gd name="connsiteY1" fmla="*/ 0 h 4064174"/>
              <a:gd name="connsiteX2" fmla="*/ 2249488 w 2249488"/>
              <a:gd name="connsiteY2" fmla="*/ 147746 h 4064174"/>
              <a:gd name="connsiteX3" fmla="*/ 2249488 w 2249488"/>
              <a:gd name="connsiteY3" fmla="*/ 3916428 h 4064174"/>
              <a:gd name="connsiteX4" fmla="*/ 2101742 w 2249488"/>
              <a:gd name="connsiteY4" fmla="*/ 4064174 h 4064174"/>
              <a:gd name="connsiteX5" fmla="*/ 147746 w 2249488"/>
              <a:gd name="connsiteY5" fmla="*/ 4064174 h 4064174"/>
              <a:gd name="connsiteX6" fmla="*/ 0 w 2249488"/>
              <a:gd name="connsiteY6" fmla="*/ 3916428 h 4064174"/>
              <a:gd name="connsiteX7" fmla="*/ 0 w 2249488"/>
              <a:gd name="connsiteY7" fmla="*/ 147746 h 4064174"/>
              <a:gd name="connsiteX8" fmla="*/ 147746 w 2249488"/>
              <a:gd name="connsiteY8" fmla="*/ 0 h 40641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49488" h="4064174">
                <a:moveTo>
                  <a:pt x="147746" y="0"/>
                </a:moveTo>
                <a:lnTo>
                  <a:pt x="2101742" y="0"/>
                </a:lnTo>
                <a:cubicBezTo>
                  <a:pt x="2183340" y="0"/>
                  <a:pt x="2249488" y="66148"/>
                  <a:pt x="2249488" y="147746"/>
                </a:cubicBezTo>
                <a:lnTo>
                  <a:pt x="2249488" y="3916428"/>
                </a:lnTo>
                <a:cubicBezTo>
                  <a:pt x="2249488" y="3998026"/>
                  <a:pt x="2183340" y="4064174"/>
                  <a:pt x="2101742" y="4064174"/>
                </a:cubicBezTo>
                <a:lnTo>
                  <a:pt x="147746" y="4064174"/>
                </a:lnTo>
                <a:cubicBezTo>
                  <a:pt x="66148" y="4064174"/>
                  <a:pt x="0" y="3998026"/>
                  <a:pt x="0" y="3916428"/>
                </a:cubicBezTo>
                <a:lnTo>
                  <a:pt x="0" y="147746"/>
                </a:lnTo>
                <a:cubicBezTo>
                  <a:pt x="0" y="66148"/>
                  <a:pt x="66148" y="0"/>
                  <a:pt x="147746" y="0"/>
                </a:cubicBezTo>
                <a:close/>
              </a:path>
            </a:pathLst>
          </a:custGeom>
        </p:spPr>
        <p:txBody>
          <a:bodyPr wrap="square">
            <a:noAutofit/>
          </a:bodyPr>
          <a:lstStyle/>
          <a:p>
            <a:endParaRPr lang="en-IN"/>
          </a:p>
        </p:txBody>
      </p:sp>
    </p:spTree>
    <p:extLst>
      <p:ext uri="{BB962C8B-B14F-4D97-AF65-F5344CB8AC3E}">
        <p14:creationId xmlns:p14="http://schemas.microsoft.com/office/powerpoint/2010/main" val="576586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F7FE994B-D38C-B439-8EDF-FA4BCB435A00}"/>
              </a:ext>
            </a:extLst>
          </p:cNvPr>
          <p:cNvSpPr>
            <a:spLocks noGrp="1"/>
          </p:cNvSpPr>
          <p:nvPr>
            <p:ph type="pic" sz="quarter" idx="10"/>
          </p:nvPr>
        </p:nvSpPr>
        <p:spPr>
          <a:xfrm>
            <a:off x="8645407" y="2894397"/>
            <a:ext cx="1115604" cy="1031640"/>
          </a:xfrm>
          <a:custGeom>
            <a:avLst/>
            <a:gdLst>
              <a:gd name="connsiteX0" fmla="*/ 572712 w 1115604"/>
              <a:gd name="connsiteY0" fmla="*/ 0 h 1031640"/>
              <a:gd name="connsiteX1" fmla="*/ 1115603 w 1115604"/>
              <a:gd name="connsiteY1" fmla="*/ 357923 h 1031640"/>
              <a:gd name="connsiteX2" fmla="*/ 1115604 w 1115604"/>
              <a:gd name="connsiteY2" fmla="*/ 932281 h 1031640"/>
              <a:gd name="connsiteX3" fmla="*/ 1016245 w 1115604"/>
              <a:gd name="connsiteY3" fmla="*/ 1031640 h 1031640"/>
              <a:gd name="connsiteX4" fmla="*/ 247173 w 1115604"/>
              <a:gd name="connsiteY4" fmla="*/ 1031639 h 1031640"/>
              <a:gd name="connsiteX5" fmla="*/ 0 w 1115604"/>
              <a:gd name="connsiteY5" fmla="*/ 868682 h 1031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5604" h="1031640">
                <a:moveTo>
                  <a:pt x="572712" y="0"/>
                </a:moveTo>
                <a:lnTo>
                  <a:pt x="1115603" y="357923"/>
                </a:lnTo>
                <a:lnTo>
                  <a:pt x="1115604" y="932281"/>
                </a:lnTo>
                <a:cubicBezTo>
                  <a:pt x="1115604" y="987154"/>
                  <a:pt x="1071119" y="1031639"/>
                  <a:pt x="1016245" y="1031640"/>
                </a:cubicBezTo>
                <a:lnTo>
                  <a:pt x="247173" y="1031639"/>
                </a:lnTo>
                <a:lnTo>
                  <a:pt x="0" y="868682"/>
                </a:lnTo>
                <a:close/>
              </a:path>
            </a:pathLst>
          </a:custGeom>
        </p:spPr>
        <p:txBody>
          <a:bodyPr wrap="square">
            <a:noAutofit/>
          </a:bodyPr>
          <a:lstStyle/>
          <a:p>
            <a:endParaRPr lang="en-IN"/>
          </a:p>
        </p:txBody>
      </p:sp>
      <p:sp>
        <p:nvSpPr>
          <p:cNvPr id="14" name="Picture Placeholder 13">
            <a:extLst>
              <a:ext uri="{FF2B5EF4-FFF2-40B4-BE49-F238E27FC236}">
                <a16:creationId xmlns:a16="http://schemas.microsoft.com/office/drawing/2014/main" id="{0AC7276B-01BD-A30B-C837-EE90DF4B0C0E}"/>
              </a:ext>
            </a:extLst>
          </p:cNvPr>
          <p:cNvSpPr>
            <a:spLocks noGrp="1"/>
          </p:cNvSpPr>
          <p:nvPr>
            <p:ph type="pic" sz="quarter" idx="11"/>
          </p:nvPr>
        </p:nvSpPr>
        <p:spPr>
          <a:xfrm>
            <a:off x="10670503" y="2894397"/>
            <a:ext cx="1115604" cy="1031640"/>
          </a:xfrm>
          <a:custGeom>
            <a:avLst/>
            <a:gdLst>
              <a:gd name="connsiteX0" fmla="*/ 572712 w 1115604"/>
              <a:gd name="connsiteY0" fmla="*/ 0 h 1031640"/>
              <a:gd name="connsiteX1" fmla="*/ 1115603 w 1115604"/>
              <a:gd name="connsiteY1" fmla="*/ 357923 h 1031640"/>
              <a:gd name="connsiteX2" fmla="*/ 1115604 w 1115604"/>
              <a:gd name="connsiteY2" fmla="*/ 932281 h 1031640"/>
              <a:gd name="connsiteX3" fmla="*/ 1016245 w 1115604"/>
              <a:gd name="connsiteY3" fmla="*/ 1031640 h 1031640"/>
              <a:gd name="connsiteX4" fmla="*/ 247173 w 1115604"/>
              <a:gd name="connsiteY4" fmla="*/ 1031639 h 1031640"/>
              <a:gd name="connsiteX5" fmla="*/ 0 w 1115604"/>
              <a:gd name="connsiteY5" fmla="*/ 868682 h 1031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5604" h="1031640">
                <a:moveTo>
                  <a:pt x="572712" y="0"/>
                </a:moveTo>
                <a:lnTo>
                  <a:pt x="1115603" y="357923"/>
                </a:lnTo>
                <a:lnTo>
                  <a:pt x="1115604" y="932281"/>
                </a:lnTo>
                <a:cubicBezTo>
                  <a:pt x="1115604" y="987154"/>
                  <a:pt x="1071119" y="1031639"/>
                  <a:pt x="1016245" y="1031640"/>
                </a:cubicBezTo>
                <a:lnTo>
                  <a:pt x="247173" y="1031639"/>
                </a:lnTo>
                <a:lnTo>
                  <a:pt x="0" y="868682"/>
                </a:lnTo>
                <a:close/>
              </a:path>
            </a:pathLst>
          </a:custGeom>
        </p:spPr>
        <p:txBody>
          <a:bodyPr wrap="square">
            <a:noAutofit/>
          </a:bodyPr>
          <a:lstStyle/>
          <a:p>
            <a:endParaRPr lang="en-IN"/>
          </a:p>
        </p:txBody>
      </p:sp>
      <p:sp>
        <p:nvSpPr>
          <p:cNvPr id="17" name="Picture Placeholder 16">
            <a:extLst>
              <a:ext uri="{FF2B5EF4-FFF2-40B4-BE49-F238E27FC236}">
                <a16:creationId xmlns:a16="http://schemas.microsoft.com/office/drawing/2014/main" id="{085D22D7-99E2-24A2-8EE7-3A1F9F97FED8}"/>
              </a:ext>
            </a:extLst>
          </p:cNvPr>
          <p:cNvSpPr>
            <a:spLocks noGrp="1"/>
          </p:cNvSpPr>
          <p:nvPr>
            <p:ph type="pic" sz="quarter" idx="12"/>
          </p:nvPr>
        </p:nvSpPr>
        <p:spPr>
          <a:xfrm>
            <a:off x="8645407" y="4953829"/>
            <a:ext cx="1115604" cy="1031640"/>
          </a:xfrm>
          <a:custGeom>
            <a:avLst/>
            <a:gdLst>
              <a:gd name="connsiteX0" fmla="*/ 572712 w 1115604"/>
              <a:gd name="connsiteY0" fmla="*/ 0 h 1031640"/>
              <a:gd name="connsiteX1" fmla="*/ 1115603 w 1115604"/>
              <a:gd name="connsiteY1" fmla="*/ 357923 h 1031640"/>
              <a:gd name="connsiteX2" fmla="*/ 1115604 w 1115604"/>
              <a:gd name="connsiteY2" fmla="*/ 932281 h 1031640"/>
              <a:gd name="connsiteX3" fmla="*/ 1016245 w 1115604"/>
              <a:gd name="connsiteY3" fmla="*/ 1031640 h 1031640"/>
              <a:gd name="connsiteX4" fmla="*/ 247173 w 1115604"/>
              <a:gd name="connsiteY4" fmla="*/ 1031639 h 1031640"/>
              <a:gd name="connsiteX5" fmla="*/ 0 w 1115604"/>
              <a:gd name="connsiteY5" fmla="*/ 868682 h 1031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5604" h="1031640">
                <a:moveTo>
                  <a:pt x="572712" y="0"/>
                </a:moveTo>
                <a:lnTo>
                  <a:pt x="1115603" y="357923"/>
                </a:lnTo>
                <a:lnTo>
                  <a:pt x="1115604" y="932281"/>
                </a:lnTo>
                <a:cubicBezTo>
                  <a:pt x="1115604" y="987155"/>
                  <a:pt x="1071119" y="1031639"/>
                  <a:pt x="1016245" y="1031640"/>
                </a:cubicBezTo>
                <a:lnTo>
                  <a:pt x="247173" y="1031639"/>
                </a:lnTo>
                <a:lnTo>
                  <a:pt x="0" y="868682"/>
                </a:lnTo>
                <a:close/>
              </a:path>
            </a:pathLst>
          </a:custGeom>
        </p:spPr>
        <p:txBody>
          <a:bodyPr wrap="square">
            <a:noAutofit/>
          </a:bodyPr>
          <a:lstStyle/>
          <a:p>
            <a:endParaRPr lang="en-IN"/>
          </a:p>
        </p:txBody>
      </p:sp>
      <p:sp>
        <p:nvSpPr>
          <p:cNvPr id="20" name="Picture Placeholder 19">
            <a:extLst>
              <a:ext uri="{FF2B5EF4-FFF2-40B4-BE49-F238E27FC236}">
                <a16:creationId xmlns:a16="http://schemas.microsoft.com/office/drawing/2014/main" id="{677771F6-5F84-D6DB-ED8A-ED669E7133C6}"/>
              </a:ext>
            </a:extLst>
          </p:cNvPr>
          <p:cNvSpPr>
            <a:spLocks noGrp="1"/>
          </p:cNvSpPr>
          <p:nvPr>
            <p:ph type="pic" sz="quarter" idx="13"/>
          </p:nvPr>
        </p:nvSpPr>
        <p:spPr>
          <a:xfrm>
            <a:off x="10670503" y="4953829"/>
            <a:ext cx="1115604" cy="1031640"/>
          </a:xfrm>
          <a:custGeom>
            <a:avLst/>
            <a:gdLst>
              <a:gd name="connsiteX0" fmla="*/ 572712 w 1115604"/>
              <a:gd name="connsiteY0" fmla="*/ 0 h 1031640"/>
              <a:gd name="connsiteX1" fmla="*/ 1115603 w 1115604"/>
              <a:gd name="connsiteY1" fmla="*/ 357923 h 1031640"/>
              <a:gd name="connsiteX2" fmla="*/ 1115604 w 1115604"/>
              <a:gd name="connsiteY2" fmla="*/ 932281 h 1031640"/>
              <a:gd name="connsiteX3" fmla="*/ 1016245 w 1115604"/>
              <a:gd name="connsiteY3" fmla="*/ 1031640 h 1031640"/>
              <a:gd name="connsiteX4" fmla="*/ 247173 w 1115604"/>
              <a:gd name="connsiteY4" fmla="*/ 1031639 h 1031640"/>
              <a:gd name="connsiteX5" fmla="*/ 0 w 1115604"/>
              <a:gd name="connsiteY5" fmla="*/ 868682 h 1031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15604" h="1031640">
                <a:moveTo>
                  <a:pt x="572712" y="0"/>
                </a:moveTo>
                <a:lnTo>
                  <a:pt x="1115603" y="357923"/>
                </a:lnTo>
                <a:lnTo>
                  <a:pt x="1115604" y="932281"/>
                </a:lnTo>
                <a:cubicBezTo>
                  <a:pt x="1115604" y="987155"/>
                  <a:pt x="1071119" y="1031639"/>
                  <a:pt x="1016245" y="1031640"/>
                </a:cubicBezTo>
                <a:lnTo>
                  <a:pt x="247173" y="1031639"/>
                </a:lnTo>
                <a:lnTo>
                  <a:pt x="0" y="868682"/>
                </a:lnTo>
                <a:close/>
              </a:path>
            </a:pathLst>
          </a:custGeom>
        </p:spPr>
        <p:txBody>
          <a:bodyPr wrap="square">
            <a:noAutofit/>
          </a:bodyPr>
          <a:lstStyle/>
          <a:p>
            <a:endParaRPr lang="en-IN"/>
          </a:p>
        </p:txBody>
      </p:sp>
    </p:spTree>
    <p:extLst>
      <p:ext uri="{BB962C8B-B14F-4D97-AF65-F5344CB8AC3E}">
        <p14:creationId xmlns:p14="http://schemas.microsoft.com/office/powerpoint/2010/main" val="19862668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4DABB-5579-7086-1272-26E609EA319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55BC3CB-94E9-8B90-2F55-6453BAFC16B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53ACAA9-756F-D97B-32EF-6EF6A554E0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0F6DE6-1644-0B66-948B-4A6C5B32971A}"/>
              </a:ext>
            </a:extLst>
          </p:cNvPr>
          <p:cNvSpPr>
            <a:spLocks noGrp="1"/>
          </p:cNvSpPr>
          <p:nvPr>
            <p:ph type="dt" sz="half" idx="10"/>
          </p:nvPr>
        </p:nvSpPr>
        <p:spPr/>
        <p:txBody>
          <a:bodyPr/>
          <a:lstStyle/>
          <a:p>
            <a:fld id="{A32E457B-8ACB-4F61-9CA3-BFA1D6F932C5}" type="datetimeFigureOut">
              <a:rPr lang="en-IN" smtClean="0"/>
              <a:t>30-05-2025</a:t>
            </a:fld>
            <a:endParaRPr lang="en-IN"/>
          </a:p>
        </p:txBody>
      </p:sp>
      <p:sp>
        <p:nvSpPr>
          <p:cNvPr id="6" name="Footer Placeholder 5">
            <a:extLst>
              <a:ext uri="{FF2B5EF4-FFF2-40B4-BE49-F238E27FC236}">
                <a16:creationId xmlns:a16="http://schemas.microsoft.com/office/drawing/2014/main" id="{5FC78CF0-D540-60D0-43A9-FB4FB7844E4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827987B-BCE5-E147-13F6-CEBCD95ADFBC}"/>
              </a:ext>
            </a:extLst>
          </p:cNvPr>
          <p:cNvSpPr>
            <a:spLocks noGrp="1"/>
          </p:cNvSpPr>
          <p:nvPr>
            <p:ph type="sldNum" sz="quarter" idx="12"/>
          </p:nvPr>
        </p:nvSpPr>
        <p:spPr/>
        <p:txBody>
          <a:bodyPr/>
          <a:lstStyle/>
          <a:p>
            <a:fld id="{336DFEE8-03A6-43F7-8184-79995F4902F0}" type="slidenum">
              <a:rPr lang="en-IN" smtClean="0"/>
              <a:t>‹#›</a:t>
            </a:fld>
            <a:endParaRPr lang="en-IN"/>
          </a:p>
        </p:txBody>
      </p:sp>
    </p:spTree>
    <p:extLst>
      <p:ext uri="{BB962C8B-B14F-4D97-AF65-F5344CB8AC3E}">
        <p14:creationId xmlns:p14="http://schemas.microsoft.com/office/powerpoint/2010/main" val="26727573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67BA0-C763-E897-32DA-138A44B174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4A528F6-B9BB-9DD4-9A84-7AC178A5C58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7D50530-3C67-7732-01F1-5E98EFC3A2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0659D25-C3BD-7C7F-F0BA-2933AD53A2E3}"/>
              </a:ext>
            </a:extLst>
          </p:cNvPr>
          <p:cNvSpPr>
            <a:spLocks noGrp="1"/>
          </p:cNvSpPr>
          <p:nvPr>
            <p:ph type="dt" sz="half" idx="10"/>
          </p:nvPr>
        </p:nvSpPr>
        <p:spPr/>
        <p:txBody>
          <a:bodyPr/>
          <a:lstStyle/>
          <a:p>
            <a:fld id="{A32E457B-8ACB-4F61-9CA3-BFA1D6F932C5}" type="datetimeFigureOut">
              <a:rPr lang="en-IN" smtClean="0"/>
              <a:t>30-05-2025</a:t>
            </a:fld>
            <a:endParaRPr lang="en-IN"/>
          </a:p>
        </p:txBody>
      </p:sp>
      <p:sp>
        <p:nvSpPr>
          <p:cNvPr id="6" name="Footer Placeholder 5">
            <a:extLst>
              <a:ext uri="{FF2B5EF4-FFF2-40B4-BE49-F238E27FC236}">
                <a16:creationId xmlns:a16="http://schemas.microsoft.com/office/drawing/2014/main" id="{828C721D-B5BD-48D1-AF73-1F72A826C62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4CBD1CD-F7C0-F7B7-7129-CDC7BB897AB9}"/>
              </a:ext>
            </a:extLst>
          </p:cNvPr>
          <p:cNvSpPr>
            <a:spLocks noGrp="1"/>
          </p:cNvSpPr>
          <p:nvPr>
            <p:ph type="sldNum" sz="quarter" idx="12"/>
          </p:nvPr>
        </p:nvSpPr>
        <p:spPr/>
        <p:txBody>
          <a:bodyPr/>
          <a:lstStyle/>
          <a:p>
            <a:fld id="{336DFEE8-03A6-43F7-8184-79995F4902F0}" type="slidenum">
              <a:rPr lang="en-IN" smtClean="0"/>
              <a:t>‹#›</a:t>
            </a:fld>
            <a:endParaRPr lang="en-IN"/>
          </a:p>
        </p:txBody>
      </p:sp>
    </p:spTree>
    <p:extLst>
      <p:ext uri="{BB962C8B-B14F-4D97-AF65-F5344CB8AC3E}">
        <p14:creationId xmlns:p14="http://schemas.microsoft.com/office/powerpoint/2010/main" val="314862103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E7E889-884C-6481-218A-AF5A357803A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F6AD79-A9EC-E3F8-58AF-E641012F9E6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72E3F8F-7DBC-852A-183D-5AF46A838912}"/>
              </a:ext>
            </a:extLst>
          </p:cNvPr>
          <p:cNvSpPr>
            <a:spLocks noGrp="1"/>
          </p:cNvSpPr>
          <p:nvPr>
            <p:ph type="dt" sz="half" idx="10"/>
          </p:nvPr>
        </p:nvSpPr>
        <p:spPr/>
        <p:txBody>
          <a:bodyPr/>
          <a:lstStyle/>
          <a:p>
            <a:fld id="{A32E457B-8ACB-4F61-9CA3-BFA1D6F932C5}" type="datetimeFigureOut">
              <a:rPr lang="en-IN" smtClean="0"/>
              <a:t>30-05-2025</a:t>
            </a:fld>
            <a:endParaRPr lang="en-IN"/>
          </a:p>
        </p:txBody>
      </p:sp>
      <p:sp>
        <p:nvSpPr>
          <p:cNvPr id="5" name="Footer Placeholder 4">
            <a:extLst>
              <a:ext uri="{FF2B5EF4-FFF2-40B4-BE49-F238E27FC236}">
                <a16:creationId xmlns:a16="http://schemas.microsoft.com/office/drawing/2014/main" id="{472C293D-E565-DE13-1AC0-7E20169E02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A0241B-4616-15BB-C44D-C2630B1FF3B4}"/>
              </a:ext>
            </a:extLst>
          </p:cNvPr>
          <p:cNvSpPr>
            <a:spLocks noGrp="1"/>
          </p:cNvSpPr>
          <p:nvPr>
            <p:ph type="sldNum" sz="quarter" idx="12"/>
          </p:nvPr>
        </p:nvSpPr>
        <p:spPr/>
        <p:txBody>
          <a:bodyPr/>
          <a:lstStyle/>
          <a:p>
            <a:fld id="{336DFEE8-03A6-43F7-8184-79995F4902F0}" type="slidenum">
              <a:rPr lang="en-IN" smtClean="0"/>
              <a:t>‹#›</a:t>
            </a:fld>
            <a:endParaRPr lang="en-IN"/>
          </a:p>
        </p:txBody>
      </p:sp>
    </p:spTree>
    <p:extLst>
      <p:ext uri="{BB962C8B-B14F-4D97-AF65-F5344CB8AC3E}">
        <p14:creationId xmlns:p14="http://schemas.microsoft.com/office/powerpoint/2010/main" val="31580198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AF4A897-7DC2-16F4-FEBE-A1C70C37107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42379A-CFAD-9FD8-0B3A-0FEFD0CCD9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DEAC50-628E-1D40-2987-202F01014170}"/>
              </a:ext>
            </a:extLst>
          </p:cNvPr>
          <p:cNvSpPr>
            <a:spLocks noGrp="1"/>
          </p:cNvSpPr>
          <p:nvPr>
            <p:ph type="dt" sz="half" idx="10"/>
          </p:nvPr>
        </p:nvSpPr>
        <p:spPr/>
        <p:txBody>
          <a:bodyPr/>
          <a:lstStyle/>
          <a:p>
            <a:fld id="{A32E457B-8ACB-4F61-9CA3-BFA1D6F932C5}" type="datetimeFigureOut">
              <a:rPr lang="en-IN" smtClean="0"/>
              <a:t>30-05-2025</a:t>
            </a:fld>
            <a:endParaRPr lang="en-IN"/>
          </a:p>
        </p:txBody>
      </p:sp>
      <p:sp>
        <p:nvSpPr>
          <p:cNvPr id="5" name="Footer Placeholder 4">
            <a:extLst>
              <a:ext uri="{FF2B5EF4-FFF2-40B4-BE49-F238E27FC236}">
                <a16:creationId xmlns:a16="http://schemas.microsoft.com/office/drawing/2014/main" id="{532B6279-0716-B1AD-C027-724F217EFBA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621D09-C0CB-455A-56F8-BF25B81B8860}"/>
              </a:ext>
            </a:extLst>
          </p:cNvPr>
          <p:cNvSpPr>
            <a:spLocks noGrp="1"/>
          </p:cNvSpPr>
          <p:nvPr>
            <p:ph type="sldNum" sz="quarter" idx="12"/>
          </p:nvPr>
        </p:nvSpPr>
        <p:spPr/>
        <p:txBody>
          <a:bodyPr/>
          <a:lstStyle/>
          <a:p>
            <a:fld id="{336DFEE8-03A6-43F7-8184-79995F4902F0}" type="slidenum">
              <a:rPr lang="en-IN" smtClean="0"/>
              <a:t>‹#›</a:t>
            </a:fld>
            <a:endParaRPr lang="en-IN"/>
          </a:p>
        </p:txBody>
      </p:sp>
    </p:spTree>
    <p:extLst>
      <p:ext uri="{BB962C8B-B14F-4D97-AF65-F5344CB8AC3E}">
        <p14:creationId xmlns:p14="http://schemas.microsoft.com/office/powerpoint/2010/main" val="15155474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A1C108-C7E0-B63D-59A7-EC089C48F9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74FC41-096D-B80A-CE2B-5195BF153A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81D83A-700F-0E5C-8C94-994325997A1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2E457B-8ACB-4F61-9CA3-BFA1D6F932C5}" type="datetimeFigureOut">
              <a:rPr lang="en-IN" smtClean="0"/>
              <a:t>30-05-2025</a:t>
            </a:fld>
            <a:endParaRPr lang="en-IN"/>
          </a:p>
        </p:txBody>
      </p:sp>
      <p:sp>
        <p:nvSpPr>
          <p:cNvPr id="5" name="Footer Placeholder 4">
            <a:extLst>
              <a:ext uri="{FF2B5EF4-FFF2-40B4-BE49-F238E27FC236}">
                <a16:creationId xmlns:a16="http://schemas.microsoft.com/office/drawing/2014/main" id="{477FF432-6422-D4FE-B9B1-70128AA752B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19A9677-93D6-2D5C-D2E9-FE2C926E251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6DFEE8-03A6-43F7-8184-79995F4902F0}" type="slidenum">
              <a:rPr lang="en-IN" smtClean="0"/>
              <a:t>‹#›</a:t>
            </a:fld>
            <a:endParaRPr lang="en-IN"/>
          </a:p>
        </p:txBody>
      </p:sp>
    </p:spTree>
    <p:extLst>
      <p:ext uri="{BB962C8B-B14F-4D97-AF65-F5344CB8AC3E}">
        <p14:creationId xmlns:p14="http://schemas.microsoft.com/office/powerpoint/2010/main" val="2043676349"/>
      </p:ext>
    </p:extLst>
  </p:cSld>
  <p:clrMap bg1="lt1" tx1="dk1" bg2="lt2" tx2="dk2" accent1="accent1" accent2="accent2" accent3="accent3" accent4="accent4" accent5="accent5" accent6="accent6" hlink="hlink" folHlink="folHlink"/>
  <p:sldLayoutIdLst>
    <p:sldLayoutId id="2147483649" r:id="rId1"/>
    <p:sldLayoutId id="2147483665" r:id="rId2"/>
    <p:sldLayoutId id="2147483661" r:id="rId3"/>
    <p:sldLayoutId id="2147483660" r:id="rId4"/>
    <p:sldLayoutId id="2147483650" r:id="rId5"/>
    <p:sldLayoutId id="2147483651" r:id="rId6"/>
    <p:sldLayoutId id="2147483652" r:id="rId7"/>
    <p:sldLayoutId id="2147483653" r:id="rId8"/>
    <p:sldLayoutId id="2147483654" r:id="rId9"/>
    <p:sldLayoutId id="2147483655" r:id="rId10"/>
    <p:sldLayoutId id="2147483666" r:id="rId11"/>
    <p:sldLayoutId id="2147483664" r:id="rId12"/>
    <p:sldLayoutId id="2147483663" r:id="rId13"/>
    <p:sldLayoutId id="2147483662" r:id="rId14"/>
    <p:sldLayoutId id="2147483656" r:id="rId15"/>
    <p:sldLayoutId id="2147483657" r:id="rId16"/>
    <p:sldLayoutId id="2147483658" r:id="rId17"/>
    <p:sldLayoutId id="2147483659" r:id="rId1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slide" Target="slide2.xml"/><Relationship Id="rId7" Type="http://schemas.openxmlformats.org/officeDocument/2006/relationships/image" Target="../media/image5.svg"/><Relationship Id="rId2" Type="http://schemas.openxmlformats.org/officeDocument/2006/relationships/slide" Target="slide3.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slide" Target="slide6.xml"/><Relationship Id="rId4" Type="http://schemas.openxmlformats.org/officeDocument/2006/relationships/slide" Target="slide4.xml"/><Relationship Id="rId9" Type="http://schemas.openxmlformats.org/officeDocument/2006/relationships/image" Target="../media/image4.jpeg"/></Relationships>
</file>

<file path=ppt/slides/_rels/slide3.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slide" Target="slide2.xml"/><Relationship Id="rId7" Type="http://schemas.openxmlformats.org/officeDocument/2006/relationships/image" Target="../media/image5.svg"/><Relationship Id="rId2" Type="http://schemas.openxmlformats.org/officeDocument/2006/relationships/slide" Target="slide3.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slide" Target="slide6.xml"/><Relationship Id="rId4" Type="http://schemas.openxmlformats.org/officeDocument/2006/relationships/slide" Target="slide4.xml"/></Relationships>
</file>

<file path=ppt/slides/_rels/slide4.xml.rels><?xml version="1.0" encoding="UTF-8" standalone="yes"?>
<Relationships xmlns="http://schemas.openxmlformats.org/package/2006/relationships"><Relationship Id="rId13" Type="http://schemas.openxmlformats.org/officeDocument/2006/relationships/diagramData" Target="../diagrams/data1.xml"/><Relationship Id="rId3" Type="http://schemas.openxmlformats.org/officeDocument/2006/relationships/slide" Target="slide2.xml"/><Relationship Id="rId12" Type="http://schemas.openxmlformats.org/officeDocument/2006/relationships/slide" Target="slide7.xml"/><Relationship Id="rId17" Type="http://schemas.microsoft.com/office/2007/relationships/diagramDrawing" Target="../diagrams/drawing1.xml"/><Relationship Id="rId2" Type="http://schemas.openxmlformats.org/officeDocument/2006/relationships/slide" Target="slide3.xml"/><Relationship Id="rId16" Type="http://schemas.openxmlformats.org/officeDocument/2006/relationships/diagramColors" Target="../diagrams/colors1.xml"/><Relationship Id="rId1" Type="http://schemas.openxmlformats.org/officeDocument/2006/relationships/slideLayout" Target="../slideLayouts/slideLayout4.xml"/><Relationship Id="rId6" Type="http://schemas.openxmlformats.org/officeDocument/2006/relationships/image" Target="../media/image3.png"/><Relationship Id="rId11" Type="http://schemas.openxmlformats.org/officeDocument/2006/relationships/image" Target="../media/image5.svg"/><Relationship Id="rId5" Type="http://schemas.openxmlformats.org/officeDocument/2006/relationships/slide" Target="slide6.xml"/><Relationship Id="rId15" Type="http://schemas.openxmlformats.org/officeDocument/2006/relationships/diagramQuickStyle" Target="../diagrams/quickStyle1.xml"/><Relationship Id="rId4" Type="http://schemas.openxmlformats.org/officeDocument/2006/relationships/slide" Target="slide4.xml"/><Relationship Id="rId1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6.jpg"/><Relationship Id="rId7" Type="http://schemas.openxmlformats.org/officeDocument/2006/relationships/slide" Target="slide6.xml"/><Relationship Id="rId12" Type="http://schemas.openxmlformats.org/officeDocument/2006/relationships/slide" Target="slide7.xml"/><Relationship Id="rId2" Type="http://schemas.openxmlformats.org/officeDocument/2006/relationships/image" Target="../media/image5.jpg"/><Relationship Id="rId1" Type="http://schemas.openxmlformats.org/officeDocument/2006/relationships/slideLayout" Target="../slideLayouts/slideLayout13.xml"/><Relationship Id="rId6" Type="http://schemas.openxmlformats.org/officeDocument/2006/relationships/slide" Target="slide4.xml"/><Relationship Id="rId11" Type="http://schemas.openxmlformats.org/officeDocument/2006/relationships/image" Target="../media/image5.svg"/><Relationship Id="rId5" Type="http://schemas.openxmlformats.org/officeDocument/2006/relationships/slide" Target="slide2.xml"/><Relationship Id="rId4" Type="http://schemas.openxmlformats.org/officeDocument/2006/relationships/slide" Target="slide3.xml"/></Relationships>
</file>

<file path=ppt/slides/_rels/slide6.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slide" Target="slide2.xml"/><Relationship Id="rId7" Type="http://schemas.openxmlformats.org/officeDocument/2006/relationships/image" Target="../media/image5.svg"/><Relationship Id="rId2" Type="http://schemas.openxmlformats.org/officeDocument/2006/relationships/slide" Target="slide3.xml"/><Relationship Id="rId1" Type="http://schemas.openxmlformats.org/officeDocument/2006/relationships/slideLayout" Target="../slideLayouts/slideLayout10.xml"/><Relationship Id="rId6" Type="http://schemas.openxmlformats.org/officeDocument/2006/relationships/image" Target="../media/image3.png"/><Relationship Id="rId5" Type="http://schemas.openxmlformats.org/officeDocument/2006/relationships/slide" Target="slide6.xml"/><Relationship Id="rId4" Type="http://schemas.openxmlformats.org/officeDocument/2006/relationships/slide" Target="slide4.xml"/></Relationships>
</file>

<file path=ppt/slides/_rels/slide7.xml.rels><?xml version="1.0" encoding="UTF-8" standalone="yes"?>
<Relationships xmlns="http://schemas.openxmlformats.org/package/2006/relationships"><Relationship Id="rId3" Type="http://schemas.openxmlformats.org/officeDocument/2006/relationships/slide" Target="slide2.xml"/><Relationship Id="rId12" Type="http://schemas.openxmlformats.org/officeDocument/2006/relationships/slide" Target="slide7.xml"/><Relationship Id="rId2" Type="http://schemas.openxmlformats.org/officeDocument/2006/relationships/slide" Target="slide3.xml"/><Relationship Id="rId1" Type="http://schemas.openxmlformats.org/officeDocument/2006/relationships/slideLayout" Target="../slideLayouts/slideLayout14.xml"/><Relationship Id="rId6" Type="http://schemas.openxmlformats.org/officeDocument/2006/relationships/image" Target="../media/image3.png"/><Relationship Id="rId11" Type="http://schemas.openxmlformats.org/officeDocument/2006/relationships/image" Target="../media/image5.svg"/><Relationship Id="rId5" Type="http://schemas.openxmlformats.org/officeDocument/2006/relationships/slide" Target="slide6.xml"/><Relationship Id="rId4" Type="http://schemas.openxmlformats.org/officeDocument/2006/relationships/slide" Target="slide4.xml"/></Relationships>
</file>

<file path=ppt/slides/_rels/slide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7.png"/><Relationship Id="rId1" Type="http://schemas.openxmlformats.org/officeDocument/2006/relationships/slideLayout" Target="../slideLayouts/slideLayout11.xml"/><Relationship Id="rId4" Type="http://schemas.openxmlformats.org/officeDocument/2006/relationships/image" Target="../media/image8.jpg"/></Relationships>
</file>

<file path=ppt/slides/_rels/slide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7.png"/><Relationship Id="rId1" Type="http://schemas.openxmlformats.org/officeDocument/2006/relationships/slideLayout" Target="../slideLayouts/slideLayout11.xml"/><Relationship Id="rId4"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32DF89D0-F660-08A6-6DB1-3EDA86823BA1}"/>
              </a:ext>
            </a:extLst>
          </p:cNvPr>
          <p:cNvPicPr>
            <a:picLocks noChangeAspect="1"/>
          </p:cNvPicPr>
          <p:nvPr/>
        </p:nvPicPr>
        <p:blipFill>
          <a:blip r:embed="rId2" cstate="hqprint">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6096000" y="2388833"/>
            <a:ext cx="1524000" cy="1517515"/>
          </a:xfrm>
          <a:prstGeom prst="rect">
            <a:avLst/>
          </a:prstGeom>
        </p:spPr>
      </p:pic>
      <p:sp>
        <p:nvSpPr>
          <p:cNvPr id="10" name="TextBox 9">
            <a:extLst>
              <a:ext uri="{FF2B5EF4-FFF2-40B4-BE49-F238E27FC236}">
                <a16:creationId xmlns:a16="http://schemas.microsoft.com/office/drawing/2014/main" id="{B7162120-C336-DB7C-C8D0-E12DCCE9DA6B}"/>
              </a:ext>
            </a:extLst>
          </p:cNvPr>
          <p:cNvSpPr txBox="1"/>
          <p:nvPr/>
        </p:nvSpPr>
        <p:spPr>
          <a:xfrm>
            <a:off x="7727251" y="2347371"/>
            <a:ext cx="2973891" cy="1015663"/>
          </a:xfrm>
          <a:prstGeom prst="rect">
            <a:avLst/>
          </a:prstGeom>
          <a:noFill/>
        </p:spPr>
        <p:txBody>
          <a:bodyPr wrap="none" rtlCol="0">
            <a:spAutoFit/>
          </a:bodyPr>
          <a:lstStyle/>
          <a:p>
            <a:r>
              <a:rPr lang="en-IN" sz="6000" dirty="0">
                <a:solidFill>
                  <a:srgbClr val="1ED760"/>
                </a:solidFill>
                <a:latin typeface="Poppins SemiBold" panose="00000700000000000000" pitchFamily="50" charset="0"/>
                <a:cs typeface="Poppins SemiBold" panose="00000700000000000000" pitchFamily="50" charset="0"/>
              </a:rPr>
              <a:t>Spotify</a:t>
            </a:r>
          </a:p>
        </p:txBody>
      </p:sp>
      <p:sp>
        <p:nvSpPr>
          <p:cNvPr id="11" name="TextBox 10">
            <a:extLst>
              <a:ext uri="{FF2B5EF4-FFF2-40B4-BE49-F238E27FC236}">
                <a16:creationId xmlns:a16="http://schemas.microsoft.com/office/drawing/2014/main" id="{556CBF17-B44D-BB52-7867-B17C8DCE672C}"/>
              </a:ext>
            </a:extLst>
          </p:cNvPr>
          <p:cNvSpPr txBox="1"/>
          <p:nvPr/>
        </p:nvSpPr>
        <p:spPr>
          <a:xfrm>
            <a:off x="5826868" y="3348443"/>
            <a:ext cx="7082515" cy="2554545"/>
          </a:xfrm>
          <a:prstGeom prst="rect">
            <a:avLst/>
          </a:prstGeom>
          <a:noFill/>
        </p:spPr>
        <p:txBody>
          <a:bodyPr wrap="square" rtlCol="0">
            <a:spAutoFit/>
          </a:bodyPr>
          <a:lstStyle/>
          <a:p>
            <a:r>
              <a:rPr lang="en-IN" sz="3200" dirty="0">
                <a:solidFill>
                  <a:schemeClr val="bg1"/>
                </a:solidFill>
                <a:latin typeface="Poppins Medium" panose="00000600000000000000" pitchFamily="50" charset="0"/>
                <a:cs typeface="Poppins Medium" panose="00000600000000000000" pitchFamily="50" charset="0"/>
              </a:rPr>
              <a:t>                    Music App</a:t>
            </a:r>
          </a:p>
          <a:p>
            <a:endParaRPr lang="en-IN" sz="3200" dirty="0">
              <a:solidFill>
                <a:schemeClr val="bg1"/>
              </a:solidFill>
              <a:latin typeface="Poppins Medium" panose="00000600000000000000" pitchFamily="50" charset="0"/>
              <a:cs typeface="Poppins Medium" panose="00000600000000000000" pitchFamily="50" charset="0"/>
            </a:endParaRPr>
          </a:p>
          <a:p>
            <a:endParaRPr lang="en-IN" sz="3200" dirty="0">
              <a:solidFill>
                <a:schemeClr val="bg1"/>
              </a:solidFill>
              <a:latin typeface="Poppins Medium" panose="00000600000000000000" pitchFamily="50" charset="0"/>
              <a:cs typeface="Poppins Medium" panose="00000600000000000000" pitchFamily="50" charset="0"/>
            </a:endParaRPr>
          </a:p>
          <a:p>
            <a:endParaRPr lang="en-IN" sz="3200" dirty="0">
              <a:solidFill>
                <a:schemeClr val="bg1"/>
              </a:solidFill>
              <a:latin typeface="Poppins Medium" panose="00000600000000000000" pitchFamily="50" charset="0"/>
              <a:cs typeface="Poppins Medium" panose="00000600000000000000" pitchFamily="50" charset="0"/>
            </a:endParaRPr>
          </a:p>
          <a:p>
            <a:r>
              <a:rPr lang="en-IN" sz="3200" dirty="0">
                <a:solidFill>
                  <a:schemeClr val="bg1"/>
                </a:solidFill>
                <a:latin typeface="MV Boli" panose="02000500030200090000" pitchFamily="2" charset="0"/>
                <a:cs typeface="MV Boli" panose="02000500030200090000" pitchFamily="2" charset="0"/>
              </a:rPr>
              <a:t>Demo By: Chung Nguyen Khoi</a:t>
            </a:r>
          </a:p>
        </p:txBody>
      </p:sp>
      <p:pic>
        <p:nvPicPr>
          <p:cNvPr id="5" name="Picture Placeholder 4" descr="A person in a red shirt&#10;&#10;Description automatically generated with medium confidence">
            <a:extLst>
              <a:ext uri="{FF2B5EF4-FFF2-40B4-BE49-F238E27FC236}">
                <a16:creationId xmlns:a16="http://schemas.microsoft.com/office/drawing/2014/main" id="{4541E43D-50E1-95C0-F275-9CD065940C59}"/>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t="18" b="18"/>
          <a:stretch>
            <a:fillRect/>
          </a:stretch>
        </p:blipFill>
        <p:spPr/>
      </p:pic>
    </p:spTree>
    <p:extLst>
      <p:ext uri="{BB962C8B-B14F-4D97-AF65-F5344CB8AC3E}">
        <p14:creationId xmlns:p14="http://schemas.microsoft.com/office/powerpoint/2010/main" val="70090546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505050"/>
            </a:gs>
            <a:gs pos="40000">
              <a:srgbClr val="2C2C2C"/>
            </a:gs>
          </a:gsLst>
          <a:lin ang="5400000" scaled="1"/>
        </a:gradFill>
        <a:effectLst/>
      </p:bgPr>
    </p:bg>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A2C0FB83-06E2-1081-1880-BBD48E7C14D0}"/>
              </a:ext>
            </a:extLst>
          </p:cNvPr>
          <p:cNvSpPr/>
          <p:nvPr/>
        </p:nvSpPr>
        <p:spPr>
          <a:xfrm>
            <a:off x="3273896" y="889695"/>
            <a:ext cx="1406053" cy="1406053"/>
          </a:xfrm>
          <a:prstGeom prst="roundRect">
            <a:avLst>
              <a:gd name="adj" fmla="val 4975"/>
            </a:avLst>
          </a:prstGeom>
          <a:solidFill>
            <a:srgbClr val="282828"/>
          </a:solidFill>
          <a:ln>
            <a:noFill/>
          </a:ln>
          <a:effectLst>
            <a:outerShdw blurRad="127000" dist="381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1025ACCD-BEFE-4057-D0DA-23300AB28132}"/>
              </a:ext>
            </a:extLst>
          </p:cNvPr>
          <p:cNvSpPr>
            <a:spLocks noGrp="1" noRot="1" noMove="1" noResize="1" noEditPoints="1" noAdjustHandles="1" noChangeArrowheads="1" noChangeShapeType="1"/>
          </p:cNvSpPr>
          <p:nvPr/>
        </p:nvSpPr>
        <p:spPr>
          <a:xfrm>
            <a:off x="0" y="0"/>
            <a:ext cx="300867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424F5E4E-9FDC-BD92-DDA4-122C91ADE39F}"/>
              </a:ext>
            </a:extLst>
          </p:cNvPr>
          <p:cNvGrpSpPr/>
          <p:nvPr/>
        </p:nvGrpSpPr>
        <p:grpSpPr>
          <a:xfrm>
            <a:off x="400078" y="221673"/>
            <a:ext cx="361410" cy="70427"/>
            <a:chOff x="249382" y="221673"/>
            <a:chExt cx="234616" cy="45719"/>
          </a:xfrm>
        </p:grpSpPr>
        <p:sp>
          <p:nvSpPr>
            <p:cNvPr id="4" name="Oval 3">
              <a:extLst>
                <a:ext uri="{FF2B5EF4-FFF2-40B4-BE49-F238E27FC236}">
                  <a16:creationId xmlns:a16="http://schemas.microsoft.com/office/drawing/2014/main" id="{F85C9BE8-F382-7DF0-2A23-EF042FD71119}"/>
                </a:ext>
              </a:extLst>
            </p:cNvPr>
            <p:cNvSpPr/>
            <p:nvPr/>
          </p:nvSpPr>
          <p:spPr>
            <a:xfrm>
              <a:off x="249382" y="221673"/>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3F54E8A3-668A-3F3A-D1EA-9A82C2E2130E}"/>
                </a:ext>
              </a:extLst>
            </p:cNvPr>
            <p:cNvSpPr/>
            <p:nvPr/>
          </p:nvSpPr>
          <p:spPr>
            <a:xfrm>
              <a:off x="344632" y="221673"/>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A3408F0E-7024-852D-650D-D6ED0C99B1A2}"/>
                </a:ext>
              </a:extLst>
            </p:cNvPr>
            <p:cNvSpPr/>
            <p:nvPr/>
          </p:nvSpPr>
          <p:spPr>
            <a:xfrm>
              <a:off x="438279" y="221673"/>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3" name="Group 72">
            <a:extLst>
              <a:ext uri="{FF2B5EF4-FFF2-40B4-BE49-F238E27FC236}">
                <a16:creationId xmlns:a16="http://schemas.microsoft.com/office/drawing/2014/main" id="{25268A36-91BD-F774-706B-5A541EC6E5D2}"/>
              </a:ext>
            </a:extLst>
          </p:cNvPr>
          <p:cNvGrpSpPr/>
          <p:nvPr/>
        </p:nvGrpSpPr>
        <p:grpSpPr>
          <a:xfrm>
            <a:off x="9104466" y="294121"/>
            <a:ext cx="1011084" cy="311801"/>
            <a:chOff x="9104466" y="294121"/>
            <a:chExt cx="1011084" cy="311801"/>
          </a:xfrm>
        </p:grpSpPr>
        <p:sp>
          <p:nvSpPr>
            <p:cNvPr id="71" name="Rectangle: Rounded Corners 70">
              <a:extLst>
                <a:ext uri="{FF2B5EF4-FFF2-40B4-BE49-F238E27FC236}">
                  <a16:creationId xmlns:a16="http://schemas.microsoft.com/office/drawing/2014/main" id="{ADD5BFBE-6641-D138-826B-10AF96D14A21}"/>
                </a:ext>
              </a:extLst>
            </p:cNvPr>
            <p:cNvSpPr/>
            <p:nvPr/>
          </p:nvSpPr>
          <p:spPr>
            <a:xfrm>
              <a:off x="9104466" y="294121"/>
              <a:ext cx="1011084" cy="297947"/>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TextBox 71">
              <a:extLst>
                <a:ext uri="{FF2B5EF4-FFF2-40B4-BE49-F238E27FC236}">
                  <a16:creationId xmlns:a16="http://schemas.microsoft.com/office/drawing/2014/main" id="{41CB0576-DF8B-34D7-6035-B4F1FE7BA261}"/>
                </a:ext>
              </a:extLst>
            </p:cNvPr>
            <p:cNvSpPr txBox="1"/>
            <p:nvPr/>
          </p:nvSpPr>
          <p:spPr>
            <a:xfrm>
              <a:off x="9179442" y="328923"/>
              <a:ext cx="861133" cy="276999"/>
            </a:xfrm>
            <a:prstGeom prst="rect">
              <a:avLst/>
            </a:prstGeom>
            <a:noFill/>
          </p:spPr>
          <p:txBody>
            <a:bodyPr wrap="none" rtlCol="0">
              <a:spAutoFit/>
            </a:bodyPr>
            <a:lstStyle/>
            <a:p>
              <a:r>
                <a:rPr lang="en-IN" sz="1200" dirty="0">
                  <a:solidFill>
                    <a:schemeClr val="bg1"/>
                  </a:solidFill>
                  <a:latin typeface="Poppins Medium" panose="00000600000000000000" pitchFamily="50" charset="0"/>
                  <a:cs typeface="Poppins Medium" panose="00000600000000000000" pitchFamily="50" charset="0"/>
                </a:rPr>
                <a:t>Upgrade</a:t>
              </a:r>
            </a:p>
          </p:txBody>
        </p:sp>
      </p:grpSp>
      <p:sp>
        <p:nvSpPr>
          <p:cNvPr id="75" name="Rectangle: Rounded Corners 74">
            <a:extLst>
              <a:ext uri="{FF2B5EF4-FFF2-40B4-BE49-F238E27FC236}">
                <a16:creationId xmlns:a16="http://schemas.microsoft.com/office/drawing/2014/main" id="{82381173-9D11-EA28-C232-8562E09E7A8A}"/>
              </a:ext>
            </a:extLst>
          </p:cNvPr>
          <p:cNvSpPr/>
          <p:nvPr/>
        </p:nvSpPr>
        <p:spPr>
          <a:xfrm>
            <a:off x="10428440" y="294121"/>
            <a:ext cx="1363509" cy="297947"/>
          </a:xfrm>
          <a:prstGeom prst="roundRect">
            <a:avLst>
              <a:gd name="adj" fmla="val 50000"/>
            </a:avLst>
          </a:prstGeom>
          <a:solidFill>
            <a:srgbClr val="0A080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TextBox 75">
            <a:extLst>
              <a:ext uri="{FF2B5EF4-FFF2-40B4-BE49-F238E27FC236}">
                <a16:creationId xmlns:a16="http://schemas.microsoft.com/office/drawing/2014/main" id="{49C2A340-4710-5833-FBEA-EC919DD51A6E}"/>
              </a:ext>
            </a:extLst>
          </p:cNvPr>
          <p:cNvSpPr txBox="1"/>
          <p:nvPr/>
        </p:nvSpPr>
        <p:spPr>
          <a:xfrm>
            <a:off x="10659597" y="328923"/>
            <a:ext cx="909223" cy="276999"/>
          </a:xfrm>
          <a:prstGeom prst="rect">
            <a:avLst/>
          </a:prstGeom>
          <a:noFill/>
        </p:spPr>
        <p:txBody>
          <a:bodyPr wrap="none" rtlCol="0">
            <a:spAutoFit/>
          </a:bodyPr>
          <a:lstStyle/>
          <a:p>
            <a:r>
              <a:rPr lang="en-IN" sz="1200" dirty="0">
                <a:solidFill>
                  <a:schemeClr val="bg1"/>
                </a:solidFill>
                <a:latin typeface="Poppins Medium" panose="00000600000000000000" pitchFamily="50" charset="0"/>
                <a:cs typeface="Poppins Medium" panose="00000600000000000000" pitchFamily="50" charset="0"/>
              </a:rPr>
              <a:t>John Doe</a:t>
            </a:r>
          </a:p>
        </p:txBody>
      </p:sp>
      <p:sp>
        <p:nvSpPr>
          <p:cNvPr id="77" name="Oval 76">
            <a:extLst>
              <a:ext uri="{FF2B5EF4-FFF2-40B4-BE49-F238E27FC236}">
                <a16:creationId xmlns:a16="http://schemas.microsoft.com/office/drawing/2014/main" id="{7859F75F-3F6A-F6DE-C7C4-920FB32200D1}"/>
              </a:ext>
            </a:extLst>
          </p:cNvPr>
          <p:cNvSpPr/>
          <p:nvPr/>
        </p:nvSpPr>
        <p:spPr>
          <a:xfrm>
            <a:off x="10465928" y="322008"/>
            <a:ext cx="238127" cy="238127"/>
          </a:xfrm>
          <a:prstGeom prst="ellipse">
            <a:avLst/>
          </a:prstGeom>
          <a:solidFill>
            <a:srgbClr val="5555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Graphic 78">
            <a:extLst>
              <a:ext uri="{FF2B5EF4-FFF2-40B4-BE49-F238E27FC236}">
                <a16:creationId xmlns:a16="http://schemas.microsoft.com/office/drawing/2014/main" id="{2770181D-94BB-87F9-9F1C-C577F5415446}"/>
              </a:ext>
            </a:extLst>
          </p:cNvPr>
          <p:cNvSpPr/>
          <p:nvPr/>
        </p:nvSpPr>
        <p:spPr>
          <a:xfrm>
            <a:off x="10526959" y="377048"/>
            <a:ext cx="116064" cy="128047"/>
          </a:xfrm>
          <a:custGeom>
            <a:avLst/>
            <a:gdLst>
              <a:gd name="connsiteX0" fmla="*/ 115527 w 116064"/>
              <a:gd name="connsiteY0" fmla="*/ 108391 h 128047"/>
              <a:gd name="connsiteX1" fmla="*/ 94646 w 116064"/>
              <a:gd name="connsiteY1" fmla="*/ 71344 h 128047"/>
              <a:gd name="connsiteX2" fmla="*/ 79582 w 116064"/>
              <a:gd name="connsiteY2" fmla="*/ 62465 h 128047"/>
              <a:gd name="connsiteX3" fmla="*/ 84052 w 116064"/>
              <a:gd name="connsiteY3" fmla="*/ 11702 h 128047"/>
              <a:gd name="connsiteX4" fmla="*/ 35187 w 116064"/>
              <a:gd name="connsiteY4" fmla="*/ 8640 h 128047"/>
              <a:gd name="connsiteX5" fmla="*/ 23308 w 116064"/>
              <a:gd name="connsiteY5" fmla="*/ 32889 h 128047"/>
              <a:gd name="connsiteX6" fmla="*/ 36534 w 116064"/>
              <a:gd name="connsiteY6" fmla="*/ 62404 h 128047"/>
              <a:gd name="connsiteX7" fmla="*/ 35432 w 116064"/>
              <a:gd name="connsiteY7" fmla="*/ 62894 h 128047"/>
              <a:gd name="connsiteX8" fmla="*/ 4448 w 116064"/>
              <a:gd name="connsiteY8" fmla="*/ 94123 h 128047"/>
              <a:gd name="connsiteX9" fmla="*/ 100 w 116064"/>
              <a:gd name="connsiteY9" fmla="*/ 122842 h 128047"/>
              <a:gd name="connsiteX10" fmla="*/ 1631 w 116064"/>
              <a:gd name="connsiteY10" fmla="*/ 126210 h 128047"/>
              <a:gd name="connsiteX11" fmla="*/ 6407 w 116064"/>
              <a:gd name="connsiteY11" fmla="*/ 128047 h 128047"/>
              <a:gd name="connsiteX12" fmla="*/ 109648 w 116064"/>
              <a:gd name="connsiteY12" fmla="*/ 128047 h 128047"/>
              <a:gd name="connsiteX13" fmla="*/ 110995 w 116064"/>
              <a:gd name="connsiteY13" fmla="*/ 127986 h 128047"/>
              <a:gd name="connsiteX14" fmla="*/ 116016 w 116064"/>
              <a:gd name="connsiteY14" fmla="*/ 122475 h 128047"/>
              <a:gd name="connsiteX15" fmla="*/ 115465 w 116064"/>
              <a:gd name="connsiteY15" fmla="*/ 108330 h 128047"/>
              <a:gd name="connsiteX16" fmla="*/ 34881 w 116064"/>
              <a:gd name="connsiteY16" fmla="*/ 35094 h 128047"/>
              <a:gd name="connsiteX17" fmla="*/ 57721 w 116064"/>
              <a:gd name="connsiteY17" fmla="*/ 11702 h 128047"/>
              <a:gd name="connsiteX18" fmla="*/ 81235 w 116064"/>
              <a:gd name="connsiteY18" fmla="*/ 34971 h 128047"/>
              <a:gd name="connsiteX19" fmla="*/ 57966 w 116064"/>
              <a:gd name="connsiteY19" fmla="*/ 58240 h 128047"/>
              <a:gd name="connsiteX20" fmla="*/ 34881 w 116064"/>
              <a:gd name="connsiteY20" fmla="*/ 35094 h 128047"/>
              <a:gd name="connsiteX21" fmla="*/ 103280 w 116064"/>
              <a:gd name="connsiteY21" fmla="*/ 116413 h 128047"/>
              <a:gd name="connsiteX22" fmla="*/ 57966 w 116064"/>
              <a:gd name="connsiteY22" fmla="*/ 116413 h 128047"/>
              <a:gd name="connsiteX23" fmla="*/ 13082 w 116064"/>
              <a:gd name="connsiteY23" fmla="*/ 116413 h 128047"/>
              <a:gd name="connsiteX24" fmla="*/ 11612 w 116064"/>
              <a:gd name="connsiteY24" fmla="*/ 114943 h 128047"/>
              <a:gd name="connsiteX25" fmla="*/ 41494 w 116064"/>
              <a:gd name="connsiteY25" fmla="*/ 72936 h 128047"/>
              <a:gd name="connsiteX26" fmla="*/ 103219 w 116064"/>
              <a:gd name="connsiteY26" fmla="*/ 105697 h 128047"/>
              <a:gd name="connsiteX27" fmla="*/ 104443 w 116064"/>
              <a:gd name="connsiteY27" fmla="*/ 115127 h 128047"/>
              <a:gd name="connsiteX28" fmla="*/ 103219 w 116064"/>
              <a:gd name="connsiteY28" fmla="*/ 116351 h 12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6064" h="128047">
                <a:moveTo>
                  <a:pt x="115527" y="108391"/>
                </a:moveTo>
                <a:cubicBezTo>
                  <a:pt x="113261" y="93389"/>
                  <a:pt x="106280" y="81019"/>
                  <a:pt x="94646" y="71344"/>
                </a:cubicBezTo>
                <a:cubicBezTo>
                  <a:pt x="90176" y="67609"/>
                  <a:pt x="85154" y="64731"/>
                  <a:pt x="79582" y="62465"/>
                </a:cubicBezTo>
                <a:cubicBezTo>
                  <a:pt x="95932" y="49177"/>
                  <a:pt x="96973" y="26153"/>
                  <a:pt x="84052" y="11702"/>
                </a:cubicBezTo>
                <a:cubicBezTo>
                  <a:pt x="71315" y="-2627"/>
                  <a:pt x="49516" y="-3974"/>
                  <a:pt x="35187" y="8640"/>
                </a:cubicBezTo>
                <a:cubicBezTo>
                  <a:pt x="27900" y="15070"/>
                  <a:pt x="23859" y="23214"/>
                  <a:pt x="23308" y="32889"/>
                </a:cubicBezTo>
                <a:cubicBezTo>
                  <a:pt x="22696" y="44891"/>
                  <a:pt x="27288" y="54689"/>
                  <a:pt x="36534" y="62404"/>
                </a:cubicBezTo>
                <a:cubicBezTo>
                  <a:pt x="36106" y="62588"/>
                  <a:pt x="35800" y="62771"/>
                  <a:pt x="35432" y="62894"/>
                </a:cubicBezTo>
                <a:cubicBezTo>
                  <a:pt x="20981" y="69201"/>
                  <a:pt x="10694" y="79611"/>
                  <a:pt x="4448" y="94123"/>
                </a:cubicBezTo>
                <a:cubicBezTo>
                  <a:pt x="529" y="103370"/>
                  <a:pt x="-329" y="112984"/>
                  <a:pt x="100" y="122842"/>
                </a:cubicBezTo>
                <a:cubicBezTo>
                  <a:pt x="100" y="124189"/>
                  <a:pt x="712" y="125292"/>
                  <a:pt x="1631" y="126210"/>
                </a:cubicBezTo>
                <a:cubicBezTo>
                  <a:pt x="2917" y="127557"/>
                  <a:pt x="4570" y="128047"/>
                  <a:pt x="6407" y="128047"/>
                </a:cubicBezTo>
                <a:cubicBezTo>
                  <a:pt x="40821" y="128047"/>
                  <a:pt x="75234" y="128047"/>
                  <a:pt x="109648" y="128047"/>
                </a:cubicBezTo>
                <a:cubicBezTo>
                  <a:pt x="110077" y="128047"/>
                  <a:pt x="110567" y="128047"/>
                  <a:pt x="110995" y="127986"/>
                </a:cubicBezTo>
                <a:cubicBezTo>
                  <a:pt x="113935" y="127557"/>
                  <a:pt x="116016" y="125414"/>
                  <a:pt x="116016" y="122475"/>
                </a:cubicBezTo>
                <a:cubicBezTo>
                  <a:pt x="116078" y="117760"/>
                  <a:pt x="116200" y="113045"/>
                  <a:pt x="115465" y="108330"/>
                </a:cubicBezTo>
                <a:close/>
                <a:moveTo>
                  <a:pt x="34881" y="35094"/>
                </a:moveTo>
                <a:cubicBezTo>
                  <a:pt x="34881" y="22234"/>
                  <a:pt x="45107" y="11763"/>
                  <a:pt x="57721" y="11702"/>
                </a:cubicBezTo>
                <a:cubicBezTo>
                  <a:pt x="70764" y="11641"/>
                  <a:pt x="81174" y="21928"/>
                  <a:pt x="81235" y="34971"/>
                </a:cubicBezTo>
                <a:cubicBezTo>
                  <a:pt x="81297" y="47769"/>
                  <a:pt x="70826" y="58240"/>
                  <a:pt x="57966" y="58240"/>
                </a:cubicBezTo>
                <a:cubicBezTo>
                  <a:pt x="45291" y="58240"/>
                  <a:pt x="34881" y="47769"/>
                  <a:pt x="34881" y="35094"/>
                </a:cubicBezTo>
                <a:close/>
                <a:moveTo>
                  <a:pt x="103280" y="116413"/>
                </a:moveTo>
                <a:cubicBezTo>
                  <a:pt x="88155" y="116413"/>
                  <a:pt x="73091" y="116413"/>
                  <a:pt x="57966" y="116413"/>
                </a:cubicBezTo>
                <a:cubicBezTo>
                  <a:pt x="42842" y="116413"/>
                  <a:pt x="28023" y="116413"/>
                  <a:pt x="13082" y="116413"/>
                </a:cubicBezTo>
                <a:cubicBezTo>
                  <a:pt x="11918" y="116413"/>
                  <a:pt x="11551" y="116229"/>
                  <a:pt x="11612" y="114943"/>
                </a:cubicBezTo>
                <a:cubicBezTo>
                  <a:pt x="13021" y="94797"/>
                  <a:pt x="22879" y="80529"/>
                  <a:pt x="41494" y="72936"/>
                </a:cubicBezTo>
                <a:cubicBezTo>
                  <a:pt x="67274" y="62465"/>
                  <a:pt x="97156" y="78509"/>
                  <a:pt x="103219" y="105697"/>
                </a:cubicBezTo>
                <a:cubicBezTo>
                  <a:pt x="103892" y="108820"/>
                  <a:pt x="104259" y="111943"/>
                  <a:pt x="104443" y="115127"/>
                </a:cubicBezTo>
                <a:cubicBezTo>
                  <a:pt x="104504" y="116229"/>
                  <a:pt x="104198" y="116351"/>
                  <a:pt x="103219" y="116351"/>
                </a:cubicBezTo>
                <a:close/>
              </a:path>
            </a:pathLst>
          </a:custGeom>
          <a:solidFill>
            <a:schemeClr val="bg1"/>
          </a:solidFill>
          <a:ln w="6016" cap="flat">
            <a:noFill/>
            <a:prstDash val="solid"/>
            <a:miter/>
          </a:ln>
        </p:spPr>
        <p:txBody>
          <a:bodyPr rtlCol="0" anchor="ctr"/>
          <a:lstStyle/>
          <a:p>
            <a:endParaRPr lang="en-IN"/>
          </a:p>
        </p:txBody>
      </p:sp>
      <p:sp>
        <p:nvSpPr>
          <p:cNvPr id="81" name="Isosceles Triangle 80">
            <a:extLst>
              <a:ext uri="{FF2B5EF4-FFF2-40B4-BE49-F238E27FC236}">
                <a16:creationId xmlns:a16="http://schemas.microsoft.com/office/drawing/2014/main" id="{59106057-6687-7436-2443-36CF82D5A997}"/>
              </a:ext>
            </a:extLst>
          </p:cNvPr>
          <p:cNvSpPr/>
          <p:nvPr/>
        </p:nvSpPr>
        <p:spPr>
          <a:xfrm rot="3600000">
            <a:off x="11583174" y="388252"/>
            <a:ext cx="86542" cy="7460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Rectangle 1">
            <a:extLst>
              <a:ext uri="{FF2B5EF4-FFF2-40B4-BE49-F238E27FC236}">
                <a16:creationId xmlns:a16="http://schemas.microsoft.com/office/drawing/2014/main" id="{B89F2868-1113-D157-CFA3-323D793A70F6}"/>
              </a:ext>
            </a:extLst>
          </p:cNvPr>
          <p:cNvSpPr/>
          <p:nvPr/>
        </p:nvSpPr>
        <p:spPr>
          <a:xfrm>
            <a:off x="3008671" y="2398388"/>
            <a:ext cx="9183329" cy="4380127"/>
          </a:xfrm>
          <a:prstGeom prst="rect">
            <a:avLst/>
          </a:prstGeom>
          <a:gradFill>
            <a:gsLst>
              <a:gs pos="0">
                <a:srgbClr val="202020"/>
              </a:gs>
              <a:gs pos="73000">
                <a:srgbClr val="121212"/>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2" name="TextBox 91">
            <a:extLst>
              <a:ext uri="{FF2B5EF4-FFF2-40B4-BE49-F238E27FC236}">
                <a16:creationId xmlns:a16="http://schemas.microsoft.com/office/drawing/2014/main" id="{232C2ADA-8B7B-4990-FB78-B27C9A79E87E}"/>
              </a:ext>
            </a:extLst>
          </p:cNvPr>
          <p:cNvSpPr txBox="1"/>
          <p:nvPr/>
        </p:nvSpPr>
        <p:spPr>
          <a:xfrm>
            <a:off x="4854314" y="1216081"/>
            <a:ext cx="2895344" cy="769441"/>
          </a:xfrm>
          <a:prstGeom prst="rect">
            <a:avLst/>
          </a:prstGeom>
          <a:noFill/>
        </p:spPr>
        <p:txBody>
          <a:bodyPr wrap="none" rtlCol="0">
            <a:spAutoFit/>
          </a:bodyPr>
          <a:lstStyle/>
          <a:p>
            <a:r>
              <a:rPr lang="en-IN" sz="4400" b="1" dirty="0">
                <a:solidFill>
                  <a:srgbClr val="1ED760"/>
                </a:solidFill>
                <a:latin typeface="Poppins Medium" panose="00000600000000000000" pitchFamily="50" charset="0"/>
                <a:cs typeface="Poppins Medium" panose="00000600000000000000" pitchFamily="50" charset="0"/>
              </a:rPr>
              <a:t>About Me</a:t>
            </a:r>
          </a:p>
        </p:txBody>
      </p:sp>
      <p:sp>
        <p:nvSpPr>
          <p:cNvPr id="14" name="TextBox 13">
            <a:extLst>
              <a:ext uri="{FF2B5EF4-FFF2-40B4-BE49-F238E27FC236}">
                <a16:creationId xmlns:a16="http://schemas.microsoft.com/office/drawing/2014/main" id="{C0BABBA1-52B1-52B0-7FCF-B752C026021A}"/>
              </a:ext>
            </a:extLst>
          </p:cNvPr>
          <p:cNvSpPr txBox="1"/>
          <p:nvPr/>
        </p:nvSpPr>
        <p:spPr>
          <a:xfrm>
            <a:off x="4855028" y="1008892"/>
            <a:ext cx="1130438" cy="276999"/>
          </a:xfrm>
          <a:prstGeom prst="rect">
            <a:avLst/>
          </a:prstGeom>
          <a:noFill/>
        </p:spPr>
        <p:txBody>
          <a:bodyPr wrap="none" rtlCol="0">
            <a:spAutoFit/>
          </a:bodyPr>
          <a:lstStyle/>
          <a:p>
            <a:r>
              <a:rPr lang="en-IN" sz="1200" dirty="0">
                <a:solidFill>
                  <a:schemeClr val="bg1"/>
                </a:solidFill>
                <a:latin typeface="Poppins Medium" panose="00000600000000000000" pitchFamily="50" charset="0"/>
                <a:cs typeface="Poppins Medium" panose="00000600000000000000" pitchFamily="50" charset="0"/>
              </a:rPr>
              <a:t>Introduction</a:t>
            </a:r>
          </a:p>
        </p:txBody>
      </p:sp>
      <p:sp>
        <p:nvSpPr>
          <p:cNvPr id="31" name="Freeform: Shape 30">
            <a:extLst>
              <a:ext uri="{FF2B5EF4-FFF2-40B4-BE49-F238E27FC236}">
                <a16:creationId xmlns:a16="http://schemas.microsoft.com/office/drawing/2014/main" id="{61B81A57-B5F8-CBF3-F647-EA407686C375}"/>
              </a:ext>
            </a:extLst>
          </p:cNvPr>
          <p:cNvSpPr/>
          <p:nvPr/>
        </p:nvSpPr>
        <p:spPr>
          <a:xfrm>
            <a:off x="5943313" y="3711987"/>
            <a:ext cx="8096" cy="857"/>
          </a:xfrm>
          <a:custGeom>
            <a:avLst/>
            <a:gdLst>
              <a:gd name="connsiteX0" fmla="*/ 0 w 8096"/>
              <a:gd name="connsiteY0" fmla="*/ 857 h 857"/>
              <a:gd name="connsiteX1" fmla="*/ 8096 w 8096"/>
              <a:gd name="connsiteY1" fmla="*/ 857 h 857"/>
              <a:gd name="connsiteX2" fmla="*/ 0 w 8096"/>
              <a:gd name="connsiteY2" fmla="*/ 857 h 857"/>
            </a:gdLst>
            <a:ahLst/>
            <a:cxnLst>
              <a:cxn ang="0">
                <a:pos x="connsiteX0" y="connsiteY0"/>
              </a:cxn>
              <a:cxn ang="0">
                <a:pos x="connsiteX1" y="connsiteY1"/>
              </a:cxn>
              <a:cxn ang="0">
                <a:pos x="connsiteX2" y="connsiteY2"/>
              </a:cxn>
            </a:cxnLst>
            <a:rect l="l" t="t" r="r" b="b"/>
            <a:pathLst>
              <a:path w="8096" h="857">
                <a:moveTo>
                  <a:pt x="0" y="857"/>
                </a:moveTo>
                <a:lnTo>
                  <a:pt x="8096" y="857"/>
                </a:lnTo>
                <a:cubicBezTo>
                  <a:pt x="5429" y="-286"/>
                  <a:pt x="2667" y="-286"/>
                  <a:pt x="0" y="857"/>
                </a:cubicBezTo>
                <a:close/>
              </a:path>
            </a:pathLst>
          </a:custGeom>
          <a:solidFill>
            <a:srgbClr val="2B2B2B"/>
          </a:solidFill>
          <a:ln w="9525" cap="flat">
            <a:noFill/>
            <a:prstDash val="solid"/>
            <a:miter/>
          </a:ln>
        </p:spPr>
        <p:txBody>
          <a:bodyPr rtlCol="0" anchor="ctr"/>
          <a:lstStyle/>
          <a:p>
            <a:endParaRPr lang="en-IN"/>
          </a:p>
        </p:txBody>
      </p:sp>
      <p:sp>
        <p:nvSpPr>
          <p:cNvPr id="32" name="Freeform: Shape 31">
            <a:extLst>
              <a:ext uri="{FF2B5EF4-FFF2-40B4-BE49-F238E27FC236}">
                <a16:creationId xmlns:a16="http://schemas.microsoft.com/office/drawing/2014/main" id="{B631EEF1-030B-D12A-CF6E-E6652F6E6B24}"/>
              </a:ext>
            </a:extLst>
          </p:cNvPr>
          <p:cNvSpPr/>
          <p:nvPr/>
        </p:nvSpPr>
        <p:spPr>
          <a:xfrm>
            <a:off x="5943313" y="3711265"/>
            <a:ext cx="8096" cy="1578"/>
          </a:xfrm>
          <a:custGeom>
            <a:avLst/>
            <a:gdLst>
              <a:gd name="connsiteX0" fmla="*/ 0 w 8096"/>
              <a:gd name="connsiteY0" fmla="*/ 1579 h 1578"/>
              <a:gd name="connsiteX1" fmla="*/ 8096 w 8096"/>
              <a:gd name="connsiteY1" fmla="*/ 1579 h 1578"/>
              <a:gd name="connsiteX2" fmla="*/ 0 w 8096"/>
              <a:gd name="connsiteY2" fmla="*/ 1579 h 1578"/>
            </a:gdLst>
            <a:ahLst/>
            <a:cxnLst>
              <a:cxn ang="0">
                <a:pos x="connsiteX0" y="connsiteY0"/>
              </a:cxn>
              <a:cxn ang="0">
                <a:pos x="connsiteX1" y="connsiteY1"/>
              </a:cxn>
              <a:cxn ang="0">
                <a:pos x="connsiteX2" y="connsiteY2"/>
              </a:cxn>
            </a:cxnLst>
            <a:rect l="l" t="t" r="r" b="b"/>
            <a:pathLst>
              <a:path w="8096" h="1578">
                <a:moveTo>
                  <a:pt x="0" y="1579"/>
                </a:moveTo>
                <a:cubicBezTo>
                  <a:pt x="2667" y="436"/>
                  <a:pt x="5429" y="436"/>
                  <a:pt x="8096" y="1579"/>
                </a:cubicBezTo>
                <a:cubicBezTo>
                  <a:pt x="5429" y="-231"/>
                  <a:pt x="2667" y="-802"/>
                  <a:pt x="0" y="1579"/>
                </a:cubicBezTo>
                <a:close/>
              </a:path>
            </a:pathLst>
          </a:custGeom>
          <a:solidFill>
            <a:srgbClr val="2B2B2B"/>
          </a:solidFill>
          <a:ln w="9525" cap="flat">
            <a:noFill/>
            <a:prstDash val="solid"/>
            <a:miter/>
          </a:ln>
        </p:spPr>
        <p:txBody>
          <a:bodyPr rtlCol="0" anchor="ctr"/>
          <a:lstStyle/>
          <a:p>
            <a:endParaRPr lang="en-IN"/>
          </a:p>
        </p:txBody>
      </p:sp>
      <p:sp>
        <p:nvSpPr>
          <p:cNvPr id="36" name="Freeform: Shape 35">
            <a:extLst>
              <a:ext uri="{FF2B5EF4-FFF2-40B4-BE49-F238E27FC236}">
                <a16:creationId xmlns:a16="http://schemas.microsoft.com/office/drawing/2014/main" id="{90012A1E-28AA-E521-B656-ED2BA4A3E087}"/>
              </a:ext>
            </a:extLst>
          </p:cNvPr>
          <p:cNvSpPr/>
          <p:nvPr/>
        </p:nvSpPr>
        <p:spPr>
          <a:xfrm>
            <a:off x="5956839" y="3711987"/>
            <a:ext cx="6762" cy="857"/>
          </a:xfrm>
          <a:custGeom>
            <a:avLst/>
            <a:gdLst>
              <a:gd name="connsiteX0" fmla="*/ 0 w 6762"/>
              <a:gd name="connsiteY0" fmla="*/ 857 h 857"/>
              <a:gd name="connsiteX1" fmla="*/ 6763 w 6762"/>
              <a:gd name="connsiteY1" fmla="*/ 857 h 857"/>
              <a:gd name="connsiteX2" fmla="*/ 0 w 6762"/>
              <a:gd name="connsiteY2" fmla="*/ 857 h 857"/>
            </a:gdLst>
            <a:ahLst/>
            <a:cxnLst>
              <a:cxn ang="0">
                <a:pos x="connsiteX0" y="connsiteY0"/>
              </a:cxn>
              <a:cxn ang="0">
                <a:pos x="connsiteX1" y="connsiteY1"/>
              </a:cxn>
              <a:cxn ang="0">
                <a:pos x="connsiteX2" y="connsiteY2"/>
              </a:cxn>
            </a:cxnLst>
            <a:rect l="l" t="t" r="r" b="b"/>
            <a:pathLst>
              <a:path w="6762" h="857">
                <a:moveTo>
                  <a:pt x="0" y="857"/>
                </a:moveTo>
                <a:lnTo>
                  <a:pt x="6763" y="857"/>
                </a:lnTo>
                <a:cubicBezTo>
                  <a:pt x="4477" y="-286"/>
                  <a:pt x="2286" y="-286"/>
                  <a:pt x="0" y="857"/>
                </a:cubicBezTo>
                <a:close/>
              </a:path>
            </a:pathLst>
          </a:custGeom>
          <a:solidFill>
            <a:srgbClr val="2B2B2B"/>
          </a:solidFill>
          <a:ln w="9525" cap="flat">
            <a:noFill/>
            <a:prstDash val="solid"/>
            <a:miter/>
          </a:ln>
        </p:spPr>
        <p:txBody>
          <a:bodyPr rtlCol="0" anchor="ctr"/>
          <a:lstStyle/>
          <a:p>
            <a:endParaRPr lang="en-IN"/>
          </a:p>
        </p:txBody>
      </p:sp>
      <p:sp>
        <p:nvSpPr>
          <p:cNvPr id="37" name="Freeform: Shape 36">
            <a:extLst>
              <a:ext uri="{FF2B5EF4-FFF2-40B4-BE49-F238E27FC236}">
                <a16:creationId xmlns:a16="http://schemas.microsoft.com/office/drawing/2014/main" id="{E0E7EAC4-16BE-9F14-7F8A-D62D087EB35B}"/>
              </a:ext>
            </a:extLst>
          </p:cNvPr>
          <p:cNvSpPr/>
          <p:nvPr/>
        </p:nvSpPr>
        <p:spPr>
          <a:xfrm>
            <a:off x="5956839" y="3711340"/>
            <a:ext cx="6762" cy="1503"/>
          </a:xfrm>
          <a:custGeom>
            <a:avLst/>
            <a:gdLst>
              <a:gd name="connsiteX0" fmla="*/ 0 w 6762"/>
              <a:gd name="connsiteY0" fmla="*/ 1504 h 1503"/>
              <a:gd name="connsiteX1" fmla="*/ 6763 w 6762"/>
              <a:gd name="connsiteY1" fmla="*/ 1504 h 1503"/>
              <a:gd name="connsiteX2" fmla="*/ 0 w 6762"/>
              <a:gd name="connsiteY2" fmla="*/ 1504 h 1503"/>
            </a:gdLst>
            <a:ahLst/>
            <a:cxnLst>
              <a:cxn ang="0">
                <a:pos x="connsiteX0" y="connsiteY0"/>
              </a:cxn>
              <a:cxn ang="0">
                <a:pos x="connsiteX1" y="connsiteY1"/>
              </a:cxn>
              <a:cxn ang="0">
                <a:pos x="connsiteX2" y="connsiteY2"/>
              </a:cxn>
            </a:cxnLst>
            <a:rect l="l" t="t" r="r" b="b"/>
            <a:pathLst>
              <a:path w="6762" h="1503">
                <a:moveTo>
                  <a:pt x="0" y="1504"/>
                </a:moveTo>
                <a:cubicBezTo>
                  <a:pt x="2286" y="361"/>
                  <a:pt x="4477" y="361"/>
                  <a:pt x="6763" y="1504"/>
                </a:cubicBezTo>
                <a:cubicBezTo>
                  <a:pt x="4477" y="-687"/>
                  <a:pt x="2286" y="-306"/>
                  <a:pt x="0" y="1504"/>
                </a:cubicBezTo>
                <a:close/>
              </a:path>
            </a:pathLst>
          </a:custGeom>
          <a:solidFill>
            <a:srgbClr val="2B2B2B"/>
          </a:solidFill>
          <a:ln w="9525" cap="flat">
            <a:noFill/>
            <a:prstDash val="solid"/>
            <a:miter/>
          </a:ln>
        </p:spPr>
        <p:txBody>
          <a:bodyPr rtlCol="0" anchor="ctr"/>
          <a:lstStyle/>
          <a:p>
            <a:endParaRPr lang="en-IN"/>
          </a:p>
        </p:txBody>
      </p:sp>
      <p:sp>
        <p:nvSpPr>
          <p:cNvPr id="60" name="TextBox 59">
            <a:extLst>
              <a:ext uri="{FF2B5EF4-FFF2-40B4-BE49-F238E27FC236}">
                <a16:creationId xmlns:a16="http://schemas.microsoft.com/office/drawing/2014/main" id="{78B6EF03-8F3E-3607-3A1C-1F678C9186EF}"/>
              </a:ext>
            </a:extLst>
          </p:cNvPr>
          <p:cNvSpPr txBox="1"/>
          <p:nvPr/>
        </p:nvSpPr>
        <p:spPr>
          <a:xfrm>
            <a:off x="3103247" y="2617789"/>
            <a:ext cx="8575264" cy="3276282"/>
          </a:xfrm>
          <a:prstGeom prst="rect">
            <a:avLst/>
          </a:prstGeom>
          <a:noFill/>
        </p:spPr>
        <p:txBody>
          <a:bodyPr wrap="square" rtlCol="0">
            <a:spAutoFit/>
          </a:bodyPr>
          <a:lstStyle/>
          <a:p>
            <a:pPr>
              <a:lnSpc>
                <a:spcPct val="150000"/>
              </a:lnSpc>
            </a:pPr>
            <a:r>
              <a:rPr lang="en-IN" sz="2000" dirty="0" err="1">
                <a:solidFill>
                  <a:srgbClr val="B4B5B2"/>
                </a:solidFill>
              </a:rPr>
              <a:t>Tên</a:t>
            </a:r>
            <a:r>
              <a:rPr lang="en-IN" sz="2000" dirty="0">
                <a:solidFill>
                  <a:srgbClr val="B4B5B2"/>
                </a:solidFill>
              </a:rPr>
              <a:t>: Chung Nguyên </a:t>
            </a:r>
            <a:r>
              <a:rPr lang="en-IN" sz="2000" dirty="0" err="1">
                <a:solidFill>
                  <a:srgbClr val="B4B5B2"/>
                </a:solidFill>
              </a:rPr>
              <a:t>Khôi</a:t>
            </a:r>
            <a:endParaRPr lang="en-IN" sz="2000" dirty="0">
              <a:solidFill>
                <a:srgbClr val="B4B5B2"/>
              </a:solidFill>
            </a:endParaRPr>
          </a:p>
          <a:p>
            <a:pPr>
              <a:lnSpc>
                <a:spcPct val="150000"/>
              </a:lnSpc>
            </a:pPr>
            <a:endParaRPr lang="en-IN" sz="2000" dirty="0">
              <a:solidFill>
                <a:srgbClr val="B4B5B2"/>
              </a:solidFill>
            </a:endParaRPr>
          </a:p>
          <a:p>
            <a:pPr>
              <a:lnSpc>
                <a:spcPct val="150000"/>
              </a:lnSpc>
            </a:pPr>
            <a:r>
              <a:rPr lang="en-IN" sz="2000" dirty="0" err="1">
                <a:solidFill>
                  <a:srgbClr val="B4B5B2"/>
                </a:solidFill>
              </a:rPr>
              <a:t>Tuổi</a:t>
            </a:r>
            <a:r>
              <a:rPr lang="en-IN" sz="2000" dirty="0">
                <a:solidFill>
                  <a:srgbClr val="B4B5B2"/>
                </a:solidFill>
              </a:rPr>
              <a:t>: 12</a:t>
            </a:r>
          </a:p>
          <a:p>
            <a:pPr>
              <a:lnSpc>
                <a:spcPct val="150000"/>
              </a:lnSpc>
            </a:pPr>
            <a:endParaRPr lang="en-IN" sz="2000" dirty="0">
              <a:solidFill>
                <a:srgbClr val="B4B5B2"/>
              </a:solidFill>
            </a:endParaRPr>
          </a:p>
          <a:p>
            <a:pPr>
              <a:lnSpc>
                <a:spcPct val="150000"/>
              </a:lnSpc>
            </a:pPr>
            <a:r>
              <a:rPr lang="en-IN" sz="2000" dirty="0">
                <a:solidFill>
                  <a:srgbClr val="B4B5B2"/>
                </a:solidFill>
              </a:rPr>
              <a:t>Trường: THCS Lý Thánh </a:t>
            </a:r>
            <a:r>
              <a:rPr lang="en-IN" sz="2000" dirty="0" err="1">
                <a:solidFill>
                  <a:srgbClr val="B4B5B2"/>
                </a:solidFill>
              </a:rPr>
              <a:t>Tông</a:t>
            </a:r>
            <a:r>
              <a:rPr lang="en-IN" sz="2000" dirty="0">
                <a:solidFill>
                  <a:srgbClr val="B4B5B2"/>
                </a:solidFill>
              </a:rPr>
              <a:t> </a:t>
            </a:r>
            <a:r>
              <a:rPr lang="en-IN" sz="2000" dirty="0" err="1">
                <a:solidFill>
                  <a:srgbClr val="B4B5B2"/>
                </a:solidFill>
              </a:rPr>
              <a:t>Và</a:t>
            </a:r>
            <a:r>
              <a:rPr lang="en-IN" sz="2000" dirty="0">
                <a:solidFill>
                  <a:srgbClr val="B4B5B2"/>
                </a:solidFill>
              </a:rPr>
              <a:t> Trường Công </a:t>
            </a:r>
            <a:r>
              <a:rPr lang="en-IN" sz="2000" dirty="0" err="1">
                <a:solidFill>
                  <a:srgbClr val="B4B5B2"/>
                </a:solidFill>
              </a:rPr>
              <a:t>Nghệ</a:t>
            </a:r>
            <a:r>
              <a:rPr lang="en-IN" sz="2000" dirty="0">
                <a:solidFill>
                  <a:srgbClr val="B4B5B2"/>
                </a:solidFill>
              </a:rPr>
              <a:t> </a:t>
            </a:r>
            <a:r>
              <a:rPr lang="en-IN" sz="2000" dirty="0" err="1">
                <a:solidFill>
                  <a:srgbClr val="B4B5B2"/>
                </a:solidFill>
              </a:rPr>
              <a:t>Mindx</a:t>
            </a:r>
            <a:endParaRPr lang="en-IN" sz="2000" dirty="0">
              <a:solidFill>
                <a:srgbClr val="B4B5B2"/>
              </a:solidFill>
            </a:endParaRPr>
          </a:p>
          <a:p>
            <a:pPr>
              <a:lnSpc>
                <a:spcPct val="150000"/>
              </a:lnSpc>
            </a:pPr>
            <a:endParaRPr lang="en-IN" sz="2000" dirty="0">
              <a:solidFill>
                <a:srgbClr val="B4B5B2"/>
              </a:solidFill>
            </a:endParaRPr>
          </a:p>
          <a:p>
            <a:pPr>
              <a:lnSpc>
                <a:spcPct val="150000"/>
              </a:lnSpc>
            </a:pPr>
            <a:r>
              <a:rPr lang="en-IN" sz="2000" dirty="0" err="1">
                <a:solidFill>
                  <a:srgbClr val="B4B5B2"/>
                </a:solidFill>
              </a:rPr>
              <a:t>Sở</a:t>
            </a:r>
            <a:r>
              <a:rPr lang="en-IN" sz="2000" dirty="0">
                <a:solidFill>
                  <a:srgbClr val="B4B5B2"/>
                </a:solidFill>
              </a:rPr>
              <a:t> Thích: </a:t>
            </a:r>
            <a:r>
              <a:rPr lang="en-IN" sz="2000" dirty="0" err="1">
                <a:solidFill>
                  <a:srgbClr val="B4B5B2"/>
                </a:solidFill>
              </a:rPr>
              <a:t>Làm</a:t>
            </a:r>
            <a:r>
              <a:rPr lang="en-IN" sz="2000" dirty="0">
                <a:solidFill>
                  <a:srgbClr val="B4B5B2"/>
                </a:solidFill>
              </a:rPr>
              <a:t> Game, </a:t>
            </a:r>
            <a:r>
              <a:rPr lang="en-IN" sz="2000" dirty="0" err="1">
                <a:solidFill>
                  <a:srgbClr val="B4B5B2"/>
                </a:solidFill>
              </a:rPr>
              <a:t>Chơi</a:t>
            </a:r>
            <a:r>
              <a:rPr lang="en-IN" sz="2000" dirty="0">
                <a:solidFill>
                  <a:srgbClr val="B4B5B2"/>
                </a:solidFill>
              </a:rPr>
              <a:t> </a:t>
            </a:r>
            <a:r>
              <a:rPr lang="en-IN" sz="2000" dirty="0" err="1">
                <a:solidFill>
                  <a:srgbClr val="B4B5B2"/>
                </a:solidFill>
              </a:rPr>
              <a:t>Bóng</a:t>
            </a:r>
            <a:r>
              <a:rPr lang="en-IN" sz="2000" dirty="0">
                <a:solidFill>
                  <a:srgbClr val="B4B5B2"/>
                </a:solidFill>
              </a:rPr>
              <a:t> </a:t>
            </a:r>
            <a:r>
              <a:rPr lang="en-IN" sz="2000" dirty="0" err="1">
                <a:solidFill>
                  <a:srgbClr val="B4B5B2"/>
                </a:solidFill>
              </a:rPr>
              <a:t>Đá</a:t>
            </a:r>
            <a:r>
              <a:rPr lang="en-IN" sz="2000" dirty="0">
                <a:solidFill>
                  <a:srgbClr val="B4B5B2"/>
                </a:solidFill>
              </a:rPr>
              <a:t>, Học </a:t>
            </a:r>
            <a:r>
              <a:rPr lang="en-IN" sz="2000" dirty="0" err="1">
                <a:solidFill>
                  <a:srgbClr val="B4B5B2"/>
                </a:solidFill>
              </a:rPr>
              <a:t>Toán</a:t>
            </a:r>
            <a:r>
              <a:rPr lang="en-IN" sz="2000" dirty="0">
                <a:solidFill>
                  <a:srgbClr val="B4B5B2"/>
                </a:solidFill>
              </a:rPr>
              <a:t>, </a:t>
            </a:r>
            <a:r>
              <a:rPr lang="en-IN" sz="2000" dirty="0" err="1">
                <a:solidFill>
                  <a:srgbClr val="B4B5B2"/>
                </a:solidFill>
              </a:rPr>
              <a:t>Chơi</a:t>
            </a:r>
            <a:r>
              <a:rPr lang="en-IN" sz="2000" dirty="0">
                <a:solidFill>
                  <a:srgbClr val="B4B5B2"/>
                </a:solidFill>
              </a:rPr>
              <a:t> Game,….</a:t>
            </a:r>
          </a:p>
        </p:txBody>
      </p:sp>
      <p:sp>
        <p:nvSpPr>
          <p:cNvPr id="23" name="TextBox 22">
            <a:hlinkClick r:id="rId2" action="ppaction://hlinksldjump"/>
            <a:extLst>
              <a:ext uri="{FF2B5EF4-FFF2-40B4-BE49-F238E27FC236}">
                <a16:creationId xmlns:a16="http://schemas.microsoft.com/office/drawing/2014/main" id="{D3FA469F-E622-B163-9A6E-C268636E70A7}"/>
              </a:ext>
            </a:extLst>
          </p:cNvPr>
          <p:cNvSpPr txBox="1"/>
          <p:nvPr/>
        </p:nvSpPr>
        <p:spPr>
          <a:xfrm>
            <a:off x="849867" y="1312696"/>
            <a:ext cx="1007007" cy="276999"/>
          </a:xfrm>
          <a:prstGeom prst="rect">
            <a:avLst/>
          </a:prstGeom>
          <a:noFill/>
        </p:spPr>
        <p:txBody>
          <a:bodyPr wrap="none" rtlCol="0">
            <a:spAutoFit/>
          </a:bodyPr>
          <a:lstStyle/>
          <a:p>
            <a:r>
              <a:rPr lang="en-IN" sz="1200" dirty="0">
                <a:solidFill>
                  <a:srgbClr val="B4B5B2"/>
                </a:solidFill>
                <a:latin typeface="Poppins Medium" panose="00000600000000000000" pitchFamily="50" charset="0"/>
                <a:cs typeface="Poppins Medium" panose="00000600000000000000" pitchFamily="50" charset="0"/>
              </a:rPr>
              <a:t>About App</a:t>
            </a:r>
          </a:p>
        </p:txBody>
      </p:sp>
      <p:sp>
        <p:nvSpPr>
          <p:cNvPr id="24" name="Graphic 14">
            <a:hlinkClick r:id="rId2" action="ppaction://hlinksldjump"/>
            <a:extLst>
              <a:ext uri="{FF2B5EF4-FFF2-40B4-BE49-F238E27FC236}">
                <a16:creationId xmlns:a16="http://schemas.microsoft.com/office/drawing/2014/main" id="{AED3E656-4D43-0ED9-E65B-6DB0A29A96D3}"/>
              </a:ext>
            </a:extLst>
          </p:cNvPr>
          <p:cNvSpPr/>
          <p:nvPr/>
        </p:nvSpPr>
        <p:spPr>
          <a:xfrm>
            <a:off x="409807" y="1343757"/>
            <a:ext cx="205404" cy="204111"/>
          </a:xfrm>
          <a:custGeom>
            <a:avLst/>
            <a:gdLst>
              <a:gd name="connsiteX0" fmla="*/ 535467 w 535484"/>
              <a:gd name="connsiteY0" fmla="*/ 325659 h 532115"/>
              <a:gd name="connsiteX1" fmla="*/ 535467 w 535484"/>
              <a:gd name="connsiteY1" fmla="*/ 468764 h 532115"/>
              <a:gd name="connsiteX2" fmla="*/ 472362 w 535484"/>
              <a:gd name="connsiteY2" fmla="*/ 532084 h 532115"/>
              <a:gd name="connsiteX3" fmla="*/ 379443 w 535484"/>
              <a:gd name="connsiteY3" fmla="*/ 532084 h 532115"/>
              <a:gd name="connsiteX4" fmla="*/ 337191 w 535484"/>
              <a:gd name="connsiteY4" fmla="*/ 489882 h 532115"/>
              <a:gd name="connsiteX5" fmla="*/ 337191 w 535484"/>
              <a:gd name="connsiteY5" fmla="*/ 386429 h 532115"/>
              <a:gd name="connsiteX6" fmla="*/ 314400 w 535484"/>
              <a:gd name="connsiteY6" fmla="*/ 363555 h 532115"/>
              <a:gd name="connsiteX7" fmla="*/ 220852 w 535484"/>
              <a:gd name="connsiteY7" fmla="*/ 363555 h 532115"/>
              <a:gd name="connsiteX8" fmla="*/ 198393 w 535484"/>
              <a:gd name="connsiteY8" fmla="*/ 386114 h 532115"/>
              <a:gd name="connsiteX9" fmla="*/ 198393 w 535484"/>
              <a:gd name="connsiteY9" fmla="*/ 489567 h 532115"/>
              <a:gd name="connsiteX10" fmla="*/ 155825 w 535484"/>
              <a:gd name="connsiteY10" fmla="*/ 532084 h 532115"/>
              <a:gd name="connsiteX11" fmla="*/ 62277 w 535484"/>
              <a:gd name="connsiteY11" fmla="*/ 532084 h 532115"/>
              <a:gd name="connsiteX12" fmla="*/ 83 w 535484"/>
              <a:gd name="connsiteY12" fmla="*/ 469691 h 532115"/>
              <a:gd name="connsiteX13" fmla="*/ 0 w 535484"/>
              <a:gd name="connsiteY13" fmla="*/ 179772 h 532115"/>
              <a:gd name="connsiteX14" fmla="*/ 22277 w 535484"/>
              <a:gd name="connsiteY14" fmla="*/ 140584 h 532115"/>
              <a:gd name="connsiteX15" fmla="*/ 245448 w 535484"/>
              <a:gd name="connsiteY15" fmla="*/ 6737 h 532115"/>
              <a:gd name="connsiteX16" fmla="*/ 289854 w 535484"/>
              <a:gd name="connsiteY16" fmla="*/ 6605 h 532115"/>
              <a:gd name="connsiteX17" fmla="*/ 514548 w 535484"/>
              <a:gd name="connsiteY17" fmla="*/ 141412 h 532115"/>
              <a:gd name="connsiteX18" fmla="*/ 535484 w 535484"/>
              <a:gd name="connsiteY18" fmla="*/ 178844 h 532115"/>
              <a:gd name="connsiteX19" fmla="*/ 535451 w 535484"/>
              <a:gd name="connsiteY19" fmla="*/ 325676 h 532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35484" h="532115">
                <a:moveTo>
                  <a:pt x="535467" y="325659"/>
                </a:moveTo>
                <a:cubicBezTo>
                  <a:pt x="535467" y="373361"/>
                  <a:pt x="535467" y="421062"/>
                  <a:pt x="535467" y="468764"/>
                </a:cubicBezTo>
                <a:cubicBezTo>
                  <a:pt x="535467" y="506826"/>
                  <a:pt x="510308" y="532051"/>
                  <a:pt x="472362" y="532084"/>
                </a:cubicBezTo>
                <a:cubicBezTo>
                  <a:pt x="441389" y="532101"/>
                  <a:pt x="410416" y="532118"/>
                  <a:pt x="379443" y="532084"/>
                </a:cubicBezTo>
                <a:cubicBezTo>
                  <a:pt x="353853" y="532051"/>
                  <a:pt x="337224" y="515439"/>
                  <a:pt x="337191" y="489882"/>
                </a:cubicBezTo>
                <a:cubicBezTo>
                  <a:pt x="337158" y="455398"/>
                  <a:pt x="337191" y="420913"/>
                  <a:pt x="337191" y="386429"/>
                </a:cubicBezTo>
                <a:cubicBezTo>
                  <a:pt x="337191" y="371307"/>
                  <a:pt x="329473" y="363555"/>
                  <a:pt x="314400" y="363555"/>
                </a:cubicBezTo>
                <a:cubicBezTo>
                  <a:pt x="283212" y="363555"/>
                  <a:pt x="252040" y="363539"/>
                  <a:pt x="220852" y="363555"/>
                </a:cubicBezTo>
                <a:cubicBezTo>
                  <a:pt x="206127" y="363555"/>
                  <a:pt x="198409" y="371323"/>
                  <a:pt x="198393" y="386114"/>
                </a:cubicBezTo>
                <a:cubicBezTo>
                  <a:pt x="198376" y="420599"/>
                  <a:pt x="198409" y="455083"/>
                  <a:pt x="198393" y="489567"/>
                </a:cubicBezTo>
                <a:cubicBezTo>
                  <a:pt x="198376" y="515538"/>
                  <a:pt x="181813" y="532068"/>
                  <a:pt x="155825" y="532084"/>
                </a:cubicBezTo>
                <a:cubicBezTo>
                  <a:pt x="124637" y="532118"/>
                  <a:pt x="93465" y="532134"/>
                  <a:pt x="62277" y="532084"/>
                </a:cubicBezTo>
                <a:cubicBezTo>
                  <a:pt x="25573" y="532018"/>
                  <a:pt x="99" y="506461"/>
                  <a:pt x="83" y="469691"/>
                </a:cubicBezTo>
                <a:cubicBezTo>
                  <a:pt x="50" y="373046"/>
                  <a:pt x="149" y="276401"/>
                  <a:pt x="0" y="179772"/>
                </a:cubicBezTo>
                <a:cubicBezTo>
                  <a:pt x="-33" y="162215"/>
                  <a:pt x="7288" y="149544"/>
                  <a:pt x="22277" y="140584"/>
                </a:cubicBezTo>
                <a:cubicBezTo>
                  <a:pt x="96728" y="96062"/>
                  <a:pt x="171080" y="51375"/>
                  <a:pt x="245448" y="6737"/>
                </a:cubicBezTo>
                <a:cubicBezTo>
                  <a:pt x="260239" y="-2140"/>
                  <a:pt x="275030" y="-2306"/>
                  <a:pt x="289854" y="6605"/>
                </a:cubicBezTo>
                <a:cubicBezTo>
                  <a:pt x="364752" y="51541"/>
                  <a:pt x="439650" y="96493"/>
                  <a:pt x="514548" y="141412"/>
                </a:cubicBezTo>
                <a:cubicBezTo>
                  <a:pt x="528693" y="149892"/>
                  <a:pt x="535501" y="162364"/>
                  <a:pt x="535484" y="178844"/>
                </a:cubicBezTo>
                <a:cubicBezTo>
                  <a:pt x="535418" y="227788"/>
                  <a:pt x="535451" y="276732"/>
                  <a:pt x="535451" y="325676"/>
                </a:cubicBezTo>
                <a:close/>
              </a:path>
            </a:pathLst>
          </a:custGeom>
          <a:solidFill>
            <a:srgbClr val="B4B5B2"/>
          </a:solidFill>
          <a:ln w="1651" cap="flat">
            <a:noFill/>
            <a:prstDash val="solid"/>
            <a:miter/>
          </a:ln>
        </p:spPr>
        <p:txBody>
          <a:bodyPr rtlCol="0" anchor="ctr"/>
          <a:lstStyle/>
          <a:p>
            <a:endParaRPr lang="en-IN"/>
          </a:p>
        </p:txBody>
      </p:sp>
      <p:sp>
        <p:nvSpPr>
          <p:cNvPr id="25" name="TextBox 24">
            <a:hlinkClick r:id="rId3" action="ppaction://hlinksldjump"/>
            <a:extLst>
              <a:ext uri="{FF2B5EF4-FFF2-40B4-BE49-F238E27FC236}">
                <a16:creationId xmlns:a16="http://schemas.microsoft.com/office/drawing/2014/main" id="{4B9D06F2-6FEB-8C32-52F6-69010328E106}"/>
              </a:ext>
            </a:extLst>
          </p:cNvPr>
          <p:cNvSpPr txBox="1"/>
          <p:nvPr/>
        </p:nvSpPr>
        <p:spPr>
          <a:xfrm>
            <a:off x="813958" y="845113"/>
            <a:ext cx="811441" cy="276999"/>
          </a:xfrm>
          <a:prstGeom prst="rect">
            <a:avLst/>
          </a:prstGeom>
          <a:noFill/>
        </p:spPr>
        <p:txBody>
          <a:bodyPr wrap="none" rtlCol="0">
            <a:spAutoFit/>
          </a:bodyPr>
          <a:lstStyle/>
          <a:p>
            <a:r>
              <a:rPr lang="en-IN" sz="1200" dirty="0">
                <a:solidFill>
                  <a:srgbClr val="1ED760"/>
                </a:solidFill>
                <a:latin typeface="Poppins Medium" panose="00000600000000000000" pitchFamily="50" charset="0"/>
                <a:cs typeface="Poppins Medium" panose="00000600000000000000" pitchFamily="50" charset="0"/>
              </a:rPr>
              <a:t>About Me</a:t>
            </a:r>
          </a:p>
        </p:txBody>
      </p:sp>
      <p:sp>
        <p:nvSpPr>
          <p:cNvPr id="38" name="Graphic 19">
            <a:hlinkClick r:id="rId3" action="ppaction://hlinksldjump"/>
            <a:extLst>
              <a:ext uri="{FF2B5EF4-FFF2-40B4-BE49-F238E27FC236}">
                <a16:creationId xmlns:a16="http://schemas.microsoft.com/office/drawing/2014/main" id="{025BF91C-5163-7619-C9C4-CF2840FE8738}"/>
              </a:ext>
            </a:extLst>
          </p:cNvPr>
          <p:cNvSpPr/>
          <p:nvPr/>
        </p:nvSpPr>
        <p:spPr>
          <a:xfrm>
            <a:off x="405478" y="905748"/>
            <a:ext cx="197120" cy="204111"/>
          </a:xfrm>
          <a:custGeom>
            <a:avLst/>
            <a:gdLst>
              <a:gd name="connsiteX0" fmla="*/ 3715304 w 3788950"/>
              <a:gd name="connsiteY0" fmla="*/ 3556921 h 3923333"/>
              <a:gd name="connsiteX1" fmla="*/ 2822431 w 3788950"/>
              <a:gd name="connsiteY1" fmla="*/ 2629852 h 3923333"/>
              <a:gd name="connsiteX2" fmla="*/ 2820430 w 3788950"/>
              <a:gd name="connsiteY2" fmla="*/ 2571845 h 3923333"/>
              <a:gd name="connsiteX3" fmla="*/ 3065128 w 3788950"/>
              <a:gd name="connsiteY3" fmla="*/ 2146459 h 3923333"/>
              <a:gd name="connsiteX4" fmla="*/ 3148186 w 3788950"/>
              <a:gd name="connsiteY4" fmla="*/ 1330071 h 3923333"/>
              <a:gd name="connsiteX5" fmla="*/ 2612214 w 3788950"/>
              <a:gd name="connsiteY5" fmla="*/ 381476 h 3923333"/>
              <a:gd name="connsiteX6" fmla="*/ 1888600 w 3788950"/>
              <a:gd name="connsiteY6" fmla="*/ 29432 h 3923333"/>
              <a:gd name="connsiteX7" fmla="*/ 1718483 w 3788950"/>
              <a:gd name="connsiteY7" fmla="*/ 0 h 3923333"/>
              <a:gd name="connsiteX8" fmla="*/ 1695528 w 3788950"/>
              <a:gd name="connsiteY8" fmla="*/ 0 h 3923333"/>
              <a:gd name="connsiteX9" fmla="*/ 1672573 w 3788950"/>
              <a:gd name="connsiteY9" fmla="*/ 3905 h 3923333"/>
              <a:gd name="connsiteX10" fmla="*/ 1649617 w 3788950"/>
              <a:gd name="connsiteY10" fmla="*/ 0 h 3923333"/>
              <a:gd name="connsiteX11" fmla="*/ 1511695 w 3788950"/>
              <a:gd name="connsiteY11" fmla="*/ 0 h 3923333"/>
              <a:gd name="connsiteX12" fmla="*/ 1495312 w 3788950"/>
              <a:gd name="connsiteY12" fmla="*/ 3905 h 3923333"/>
              <a:gd name="connsiteX13" fmla="*/ 1482073 w 3788950"/>
              <a:gd name="connsiteY13" fmla="*/ 3905 h 3923333"/>
              <a:gd name="connsiteX14" fmla="*/ 1465690 w 3788950"/>
              <a:gd name="connsiteY14" fmla="*/ 0 h 3923333"/>
              <a:gd name="connsiteX15" fmla="*/ 1442734 w 3788950"/>
              <a:gd name="connsiteY15" fmla="*/ 0 h 3923333"/>
              <a:gd name="connsiteX16" fmla="*/ 1374726 w 3788950"/>
              <a:gd name="connsiteY16" fmla="*/ 14288 h 3923333"/>
              <a:gd name="connsiteX17" fmla="*/ 686926 w 3788950"/>
              <a:gd name="connsiteY17" fmla="*/ 281369 h 3923333"/>
              <a:gd name="connsiteX18" fmla="*/ 143429 w 3788950"/>
              <a:gd name="connsiteY18" fmla="*/ 930402 h 3923333"/>
              <a:gd name="connsiteX19" fmla="*/ 20366 w 3788950"/>
              <a:gd name="connsiteY19" fmla="*/ 1830229 h 3923333"/>
              <a:gd name="connsiteX20" fmla="*/ 534145 w 3788950"/>
              <a:gd name="connsiteY20" fmla="*/ 2766251 h 3923333"/>
              <a:gd name="connsiteX21" fmla="*/ 1337102 w 3788950"/>
              <a:gd name="connsiteY21" fmla="*/ 3148298 h 3923333"/>
              <a:gd name="connsiteX22" fmla="*/ 2460385 w 3788950"/>
              <a:gd name="connsiteY22" fmla="*/ 2901791 h 3923333"/>
              <a:gd name="connsiteX23" fmla="*/ 2519059 w 3788950"/>
              <a:gd name="connsiteY23" fmla="*/ 2908364 h 3923333"/>
              <a:gd name="connsiteX24" fmla="*/ 3416219 w 3788950"/>
              <a:gd name="connsiteY24" fmla="*/ 3842004 h 3923333"/>
              <a:gd name="connsiteX25" fmla="*/ 3449461 w 3788950"/>
              <a:gd name="connsiteY25" fmla="*/ 3873722 h 3923333"/>
              <a:gd name="connsiteX26" fmla="*/ 3761786 w 3788950"/>
              <a:gd name="connsiteY26" fmla="*/ 3818192 h 3923333"/>
              <a:gd name="connsiteX27" fmla="*/ 3715400 w 3788950"/>
              <a:gd name="connsiteY27" fmla="*/ 3557016 h 3923333"/>
              <a:gd name="connsiteX28" fmla="*/ 1586086 w 3788950"/>
              <a:gd name="connsiteY28" fmla="*/ 2754535 h 3923333"/>
              <a:gd name="connsiteX29" fmla="*/ 414701 w 3788950"/>
              <a:gd name="connsiteY29" fmla="*/ 1584389 h 3923333"/>
              <a:gd name="connsiteX30" fmla="*/ 1585609 w 3788950"/>
              <a:gd name="connsiteY30" fmla="*/ 413480 h 3923333"/>
              <a:gd name="connsiteX31" fmla="*/ 2754803 w 3788950"/>
              <a:gd name="connsiteY31" fmla="*/ 1585817 h 3923333"/>
              <a:gd name="connsiteX32" fmla="*/ 1586086 w 3788950"/>
              <a:gd name="connsiteY32" fmla="*/ 2754440 h 3923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788950" h="3923333">
                <a:moveTo>
                  <a:pt x="3715304" y="3556921"/>
                </a:moveTo>
                <a:cubicBezTo>
                  <a:pt x="3417934" y="3247644"/>
                  <a:pt x="3120754" y="2938177"/>
                  <a:pt x="2822431" y="2629852"/>
                </a:cubicBezTo>
                <a:cubicBezTo>
                  <a:pt x="2800618" y="2607278"/>
                  <a:pt x="2801380" y="2594896"/>
                  <a:pt x="2820430" y="2571845"/>
                </a:cubicBezTo>
                <a:cubicBezTo>
                  <a:pt x="2925872" y="2444020"/>
                  <a:pt x="3006740" y="2301240"/>
                  <a:pt x="3065128" y="2146459"/>
                </a:cubicBezTo>
                <a:cubicBezTo>
                  <a:pt x="3164950" y="1881950"/>
                  <a:pt x="3194668" y="1608868"/>
                  <a:pt x="3148186" y="1330071"/>
                </a:cubicBezTo>
                <a:cubicBezTo>
                  <a:pt x="3084749" y="949643"/>
                  <a:pt x="2904060" y="632936"/>
                  <a:pt x="2612214" y="381476"/>
                </a:cubicBezTo>
                <a:cubicBezTo>
                  <a:pt x="2402569" y="200787"/>
                  <a:pt x="2160824" y="83630"/>
                  <a:pt x="1888600" y="29432"/>
                </a:cubicBezTo>
                <a:cubicBezTo>
                  <a:pt x="1832116" y="18193"/>
                  <a:pt x="1773823" y="17336"/>
                  <a:pt x="1718483" y="0"/>
                </a:cubicBezTo>
                <a:lnTo>
                  <a:pt x="1695528" y="0"/>
                </a:lnTo>
                <a:cubicBezTo>
                  <a:pt x="1688765" y="6668"/>
                  <a:pt x="1680288" y="2953"/>
                  <a:pt x="1672573" y="3905"/>
                </a:cubicBezTo>
                <a:cubicBezTo>
                  <a:pt x="1664857" y="2858"/>
                  <a:pt x="1656285" y="6572"/>
                  <a:pt x="1649617" y="0"/>
                </a:cubicBezTo>
                <a:lnTo>
                  <a:pt x="1511695" y="0"/>
                </a:lnTo>
                <a:cubicBezTo>
                  <a:pt x="1507123" y="5048"/>
                  <a:pt x="1501027" y="3715"/>
                  <a:pt x="1495312" y="3905"/>
                </a:cubicBezTo>
                <a:cubicBezTo>
                  <a:pt x="1490931" y="3905"/>
                  <a:pt x="1486549" y="3905"/>
                  <a:pt x="1482073" y="3905"/>
                </a:cubicBezTo>
                <a:cubicBezTo>
                  <a:pt x="1476358" y="3619"/>
                  <a:pt x="1470262" y="4953"/>
                  <a:pt x="1465690" y="0"/>
                </a:cubicBezTo>
                <a:lnTo>
                  <a:pt x="1442734" y="0"/>
                </a:lnTo>
                <a:cubicBezTo>
                  <a:pt x="1422256" y="14764"/>
                  <a:pt x="1397491" y="11240"/>
                  <a:pt x="1374726" y="14288"/>
                </a:cubicBezTo>
                <a:cubicBezTo>
                  <a:pt x="1123456" y="46958"/>
                  <a:pt x="894475" y="137827"/>
                  <a:pt x="686926" y="281369"/>
                </a:cubicBezTo>
                <a:cubicBezTo>
                  <a:pt x="446705" y="447485"/>
                  <a:pt x="265635" y="664464"/>
                  <a:pt x="143429" y="930402"/>
                </a:cubicBezTo>
                <a:cubicBezTo>
                  <a:pt x="11317" y="1218057"/>
                  <a:pt x="-29069" y="1519142"/>
                  <a:pt x="20366" y="1830229"/>
                </a:cubicBezTo>
                <a:cubicBezTo>
                  <a:pt x="79516" y="2202275"/>
                  <a:pt x="252967" y="2514886"/>
                  <a:pt x="534145" y="2766251"/>
                </a:cubicBezTo>
                <a:cubicBezTo>
                  <a:pt x="764269" y="2971895"/>
                  <a:pt x="1032112" y="3102293"/>
                  <a:pt x="1337102" y="3148298"/>
                </a:cubicBezTo>
                <a:cubicBezTo>
                  <a:pt x="1741724" y="3209354"/>
                  <a:pt x="2118057" y="3128963"/>
                  <a:pt x="2460385" y="2901791"/>
                </a:cubicBezTo>
                <a:cubicBezTo>
                  <a:pt x="2485722" y="2885027"/>
                  <a:pt x="2498009" y="2886456"/>
                  <a:pt x="2519059" y="2908364"/>
                </a:cubicBezTo>
                <a:cubicBezTo>
                  <a:pt x="2817383" y="3220212"/>
                  <a:pt x="3116944" y="3531013"/>
                  <a:pt x="3416219" y="3842004"/>
                </a:cubicBezTo>
                <a:cubicBezTo>
                  <a:pt x="3426792" y="3853053"/>
                  <a:pt x="3437841" y="3863721"/>
                  <a:pt x="3449461" y="3873722"/>
                </a:cubicBezTo>
                <a:cubicBezTo>
                  <a:pt x="3547950" y="3958304"/>
                  <a:pt x="3698635" y="3931444"/>
                  <a:pt x="3761786" y="3818192"/>
                </a:cubicBezTo>
                <a:cubicBezTo>
                  <a:pt x="3810078" y="3731609"/>
                  <a:pt x="3793600" y="3638360"/>
                  <a:pt x="3715400" y="3557016"/>
                </a:cubicBezTo>
                <a:close/>
                <a:moveTo>
                  <a:pt x="1586086" y="2754535"/>
                </a:moveTo>
                <a:cubicBezTo>
                  <a:pt x="944291" y="2758059"/>
                  <a:pt x="415273" y="2229517"/>
                  <a:pt x="414701" y="1584389"/>
                </a:cubicBezTo>
                <a:cubicBezTo>
                  <a:pt x="414225" y="939832"/>
                  <a:pt x="941434" y="412623"/>
                  <a:pt x="1585609" y="413480"/>
                </a:cubicBezTo>
                <a:cubicBezTo>
                  <a:pt x="2230738" y="414337"/>
                  <a:pt x="2758137" y="943261"/>
                  <a:pt x="2754803" y="1585817"/>
                </a:cubicBezTo>
                <a:cubicBezTo>
                  <a:pt x="2751469" y="2232374"/>
                  <a:pt x="2232833" y="2750915"/>
                  <a:pt x="1586086" y="2754440"/>
                </a:cubicBezTo>
                <a:close/>
              </a:path>
            </a:pathLst>
          </a:custGeom>
          <a:solidFill>
            <a:srgbClr val="1ED760"/>
          </a:solidFill>
          <a:ln w="9525" cap="flat">
            <a:noFill/>
            <a:prstDash val="solid"/>
            <a:miter/>
          </a:ln>
        </p:spPr>
        <p:txBody>
          <a:bodyPr rtlCol="0" anchor="ctr"/>
          <a:lstStyle/>
          <a:p>
            <a:endParaRPr lang="en-IN"/>
          </a:p>
        </p:txBody>
      </p:sp>
      <p:sp>
        <p:nvSpPr>
          <p:cNvPr id="39" name="TextBox 38">
            <a:hlinkClick r:id="rId4" action="ppaction://hlinksldjump"/>
            <a:extLst>
              <a:ext uri="{FF2B5EF4-FFF2-40B4-BE49-F238E27FC236}">
                <a16:creationId xmlns:a16="http://schemas.microsoft.com/office/drawing/2014/main" id="{359AB09C-2AD2-D62D-5194-BB885CA8C658}"/>
              </a:ext>
            </a:extLst>
          </p:cNvPr>
          <p:cNvSpPr txBox="1"/>
          <p:nvPr/>
        </p:nvSpPr>
        <p:spPr>
          <a:xfrm>
            <a:off x="869323" y="1751789"/>
            <a:ext cx="1665841" cy="276999"/>
          </a:xfrm>
          <a:prstGeom prst="rect">
            <a:avLst/>
          </a:prstGeom>
          <a:noFill/>
        </p:spPr>
        <p:txBody>
          <a:bodyPr wrap="none" rtlCol="0">
            <a:spAutoFit/>
          </a:bodyPr>
          <a:lstStyle/>
          <a:p>
            <a:r>
              <a:rPr lang="en-IN" sz="1200" dirty="0" smtClean="0">
                <a:solidFill>
                  <a:srgbClr val="B4B5B2"/>
                </a:solidFill>
                <a:latin typeface="Poppins Medium" panose="00000600000000000000" pitchFamily="50" charset="0"/>
                <a:cs typeface="Poppins Medium" panose="00000600000000000000" pitchFamily="50" charset="0"/>
              </a:rPr>
              <a:t>Kế Hoạch Phát Triển</a:t>
            </a:r>
            <a:endParaRPr lang="en-IN" sz="1200" dirty="0">
              <a:solidFill>
                <a:srgbClr val="B4B5B2"/>
              </a:solidFill>
              <a:latin typeface="Poppins Medium" panose="00000600000000000000" pitchFamily="50" charset="0"/>
              <a:cs typeface="Poppins Medium" panose="00000600000000000000" pitchFamily="50" charset="0"/>
            </a:endParaRPr>
          </a:p>
        </p:txBody>
      </p:sp>
      <p:grpSp>
        <p:nvGrpSpPr>
          <p:cNvPr id="40" name="Group 39">
            <a:extLst>
              <a:ext uri="{FF2B5EF4-FFF2-40B4-BE49-F238E27FC236}">
                <a16:creationId xmlns:a16="http://schemas.microsoft.com/office/drawing/2014/main" id="{3D5ED99E-B557-5BFE-E9CF-7341DD8C0784}"/>
              </a:ext>
            </a:extLst>
          </p:cNvPr>
          <p:cNvGrpSpPr/>
          <p:nvPr/>
        </p:nvGrpSpPr>
        <p:grpSpPr>
          <a:xfrm>
            <a:off x="431322" y="1764517"/>
            <a:ext cx="177294" cy="204783"/>
            <a:chOff x="431322" y="1764517"/>
            <a:chExt cx="177294" cy="204783"/>
          </a:xfrm>
        </p:grpSpPr>
        <p:sp>
          <p:nvSpPr>
            <p:cNvPr id="45" name="Freeform: Shape 44">
              <a:hlinkClick r:id="rId4" action="ppaction://hlinksldjump"/>
              <a:extLst>
                <a:ext uri="{FF2B5EF4-FFF2-40B4-BE49-F238E27FC236}">
                  <a16:creationId xmlns:a16="http://schemas.microsoft.com/office/drawing/2014/main" id="{ACF70ACA-A992-4739-22D8-0986B44A36B1}"/>
                </a:ext>
              </a:extLst>
            </p:cNvPr>
            <p:cNvSpPr/>
            <p:nvPr/>
          </p:nvSpPr>
          <p:spPr>
            <a:xfrm>
              <a:off x="431322" y="1765205"/>
              <a:ext cx="15953" cy="203670"/>
            </a:xfrm>
            <a:custGeom>
              <a:avLst/>
              <a:gdLst>
                <a:gd name="connsiteX0" fmla="*/ 42232 w 84464"/>
                <a:gd name="connsiteY0" fmla="*/ 0 h 1078327"/>
                <a:gd name="connsiteX1" fmla="*/ 84464 w 84464"/>
                <a:gd name="connsiteY1" fmla="*/ 42232 h 1078327"/>
                <a:gd name="connsiteX2" fmla="*/ 84464 w 84464"/>
                <a:gd name="connsiteY2" fmla="*/ 1036095 h 1078327"/>
                <a:gd name="connsiteX3" fmla="*/ 42232 w 84464"/>
                <a:gd name="connsiteY3" fmla="*/ 1078327 h 1078327"/>
                <a:gd name="connsiteX4" fmla="*/ 42232 w 84464"/>
                <a:gd name="connsiteY4" fmla="*/ 1078327 h 1078327"/>
                <a:gd name="connsiteX5" fmla="*/ 0 w 84464"/>
                <a:gd name="connsiteY5" fmla="*/ 1036095 h 1078327"/>
                <a:gd name="connsiteX6" fmla="*/ 0 w 84464"/>
                <a:gd name="connsiteY6" fmla="*/ 42232 h 1078327"/>
                <a:gd name="connsiteX7" fmla="*/ 42232 w 84464"/>
                <a:gd name="connsiteY7" fmla="*/ 0 h 107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464" h="1078327">
                  <a:moveTo>
                    <a:pt x="42232" y="0"/>
                  </a:moveTo>
                  <a:cubicBezTo>
                    <a:pt x="65556" y="0"/>
                    <a:pt x="84464" y="18908"/>
                    <a:pt x="84464" y="42232"/>
                  </a:cubicBezTo>
                  <a:lnTo>
                    <a:pt x="84464" y="1036095"/>
                  </a:lnTo>
                  <a:cubicBezTo>
                    <a:pt x="84464" y="1059419"/>
                    <a:pt x="65556" y="1078327"/>
                    <a:pt x="42232" y="1078327"/>
                  </a:cubicBezTo>
                  <a:lnTo>
                    <a:pt x="42232" y="1078327"/>
                  </a:lnTo>
                  <a:cubicBezTo>
                    <a:pt x="18908" y="1078327"/>
                    <a:pt x="0" y="1059419"/>
                    <a:pt x="0" y="1036095"/>
                  </a:cubicBezTo>
                  <a:lnTo>
                    <a:pt x="0" y="42232"/>
                  </a:lnTo>
                  <a:cubicBezTo>
                    <a:pt x="0" y="18908"/>
                    <a:pt x="18908" y="0"/>
                    <a:pt x="42232" y="0"/>
                  </a:cubicBezTo>
                  <a:close/>
                </a:path>
              </a:pathLst>
            </a:custGeom>
            <a:solidFill>
              <a:srgbClr val="C1C1C1"/>
            </a:solidFill>
            <a:ln w="56029" cap="flat">
              <a:noFill/>
              <a:prstDash val="solid"/>
              <a:miter/>
            </a:ln>
          </p:spPr>
          <p:txBody>
            <a:bodyPr rtlCol="0" anchor="ctr"/>
            <a:lstStyle/>
            <a:p>
              <a:endParaRPr lang="en-IN"/>
            </a:p>
          </p:txBody>
        </p:sp>
        <p:sp>
          <p:nvSpPr>
            <p:cNvPr id="74" name="Freeform: Shape 73">
              <a:hlinkClick r:id="rId4" action="ppaction://hlinksldjump"/>
              <a:extLst>
                <a:ext uri="{FF2B5EF4-FFF2-40B4-BE49-F238E27FC236}">
                  <a16:creationId xmlns:a16="http://schemas.microsoft.com/office/drawing/2014/main" id="{48A1C27E-E79E-600E-19AD-0E7A21AAFA05}"/>
                </a:ext>
              </a:extLst>
            </p:cNvPr>
            <p:cNvSpPr/>
            <p:nvPr/>
          </p:nvSpPr>
          <p:spPr>
            <a:xfrm>
              <a:off x="469291" y="1765205"/>
              <a:ext cx="15953" cy="203670"/>
            </a:xfrm>
            <a:custGeom>
              <a:avLst/>
              <a:gdLst>
                <a:gd name="connsiteX0" fmla="*/ 42232 w 84464"/>
                <a:gd name="connsiteY0" fmla="*/ 0 h 1078327"/>
                <a:gd name="connsiteX1" fmla="*/ 84464 w 84464"/>
                <a:gd name="connsiteY1" fmla="*/ 42232 h 1078327"/>
                <a:gd name="connsiteX2" fmla="*/ 84464 w 84464"/>
                <a:gd name="connsiteY2" fmla="*/ 1036095 h 1078327"/>
                <a:gd name="connsiteX3" fmla="*/ 42232 w 84464"/>
                <a:gd name="connsiteY3" fmla="*/ 1078327 h 1078327"/>
                <a:gd name="connsiteX4" fmla="*/ 42232 w 84464"/>
                <a:gd name="connsiteY4" fmla="*/ 1078327 h 1078327"/>
                <a:gd name="connsiteX5" fmla="*/ 0 w 84464"/>
                <a:gd name="connsiteY5" fmla="*/ 1036095 h 1078327"/>
                <a:gd name="connsiteX6" fmla="*/ 0 w 84464"/>
                <a:gd name="connsiteY6" fmla="*/ 42232 h 1078327"/>
                <a:gd name="connsiteX7" fmla="*/ 42232 w 84464"/>
                <a:gd name="connsiteY7" fmla="*/ 0 h 107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464" h="1078327">
                  <a:moveTo>
                    <a:pt x="42232" y="0"/>
                  </a:moveTo>
                  <a:cubicBezTo>
                    <a:pt x="65556" y="0"/>
                    <a:pt x="84464" y="18908"/>
                    <a:pt x="84464" y="42232"/>
                  </a:cubicBezTo>
                  <a:lnTo>
                    <a:pt x="84464" y="1036095"/>
                  </a:lnTo>
                  <a:cubicBezTo>
                    <a:pt x="84464" y="1059419"/>
                    <a:pt x="65556" y="1078327"/>
                    <a:pt x="42232" y="1078327"/>
                  </a:cubicBezTo>
                  <a:lnTo>
                    <a:pt x="42232" y="1078327"/>
                  </a:lnTo>
                  <a:cubicBezTo>
                    <a:pt x="18908" y="1078327"/>
                    <a:pt x="0" y="1059419"/>
                    <a:pt x="0" y="1036095"/>
                  </a:cubicBezTo>
                  <a:lnTo>
                    <a:pt x="0" y="42232"/>
                  </a:lnTo>
                  <a:cubicBezTo>
                    <a:pt x="0" y="18908"/>
                    <a:pt x="18908" y="0"/>
                    <a:pt x="42232" y="0"/>
                  </a:cubicBezTo>
                  <a:close/>
                </a:path>
              </a:pathLst>
            </a:custGeom>
            <a:solidFill>
              <a:srgbClr val="C1C1C1"/>
            </a:solidFill>
            <a:ln w="56029" cap="flat">
              <a:noFill/>
              <a:prstDash val="solid"/>
              <a:miter/>
            </a:ln>
          </p:spPr>
          <p:txBody>
            <a:bodyPr rtlCol="0" anchor="ctr"/>
            <a:lstStyle/>
            <a:p>
              <a:endParaRPr lang="en-IN"/>
            </a:p>
          </p:txBody>
        </p:sp>
        <p:sp>
          <p:nvSpPr>
            <p:cNvPr id="78" name="Freeform: Shape 77">
              <a:hlinkClick r:id="rId4" action="ppaction://hlinksldjump"/>
              <a:extLst>
                <a:ext uri="{FF2B5EF4-FFF2-40B4-BE49-F238E27FC236}">
                  <a16:creationId xmlns:a16="http://schemas.microsoft.com/office/drawing/2014/main" id="{1C51B741-E648-A941-AD8A-56EAD2FB31AB}"/>
                </a:ext>
              </a:extLst>
            </p:cNvPr>
            <p:cNvSpPr/>
            <p:nvPr/>
          </p:nvSpPr>
          <p:spPr>
            <a:xfrm>
              <a:off x="509599" y="1764517"/>
              <a:ext cx="99017" cy="204783"/>
            </a:xfrm>
            <a:custGeom>
              <a:avLst/>
              <a:gdLst>
                <a:gd name="connsiteX0" fmla="*/ 482010 w 524241"/>
                <a:gd name="connsiteY0" fmla="*/ 1083659 h 1084222"/>
                <a:gd name="connsiteX1" fmla="*/ 42232 w 524241"/>
                <a:gd name="connsiteY1" fmla="*/ 1083659 h 1084222"/>
                <a:gd name="connsiteX2" fmla="*/ 0 w 524241"/>
                <a:gd name="connsiteY2" fmla="*/ 1041427 h 1084222"/>
                <a:gd name="connsiteX3" fmla="*/ 0 w 524241"/>
                <a:gd name="connsiteY3" fmla="*/ 41933 h 1084222"/>
                <a:gd name="connsiteX4" fmla="*/ 19708 w 524241"/>
                <a:gd name="connsiteY4" fmla="*/ 6458 h 1084222"/>
                <a:gd name="connsiteX5" fmla="*/ 60251 w 524241"/>
                <a:gd name="connsiteY5" fmla="*/ 4206 h 1084222"/>
                <a:gd name="connsiteX6" fmla="*/ 500029 w 524241"/>
                <a:gd name="connsiteY6" fmla="*/ 213114 h 1084222"/>
                <a:gd name="connsiteX7" fmla="*/ 524242 w 524241"/>
                <a:gd name="connsiteY7" fmla="*/ 251405 h 1084222"/>
                <a:gd name="connsiteX8" fmla="*/ 524242 w 524241"/>
                <a:gd name="connsiteY8" fmla="*/ 1041990 h 1084222"/>
                <a:gd name="connsiteX9" fmla="*/ 482010 w 524241"/>
                <a:gd name="connsiteY9" fmla="*/ 1084222 h 1084222"/>
                <a:gd name="connsiteX10" fmla="*/ 84464 w 524241"/>
                <a:gd name="connsiteY10" fmla="*/ 999195 h 1084222"/>
                <a:gd name="connsiteX11" fmla="*/ 439777 w 524241"/>
                <a:gd name="connsiteY11" fmla="*/ 999195 h 1084222"/>
                <a:gd name="connsiteX12" fmla="*/ 439777 w 524241"/>
                <a:gd name="connsiteY12" fmla="*/ 277307 h 1084222"/>
                <a:gd name="connsiteX13" fmla="*/ 84464 w 524241"/>
                <a:gd name="connsiteY13" fmla="*/ 108941 h 1084222"/>
                <a:gd name="connsiteX14" fmla="*/ 84464 w 524241"/>
                <a:gd name="connsiteY14" fmla="*/ 999195 h 1084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4241" h="1084222">
                  <a:moveTo>
                    <a:pt x="482010" y="1083659"/>
                  </a:moveTo>
                  <a:lnTo>
                    <a:pt x="42232" y="1083659"/>
                  </a:lnTo>
                  <a:cubicBezTo>
                    <a:pt x="19145" y="1083659"/>
                    <a:pt x="0" y="1064514"/>
                    <a:pt x="0" y="1041427"/>
                  </a:cubicBezTo>
                  <a:lnTo>
                    <a:pt x="0" y="41933"/>
                  </a:lnTo>
                  <a:cubicBezTo>
                    <a:pt x="0" y="27293"/>
                    <a:pt x="7320" y="13778"/>
                    <a:pt x="19708" y="6458"/>
                  </a:cubicBezTo>
                  <a:cubicBezTo>
                    <a:pt x="31533" y="-1425"/>
                    <a:pt x="47300" y="-1988"/>
                    <a:pt x="60251" y="4206"/>
                  </a:cubicBezTo>
                  <a:lnTo>
                    <a:pt x="500029" y="213114"/>
                  </a:lnTo>
                  <a:cubicBezTo>
                    <a:pt x="514669" y="219871"/>
                    <a:pt x="524242" y="235075"/>
                    <a:pt x="524242" y="251405"/>
                  </a:cubicBezTo>
                  <a:lnTo>
                    <a:pt x="524242" y="1041990"/>
                  </a:lnTo>
                  <a:cubicBezTo>
                    <a:pt x="524242" y="1065077"/>
                    <a:pt x="505096" y="1084222"/>
                    <a:pt x="482010" y="1084222"/>
                  </a:cubicBezTo>
                  <a:close/>
                  <a:moveTo>
                    <a:pt x="84464" y="999195"/>
                  </a:moveTo>
                  <a:lnTo>
                    <a:pt x="439777" y="999195"/>
                  </a:lnTo>
                  <a:lnTo>
                    <a:pt x="439777" y="277307"/>
                  </a:lnTo>
                  <a:lnTo>
                    <a:pt x="84464" y="108941"/>
                  </a:lnTo>
                  <a:lnTo>
                    <a:pt x="84464" y="999195"/>
                  </a:lnTo>
                  <a:close/>
                </a:path>
              </a:pathLst>
            </a:custGeom>
            <a:solidFill>
              <a:srgbClr val="C1C1C1"/>
            </a:solidFill>
            <a:ln w="56029" cap="flat">
              <a:noFill/>
              <a:prstDash val="solid"/>
              <a:miter/>
            </a:ln>
          </p:spPr>
          <p:txBody>
            <a:bodyPr rtlCol="0" anchor="ctr"/>
            <a:lstStyle/>
            <a:p>
              <a:endParaRPr lang="en-IN" dirty="0"/>
            </a:p>
          </p:txBody>
        </p:sp>
      </p:grpSp>
      <p:sp>
        <p:nvSpPr>
          <p:cNvPr id="82" name="TextBox 81">
            <a:hlinkClick r:id="rId5" action="ppaction://hlinksldjump"/>
            <a:extLst>
              <a:ext uri="{FF2B5EF4-FFF2-40B4-BE49-F238E27FC236}">
                <a16:creationId xmlns:a16="http://schemas.microsoft.com/office/drawing/2014/main" id="{0EF0CFB5-F3B3-C886-0B34-37073995BBEC}"/>
              </a:ext>
            </a:extLst>
          </p:cNvPr>
          <p:cNvSpPr txBox="1"/>
          <p:nvPr/>
        </p:nvSpPr>
        <p:spPr>
          <a:xfrm>
            <a:off x="869323" y="2200874"/>
            <a:ext cx="798617" cy="276999"/>
          </a:xfrm>
          <a:prstGeom prst="rect">
            <a:avLst/>
          </a:prstGeom>
          <a:noFill/>
        </p:spPr>
        <p:txBody>
          <a:bodyPr wrap="none" rtlCol="0">
            <a:spAutoFit/>
          </a:bodyPr>
          <a:lstStyle/>
          <a:p>
            <a:r>
              <a:rPr lang="en-IN" sz="1200" dirty="0" smtClean="0">
                <a:solidFill>
                  <a:srgbClr val="B4B5B2"/>
                </a:solidFill>
                <a:latin typeface="Poppins Medium" panose="00000600000000000000" pitchFamily="50" charset="0"/>
                <a:cs typeface="Poppins Medium" panose="00000600000000000000" pitchFamily="50" charset="0"/>
              </a:rPr>
              <a:t>Agenda</a:t>
            </a:r>
            <a:endParaRPr lang="en-IN" sz="1200" dirty="0">
              <a:solidFill>
                <a:srgbClr val="B4B5B2"/>
              </a:solidFill>
              <a:latin typeface="Poppins Medium" panose="00000600000000000000" pitchFamily="50" charset="0"/>
              <a:cs typeface="Poppins Medium" panose="00000600000000000000" pitchFamily="50" charset="0"/>
            </a:endParaRPr>
          </a:p>
        </p:txBody>
      </p:sp>
      <p:grpSp>
        <p:nvGrpSpPr>
          <p:cNvPr id="83" name="Group 82">
            <a:extLst>
              <a:ext uri="{FF2B5EF4-FFF2-40B4-BE49-F238E27FC236}">
                <a16:creationId xmlns:a16="http://schemas.microsoft.com/office/drawing/2014/main" id="{B11A7E8C-B243-DF52-4016-8C7680D8C13F}"/>
              </a:ext>
            </a:extLst>
          </p:cNvPr>
          <p:cNvGrpSpPr/>
          <p:nvPr/>
        </p:nvGrpSpPr>
        <p:grpSpPr>
          <a:xfrm>
            <a:off x="431322" y="2214773"/>
            <a:ext cx="203670" cy="203670"/>
            <a:chOff x="431322" y="2214773"/>
            <a:chExt cx="203670" cy="203670"/>
          </a:xfrm>
        </p:grpSpPr>
        <p:sp>
          <p:nvSpPr>
            <p:cNvPr id="84" name="Rectangle: Rounded Corners 83">
              <a:hlinkClick r:id="rId5" action="ppaction://hlinksldjump"/>
              <a:extLst>
                <a:ext uri="{FF2B5EF4-FFF2-40B4-BE49-F238E27FC236}">
                  <a16:creationId xmlns:a16="http://schemas.microsoft.com/office/drawing/2014/main" id="{635D0D8E-1492-6332-CC19-542BFD9A9EA0}"/>
                </a:ext>
              </a:extLst>
            </p:cNvPr>
            <p:cNvSpPr/>
            <p:nvPr/>
          </p:nvSpPr>
          <p:spPr>
            <a:xfrm>
              <a:off x="431322" y="2214773"/>
              <a:ext cx="203670" cy="203670"/>
            </a:xfrm>
            <a:prstGeom prst="roundRect">
              <a:avLst>
                <a:gd name="adj" fmla="val 12600"/>
              </a:avLst>
            </a:prstGeom>
            <a:solidFill>
              <a:srgbClr val="C1C1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5" name="Graphic 84" descr="Add with solid fill">
              <a:hlinkClick r:id="rId5" action="ppaction://hlinksldjump"/>
              <a:extLst>
                <a:ext uri="{FF2B5EF4-FFF2-40B4-BE49-F238E27FC236}">
                  <a16:creationId xmlns:a16="http://schemas.microsoft.com/office/drawing/2014/main" id="{DFD080A1-7AB0-3E28-7207-21274491C070}"/>
                </a:ext>
              </a:extLst>
            </p:cNvPr>
            <p:cNvPicPr>
              <a:picLocks noChangeAspect="1"/>
            </p:cNvPicPr>
            <p:nvPr/>
          </p:nvPicPr>
          <p:blipFill>
            <a:blip r:embed="rId6" cstate="hq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72263" y="2255714"/>
              <a:ext cx="121788" cy="121788"/>
            </a:xfrm>
            <a:prstGeom prst="rect">
              <a:avLst/>
            </a:prstGeom>
          </p:spPr>
        </p:pic>
      </p:grpSp>
      <p:sp>
        <p:nvSpPr>
          <p:cNvPr id="93" name="TextBox 92">
            <a:hlinkClick r:id="rId5" action="ppaction://hlinksldjump"/>
            <a:extLst>
              <a:ext uri="{FF2B5EF4-FFF2-40B4-BE49-F238E27FC236}">
                <a16:creationId xmlns:a16="http://schemas.microsoft.com/office/drawing/2014/main" id="{BB05898C-40A1-C62A-816F-3C484466890B}"/>
              </a:ext>
            </a:extLst>
          </p:cNvPr>
          <p:cNvSpPr txBox="1"/>
          <p:nvPr/>
        </p:nvSpPr>
        <p:spPr>
          <a:xfrm>
            <a:off x="869323" y="2813642"/>
            <a:ext cx="1295547" cy="276999"/>
          </a:xfrm>
          <a:prstGeom prst="rect">
            <a:avLst/>
          </a:prstGeom>
          <a:noFill/>
        </p:spPr>
        <p:txBody>
          <a:bodyPr wrap="none" rtlCol="0">
            <a:spAutoFit/>
          </a:bodyPr>
          <a:lstStyle/>
          <a:p>
            <a:r>
              <a:rPr lang="en-IN" sz="1200" dirty="0">
                <a:solidFill>
                  <a:srgbClr val="B4B5B2"/>
                </a:solidFill>
                <a:latin typeface="Microsoft PhagsPa" panose="020B0502040204020203" pitchFamily="34" charset="0"/>
                <a:cs typeface="Poppins Medium" panose="00000600000000000000" pitchFamily="50" charset="0"/>
              </a:rPr>
              <a:t>Ưu Nhược Điểm</a:t>
            </a:r>
            <a:endParaRPr lang="en-IN" sz="1200" dirty="0">
              <a:solidFill>
                <a:srgbClr val="B4B5B2"/>
              </a:solidFill>
              <a:latin typeface="Microsoft PhagsPa" panose="020B0502040204020203" pitchFamily="34" charset="0"/>
              <a:cs typeface="Poppins Medium" panose="00000600000000000000" pitchFamily="50" charset="0"/>
            </a:endParaRPr>
          </a:p>
        </p:txBody>
      </p:sp>
      <p:sp>
        <p:nvSpPr>
          <p:cNvPr id="95" name="Freeform: Shape 94">
            <a:hlinkClick r:id="rId5" action="ppaction://hlinksldjump"/>
            <a:extLst>
              <a:ext uri="{FF2B5EF4-FFF2-40B4-BE49-F238E27FC236}">
                <a16:creationId xmlns:a16="http://schemas.microsoft.com/office/drawing/2014/main" id="{8F4E7E02-FCAA-405B-191E-94DAC3CB68E6}"/>
              </a:ext>
            </a:extLst>
          </p:cNvPr>
          <p:cNvSpPr/>
          <p:nvPr/>
        </p:nvSpPr>
        <p:spPr>
          <a:xfrm>
            <a:off x="469745" y="2747693"/>
            <a:ext cx="132092" cy="204786"/>
          </a:xfrm>
          <a:custGeom>
            <a:avLst/>
            <a:gdLst>
              <a:gd name="connsiteX0" fmla="*/ 467584 w 469298"/>
              <a:gd name="connsiteY0" fmla="*/ 62389 h 621030"/>
              <a:gd name="connsiteX1" fmla="*/ 394242 w 469298"/>
              <a:gd name="connsiteY1" fmla="*/ 0 h 621030"/>
              <a:gd name="connsiteX2" fmla="*/ 75059 w 469298"/>
              <a:gd name="connsiteY2" fmla="*/ 191 h 621030"/>
              <a:gd name="connsiteX3" fmla="*/ 51913 w 469298"/>
              <a:gd name="connsiteY3" fmla="*/ 3715 h 621030"/>
              <a:gd name="connsiteX4" fmla="*/ 1240 w 469298"/>
              <a:gd name="connsiteY4" fmla="*/ 65342 h 621030"/>
              <a:gd name="connsiteX5" fmla="*/ 192 w 469298"/>
              <a:gd name="connsiteY5" fmla="*/ 96203 h 621030"/>
              <a:gd name="connsiteX6" fmla="*/ 192 w 469298"/>
              <a:gd name="connsiteY6" fmla="*/ 590455 h 621030"/>
              <a:gd name="connsiteX7" fmla="*/ 22671 w 469298"/>
              <a:gd name="connsiteY7" fmla="*/ 621030 h 621030"/>
              <a:gd name="connsiteX8" fmla="*/ 32387 w 469298"/>
              <a:gd name="connsiteY8" fmla="*/ 621030 h 621030"/>
              <a:gd name="connsiteX9" fmla="*/ 46674 w 469298"/>
              <a:gd name="connsiteY9" fmla="*/ 615315 h 621030"/>
              <a:gd name="connsiteX10" fmla="*/ 61819 w 469298"/>
              <a:gd name="connsiteY10" fmla="*/ 604171 h 621030"/>
              <a:gd name="connsiteX11" fmla="*/ 227364 w 469298"/>
              <a:gd name="connsiteY11" fmla="*/ 479965 h 621030"/>
              <a:gd name="connsiteX12" fmla="*/ 242223 w 469298"/>
              <a:gd name="connsiteY12" fmla="*/ 479774 h 621030"/>
              <a:gd name="connsiteX13" fmla="*/ 420912 w 469298"/>
              <a:gd name="connsiteY13" fmla="*/ 613791 h 621030"/>
              <a:gd name="connsiteX14" fmla="*/ 435866 w 469298"/>
              <a:gd name="connsiteY14" fmla="*/ 621030 h 621030"/>
              <a:gd name="connsiteX15" fmla="*/ 445581 w 469298"/>
              <a:gd name="connsiteY15" fmla="*/ 621030 h 621030"/>
              <a:gd name="connsiteX16" fmla="*/ 469299 w 469298"/>
              <a:gd name="connsiteY16" fmla="*/ 592265 h 621030"/>
              <a:gd name="connsiteX17" fmla="*/ 469299 w 469298"/>
              <a:gd name="connsiteY17" fmla="*/ 588645 h 621030"/>
              <a:gd name="connsiteX18" fmla="*/ 469299 w 469298"/>
              <a:gd name="connsiteY18" fmla="*/ 79915 h 621030"/>
              <a:gd name="connsiteX19" fmla="*/ 467679 w 469298"/>
              <a:gd name="connsiteY19" fmla="*/ 62484 h 621030"/>
              <a:gd name="connsiteX20" fmla="*/ 415292 w 469298"/>
              <a:gd name="connsiteY20" fmla="*/ 543211 h 621030"/>
              <a:gd name="connsiteX21" fmla="*/ 319470 w 469298"/>
              <a:gd name="connsiteY21" fmla="*/ 471297 h 621030"/>
              <a:gd name="connsiteX22" fmla="*/ 253176 w 469298"/>
              <a:gd name="connsiteY22" fmla="*/ 421577 h 621030"/>
              <a:gd name="connsiteX23" fmla="*/ 216315 w 469298"/>
              <a:gd name="connsiteY23" fmla="*/ 421577 h 621030"/>
              <a:gd name="connsiteX24" fmla="*/ 59438 w 469298"/>
              <a:gd name="connsiteY24" fmla="*/ 539211 h 621030"/>
              <a:gd name="connsiteX25" fmla="*/ 55152 w 469298"/>
              <a:gd name="connsiteY25" fmla="*/ 542354 h 621030"/>
              <a:gd name="connsiteX26" fmla="*/ 54009 w 469298"/>
              <a:gd name="connsiteY26" fmla="*/ 537877 h 621030"/>
              <a:gd name="connsiteX27" fmla="*/ 54009 w 469298"/>
              <a:gd name="connsiteY27" fmla="*/ 79915 h 621030"/>
              <a:gd name="connsiteX28" fmla="*/ 81536 w 469298"/>
              <a:gd name="connsiteY28" fmla="*/ 52388 h 621030"/>
              <a:gd name="connsiteX29" fmla="*/ 388050 w 469298"/>
              <a:gd name="connsiteY29" fmla="*/ 52388 h 621030"/>
              <a:gd name="connsiteX30" fmla="*/ 415578 w 469298"/>
              <a:gd name="connsiteY30" fmla="*/ 79915 h 621030"/>
              <a:gd name="connsiteX31" fmla="*/ 415578 w 469298"/>
              <a:gd name="connsiteY31" fmla="*/ 537877 h 621030"/>
              <a:gd name="connsiteX32" fmla="*/ 415387 w 469298"/>
              <a:gd name="connsiteY32" fmla="*/ 543020 h 62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9298" h="621030">
                <a:moveTo>
                  <a:pt x="467584" y="62389"/>
                </a:moveTo>
                <a:cubicBezTo>
                  <a:pt x="461298" y="29813"/>
                  <a:pt x="431294" y="-95"/>
                  <a:pt x="394242" y="0"/>
                </a:cubicBezTo>
                <a:cubicBezTo>
                  <a:pt x="287847" y="286"/>
                  <a:pt x="181453" y="0"/>
                  <a:pt x="75059" y="191"/>
                </a:cubicBezTo>
                <a:cubicBezTo>
                  <a:pt x="67248" y="191"/>
                  <a:pt x="59343" y="762"/>
                  <a:pt x="51913" y="3715"/>
                </a:cubicBezTo>
                <a:cubicBezTo>
                  <a:pt x="23910" y="15145"/>
                  <a:pt x="6860" y="35624"/>
                  <a:pt x="1240" y="65342"/>
                </a:cubicBezTo>
                <a:cubicBezTo>
                  <a:pt x="-665" y="75533"/>
                  <a:pt x="192" y="85916"/>
                  <a:pt x="192" y="96203"/>
                </a:cubicBezTo>
                <a:cubicBezTo>
                  <a:pt x="192" y="260985"/>
                  <a:pt x="192" y="425672"/>
                  <a:pt x="192" y="590455"/>
                </a:cubicBezTo>
                <a:cubicBezTo>
                  <a:pt x="192" y="608838"/>
                  <a:pt x="6384" y="617125"/>
                  <a:pt x="22671" y="621030"/>
                </a:cubicBezTo>
                <a:lnTo>
                  <a:pt x="32387" y="621030"/>
                </a:lnTo>
                <a:cubicBezTo>
                  <a:pt x="37626" y="620268"/>
                  <a:pt x="42483" y="618744"/>
                  <a:pt x="46674" y="615315"/>
                </a:cubicBezTo>
                <a:cubicBezTo>
                  <a:pt x="51437" y="611315"/>
                  <a:pt x="56771" y="607981"/>
                  <a:pt x="61819" y="604171"/>
                </a:cubicBezTo>
                <a:cubicBezTo>
                  <a:pt x="117064" y="562737"/>
                  <a:pt x="172214" y="521399"/>
                  <a:pt x="227364" y="479965"/>
                </a:cubicBezTo>
                <a:cubicBezTo>
                  <a:pt x="232380" y="476155"/>
                  <a:pt x="237333" y="476091"/>
                  <a:pt x="242223" y="479774"/>
                </a:cubicBezTo>
                <a:cubicBezTo>
                  <a:pt x="301754" y="524447"/>
                  <a:pt x="361380" y="569119"/>
                  <a:pt x="420912" y="613791"/>
                </a:cubicBezTo>
                <a:cubicBezTo>
                  <a:pt x="425484" y="617220"/>
                  <a:pt x="430151" y="620078"/>
                  <a:pt x="435866" y="621030"/>
                </a:cubicBezTo>
                <a:lnTo>
                  <a:pt x="445581" y="621030"/>
                </a:lnTo>
                <a:cubicBezTo>
                  <a:pt x="462155" y="617792"/>
                  <a:pt x="469108" y="609410"/>
                  <a:pt x="469299" y="592265"/>
                </a:cubicBezTo>
                <a:cubicBezTo>
                  <a:pt x="469299" y="591027"/>
                  <a:pt x="469299" y="589884"/>
                  <a:pt x="469299" y="588645"/>
                </a:cubicBezTo>
                <a:cubicBezTo>
                  <a:pt x="469299" y="419100"/>
                  <a:pt x="469299" y="249460"/>
                  <a:pt x="469299" y="79915"/>
                </a:cubicBezTo>
                <a:cubicBezTo>
                  <a:pt x="469299" y="74009"/>
                  <a:pt x="468822" y="68199"/>
                  <a:pt x="467679" y="62484"/>
                </a:cubicBezTo>
                <a:close/>
                <a:moveTo>
                  <a:pt x="415292" y="543211"/>
                </a:moveTo>
                <a:cubicBezTo>
                  <a:pt x="382716" y="518732"/>
                  <a:pt x="351093" y="495015"/>
                  <a:pt x="319470" y="471297"/>
                </a:cubicBezTo>
                <a:cubicBezTo>
                  <a:pt x="297372" y="454724"/>
                  <a:pt x="275274" y="438055"/>
                  <a:pt x="253176" y="421577"/>
                </a:cubicBezTo>
                <a:cubicBezTo>
                  <a:pt x="239937" y="411671"/>
                  <a:pt x="229459" y="411766"/>
                  <a:pt x="216315" y="421577"/>
                </a:cubicBezTo>
                <a:cubicBezTo>
                  <a:pt x="164022" y="460820"/>
                  <a:pt x="111730" y="500063"/>
                  <a:pt x="59438" y="539211"/>
                </a:cubicBezTo>
                <a:cubicBezTo>
                  <a:pt x="58009" y="540258"/>
                  <a:pt x="56580" y="541306"/>
                  <a:pt x="55152" y="542354"/>
                </a:cubicBezTo>
                <a:cubicBezTo>
                  <a:pt x="53151" y="541116"/>
                  <a:pt x="54009" y="539306"/>
                  <a:pt x="54009" y="537877"/>
                </a:cubicBezTo>
                <a:cubicBezTo>
                  <a:pt x="54009" y="385191"/>
                  <a:pt x="54009" y="232601"/>
                  <a:pt x="54009" y="79915"/>
                </a:cubicBezTo>
                <a:cubicBezTo>
                  <a:pt x="54009" y="62770"/>
                  <a:pt x="64391" y="52388"/>
                  <a:pt x="81536" y="52388"/>
                </a:cubicBezTo>
                <a:cubicBezTo>
                  <a:pt x="183739" y="52388"/>
                  <a:pt x="285847" y="52388"/>
                  <a:pt x="388050" y="52388"/>
                </a:cubicBezTo>
                <a:cubicBezTo>
                  <a:pt x="405195" y="52388"/>
                  <a:pt x="415578" y="62770"/>
                  <a:pt x="415578" y="79915"/>
                </a:cubicBezTo>
                <a:cubicBezTo>
                  <a:pt x="415578" y="232601"/>
                  <a:pt x="415578" y="385191"/>
                  <a:pt x="415578" y="537877"/>
                </a:cubicBezTo>
                <a:cubicBezTo>
                  <a:pt x="415578" y="539211"/>
                  <a:pt x="415482" y="540544"/>
                  <a:pt x="415387" y="543020"/>
                </a:cubicBezTo>
                <a:close/>
              </a:path>
            </a:pathLst>
          </a:custGeom>
          <a:solidFill>
            <a:srgbClr val="B4B5B2"/>
          </a:solidFill>
          <a:ln w="9525" cap="flat">
            <a:noFill/>
            <a:prstDash val="solid"/>
            <a:miter/>
          </a:ln>
        </p:spPr>
        <p:txBody>
          <a:bodyPr rtlCol="0" anchor="ctr"/>
          <a:lstStyle/>
          <a:p>
            <a:endParaRPr lang="en-IN"/>
          </a:p>
        </p:txBody>
      </p:sp>
      <p:sp>
        <p:nvSpPr>
          <p:cNvPr id="97" name="TextBox 96">
            <a:hlinkClick r:id="rId8" action="ppaction://hlinksldjump"/>
            <a:extLst>
              <a:ext uri="{FF2B5EF4-FFF2-40B4-BE49-F238E27FC236}">
                <a16:creationId xmlns:a16="http://schemas.microsoft.com/office/drawing/2014/main" id="{F00E5FA7-49EE-6A60-5C53-2C02E0BE5369}"/>
              </a:ext>
            </a:extLst>
          </p:cNvPr>
          <p:cNvSpPr txBox="1"/>
          <p:nvPr/>
        </p:nvSpPr>
        <p:spPr>
          <a:xfrm>
            <a:off x="893993" y="3346912"/>
            <a:ext cx="1709250" cy="276999"/>
          </a:xfrm>
          <a:prstGeom prst="rect">
            <a:avLst/>
          </a:prstGeom>
          <a:noFill/>
        </p:spPr>
        <p:txBody>
          <a:bodyPr wrap="none" rtlCol="0">
            <a:spAutoFit/>
          </a:bodyPr>
          <a:lstStyle/>
          <a:p>
            <a:r>
              <a:rPr lang="en-IN" sz="1200" dirty="0">
                <a:solidFill>
                  <a:srgbClr val="B4B5B2"/>
                </a:solidFill>
                <a:latin typeface="Poppins Medium" panose="00000600000000000000" pitchFamily="50" charset="0"/>
                <a:cs typeface="Poppins Medium" panose="00000600000000000000" pitchFamily="50" charset="0"/>
              </a:rPr>
              <a:t>Phát Triển Tương Lai</a:t>
            </a:r>
            <a:endParaRPr lang="en-IN" sz="1200" dirty="0">
              <a:solidFill>
                <a:srgbClr val="B4B5B2"/>
              </a:solidFill>
              <a:latin typeface="Poppins Medium" panose="00000600000000000000" pitchFamily="50" charset="0"/>
              <a:cs typeface="Poppins Medium" panose="00000600000000000000" pitchFamily="50" charset="0"/>
            </a:endParaRPr>
          </a:p>
        </p:txBody>
      </p:sp>
      <p:sp>
        <p:nvSpPr>
          <p:cNvPr id="99" name="Freeform: Shape 98">
            <a:hlinkClick r:id="rId8" action="ppaction://hlinksldjump"/>
            <a:extLst>
              <a:ext uri="{FF2B5EF4-FFF2-40B4-BE49-F238E27FC236}">
                <a16:creationId xmlns:a16="http://schemas.microsoft.com/office/drawing/2014/main" id="{04F4EC89-89F2-7D05-31DA-7B4ADE18D9FA}"/>
              </a:ext>
            </a:extLst>
          </p:cNvPr>
          <p:cNvSpPr/>
          <p:nvPr/>
        </p:nvSpPr>
        <p:spPr>
          <a:xfrm>
            <a:off x="477267" y="3367628"/>
            <a:ext cx="174926" cy="205826"/>
          </a:xfrm>
          <a:custGeom>
            <a:avLst/>
            <a:gdLst>
              <a:gd name="connsiteX0" fmla="*/ 250564 w 254310"/>
              <a:gd name="connsiteY0" fmla="*/ 139515 h 299233"/>
              <a:gd name="connsiteX1" fmla="*/ 215595 w 254310"/>
              <a:gd name="connsiteY1" fmla="*/ 93041 h 299233"/>
              <a:gd name="connsiteX2" fmla="*/ 215466 w 254310"/>
              <a:gd name="connsiteY2" fmla="*/ 86609 h 299233"/>
              <a:gd name="connsiteX3" fmla="*/ 250434 w 254310"/>
              <a:gd name="connsiteY3" fmla="*/ 40135 h 299233"/>
              <a:gd name="connsiteX4" fmla="*/ 254190 w 254310"/>
              <a:gd name="connsiteY4" fmla="*/ 31631 h 299233"/>
              <a:gd name="connsiteX5" fmla="*/ 238001 w 254310"/>
              <a:gd name="connsiteY5" fmla="*/ 14924 h 299233"/>
              <a:gd name="connsiteX6" fmla="*/ 63353 w 254310"/>
              <a:gd name="connsiteY6" fmla="*/ 14967 h 299233"/>
              <a:gd name="connsiteX7" fmla="*/ 59360 w 254310"/>
              <a:gd name="connsiteY7" fmla="*/ 11923 h 299233"/>
              <a:gd name="connsiteX8" fmla="*/ 45999 w 254310"/>
              <a:gd name="connsiteY8" fmla="*/ 30 h 299233"/>
              <a:gd name="connsiteX9" fmla="*/ 30716 w 254310"/>
              <a:gd name="connsiteY9" fmla="*/ 9916 h 299233"/>
              <a:gd name="connsiteX10" fmla="*/ 29788 w 254310"/>
              <a:gd name="connsiteY10" fmla="*/ 17169 h 299233"/>
              <a:gd name="connsiteX11" fmla="*/ 29788 w 254310"/>
              <a:gd name="connsiteY11" fmla="*/ 140615 h 299233"/>
              <a:gd name="connsiteX12" fmla="*/ 29788 w 254310"/>
              <a:gd name="connsiteY12" fmla="*/ 156049 h 299233"/>
              <a:gd name="connsiteX13" fmla="*/ 29853 w 254310"/>
              <a:gd name="connsiteY13" fmla="*/ 265811 h 299233"/>
              <a:gd name="connsiteX14" fmla="*/ 26205 w 254310"/>
              <a:gd name="connsiteY14" fmla="*/ 269437 h 299233"/>
              <a:gd name="connsiteX15" fmla="*/ 14290 w 254310"/>
              <a:gd name="connsiteY15" fmla="*/ 269437 h 299233"/>
              <a:gd name="connsiteX16" fmla="*/ 0 w 254310"/>
              <a:gd name="connsiteY16" fmla="*/ 284180 h 299233"/>
              <a:gd name="connsiteX17" fmla="*/ 14052 w 254310"/>
              <a:gd name="connsiteY17" fmla="*/ 299095 h 299233"/>
              <a:gd name="connsiteX18" fmla="*/ 75420 w 254310"/>
              <a:gd name="connsiteY18" fmla="*/ 299095 h 299233"/>
              <a:gd name="connsiteX19" fmla="*/ 89752 w 254310"/>
              <a:gd name="connsiteY19" fmla="*/ 284331 h 299233"/>
              <a:gd name="connsiteX20" fmla="*/ 75182 w 254310"/>
              <a:gd name="connsiteY20" fmla="*/ 269415 h 299233"/>
              <a:gd name="connsiteX21" fmla="*/ 63267 w 254310"/>
              <a:gd name="connsiteY21" fmla="*/ 269437 h 299233"/>
              <a:gd name="connsiteX22" fmla="*/ 59706 w 254310"/>
              <a:gd name="connsiteY22" fmla="*/ 265746 h 299233"/>
              <a:gd name="connsiteX23" fmla="*/ 59706 w 254310"/>
              <a:gd name="connsiteY23" fmla="*/ 168245 h 299233"/>
              <a:gd name="connsiteX24" fmla="*/ 63440 w 254310"/>
              <a:gd name="connsiteY24" fmla="*/ 164381 h 299233"/>
              <a:gd name="connsiteX25" fmla="*/ 235994 w 254310"/>
              <a:gd name="connsiteY25" fmla="*/ 164467 h 299233"/>
              <a:gd name="connsiteX26" fmla="*/ 240548 w 254310"/>
              <a:gd name="connsiteY26" fmla="*/ 164381 h 299233"/>
              <a:gd name="connsiteX27" fmla="*/ 250823 w 254310"/>
              <a:gd name="connsiteY27" fmla="*/ 159092 h 299233"/>
              <a:gd name="connsiteX28" fmla="*/ 250542 w 254310"/>
              <a:gd name="connsiteY28" fmla="*/ 139471 h 299233"/>
              <a:gd name="connsiteX29" fmla="*/ 228374 w 254310"/>
              <a:gd name="connsiteY29" fmla="*/ 147091 h 299233"/>
              <a:gd name="connsiteX30" fmla="*/ 69311 w 254310"/>
              <a:gd name="connsiteY30" fmla="*/ 147091 h 299233"/>
              <a:gd name="connsiteX31" fmla="*/ 59749 w 254310"/>
              <a:gd name="connsiteY31" fmla="*/ 138349 h 299233"/>
              <a:gd name="connsiteX32" fmla="*/ 59749 w 254310"/>
              <a:gd name="connsiteY32" fmla="*/ 40999 h 299233"/>
              <a:gd name="connsiteX33" fmla="*/ 69311 w 254310"/>
              <a:gd name="connsiteY33" fmla="*/ 32257 h 299233"/>
              <a:gd name="connsiteX34" fmla="*/ 228374 w 254310"/>
              <a:gd name="connsiteY34" fmla="*/ 32257 h 299233"/>
              <a:gd name="connsiteX35" fmla="*/ 230166 w 254310"/>
              <a:gd name="connsiteY35" fmla="*/ 32321 h 299233"/>
              <a:gd name="connsiteX36" fmla="*/ 205191 w 254310"/>
              <a:gd name="connsiteY36" fmla="*/ 62757 h 299233"/>
              <a:gd name="connsiteX37" fmla="*/ 187901 w 254310"/>
              <a:gd name="connsiteY37" fmla="*/ 83824 h 299233"/>
              <a:gd name="connsiteX38" fmla="*/ 187901 w 254310"/>
              <a:gd name="connsiteY38" fmla="*/ 95524 h 299233"/>
              <a:gd name="connsiteX39" fmla="*/ 228763 w 254310"/>
              <a:gd name="connsiteY39" fmla="*/ 145343 h 299233"/>
              <a:gd name="connsiteX40" fmla="*/ 229842 w 254310"/>
              <a:gd name="connsiteY40" fmla="*/ 146702 h 299233"/>
              <a:gd name="connsiteX41" fmla="*/ 228309 w 254310"/>
              <a:gd name="connsiteY41" fmla="*/ 147069 h 299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4310" h="299233">
                <a:moveTo>
                  <a:pt x="250564" y="139515"/>
                </a:moveTo>
                <a:cubicBezTo>
                  <a:pt x="238951" y="123995"/>
                  <a:pt x="227338" y="108453"/>
                  <a:pt x="215595" y="93041"/>
                </a:cubicBezTo>
                <a:cubicBezTo>
                  <a:pt x="213782" y="90667"/>
                  <a:pt x="213458" y="89221"/>
                  <a:pt x="215466" y="86609"/>
                </a:cubicBezTo>
                <a:cubicBezTo>
                  <a:pt x="227273" y="71218"/>
                  <a:pt x="238800" y="55655"/>
                  <a:pt x="250434" y="40135"/>
                </a:cubicBezTo>
                <a:cubicBezTo>
                  <a:pt x="252355" y="37588"/>
                  <a:pt x="253910" y="34890"/>
                  <a:pt x="254190" y="31631"/>
                </a:cubicBezTo>
                <a:cubicBezTo>
                  <a:pt x="255054" y="21896"/>
                  <a:pt x="248341" y="14924"/>
                  <a:pt x="238001" y="14924"/>
                </a:cubicBezTo>
                <a:cubicBezTo>
                  <a:pt x="179785" y="14924"/>
                  <a:pt x="121569" y="14924"/>
                  <a:pt x="63353" y="14967"/>
                </a:cubicBezTo>
                <a:cubicBezTo>
                  <a:pt x="61001" y="14967"/>
                  <a:pt x="59835" y="14773"/>
                  <a:pt x="59360" y="11923"/>
                </a:cubicBezTo>
                <a:cubicBezTo>
                  <a:pt x="58173" y="5102"/>
                  <a:pt x="52539" y="418"/>
                  <a:pt x="45999" y="30"/>
                </a:cubicBezTo>
                <a:cubicBezTo>
                  <a:pt x="38962" y="-380"/>
                  <a:pt x="32983" y="3483"/>
                  <a:pt x="30716" y="9916"/>
                </a:cubicBezTo>
                <a:cubicBezTo>
                  <a:pt x="29896" y="12269"/>
                  <a:pt x="29788" y="14708"/>
                  <a:pt x="29788" y="17169"/>
                </a:cubicBezTo>
                <a:cubicBezTo>
                  <a:pt x="29788" y="58310"/>
                  <a:pt x="29788" y="99474"/>
                  <a:pt x="29788" y="140615"/>
                </a:cubicBezTo>
                <a:lnTo>
                  <a:pt x="29788" y="156049"/>
                </a:lnTo>
                <a:cubicBezTo>
                  <a:pt x="29788" y="192636"/>
                  <a:pt x="29745" y="229223"/>
                  <a:pt x="29853" y="265811"/>
                </a:cubicBezTo>
                <a:cubicBezTo>
                  <a:pt x="29853" y="268725"/>
                  <a:pt x="29141" y="269631"/>
                  <a:pt x="26205" y="269437"/>
                </a:cubicBezTo>
                <a:cubicBezTo>
                  <a:pt x="22255" y="269178"/>
                  <a:pt x="18262" y="269286"/>
                  <a:pt x="14290" y="269437"/>
                </a:cubicBezTo>
                <a:cubicBezTo>
                  <a:pt x="6152" y="269761"/>
                  <a:pt x="43" y="276129"/>
                  <a:pt x="0" y="284180"/>
                </a:cubicBezTo>
                <a:cubicBezTo>
                  <a:pt x="-43" y="292274"/>
                  <a:pt x="5979" y="299031"/>
                  <a:pt x="14052" y="299095"/>
                </a:cubicBezTo>
                <a:cubicBezTo>
                  <a:pt x="34515" y="299290"/>
                  <a:pt x="54957" y="299268"/>
                  <a:pt x="75420" y="299095"/>
                </a:cubicBezTo>
                <a:cubicBezTo>
                  <a:pt x="83493" y="299031"/>
                  <a:pt x="89709" y="292318"/>
                  <a:pt x="89752" y="284331"/>
                </a:cubicBezTo>
                <a:cubicBezTo>
                  <a:pt x="89796" y="276258"/>
                  <a:pt x="83449" y="269696"/>
                  <a:pt x="75182" y="269415"/>
                </a:cubicBezTo>
                <a:cubicBezTo>
                  <a:pt x="71211" y="269286"/>
                  <a:pt x="67217" y="269156"/>
                  <a:pt x="63267" y="269437"/>
                </a:cubicBezTo>
                <a:cubicBezTo>
                  <a:pt x="60202" y="269674"/>
                  <a:pt x="59706" y="268552"/>
                  <a:pt x="59706" y="265746"/>
                </a:cubicBezTo>
                <a:cubicBezTo>
                  <a:pt x="59813" y="233238"/>
                  <a:pt x="59813" y="200752"/>
                  <a:pt x="59706" y="168245"/>
                </a:cubicBezTo>
                <a:cubicBezTo>
                  <a:pt x="59706" y="165266"/>
                  <a:pt x="60245" y="164381"/>
                  <a:pt x="63440" y="164381"/>
                </a:cubicBezTo>
                <a:cubicBezTo>
                  <a:pt x="120965" y="164489"/>
                  <a:pt x="178469" y="164467"/>
                  <a:pt x="235994" y="164467"/>
                </a:cubicBezTo>
                <a:cubicBezTo>
                  <a:pt x="237505" y="164467"/>
                  <a:pt x="239037" y="164467"/>
                  <a:pt x="240548" y="164381"/>
                </a:cubicBezTo>
                <a:cubicBezTo>
                  <a:pt x="244736" y="164143"/>
                  <a:pt x="248146" y="162309"/>
                  <a:pt x="250823" y="159092"/>
                </a:cubicBezTo>
                <a:cubicBezTo>
                  <a:pt x="255550" y="153394"/>
                  <a:pt x="255485" y="146076"/>
                  <a:pt x="250542" y="139471"/>
                </a:cubicBezTo>
                <a:close/>
                <a:moveTo>
                  <a:pt x="228374" y="147091"/>
                </a:moveTo>
                <a:cubicBezTo>
                  <a:pt x="175360" y="147091"/>
                  <a:pt x="122325" y="147091"/>
                  <a:pt x="69311" y="147091"/>
                </a:cubicBezTo>
                <a:cubicBezTo>
                  <a:pt x="63375" y="147091"/>
                  <a:pt x="59770" y="143788"/>
                  <a:pt x="59749" y="138349"/>
                </a:cubicBezTo>
                <a:cubicBezTo>
                  <a:pt x="59749" y="105906"/>
                  <a:pt x="59749" y="73463"/>
                  <a:pt x="59749" y="40999"/>
                </a:cubicBezTo>
                <a:cubicBezTo>
                  <a:pt x="59749" y="35559"/>
                  <a:pt x="63353" y="32257"/>
                  <a:pt x="69311" y="32257"/>
                </a:cubicBezTo>
                <a:cubicBezTo>
                  <a:pt x="122325" y="32257"/>
                  <a:pt x="175360" y="32257"/>
                  <a:pt x="228374" y="32257"/>
                </a:cubicBezTo>
                <a:cubicBezTo>
                  <a:pt x="228849" y="32257"/>
                  <a:pt x="229302" y="32300"/>
                  <a:pt x="230166" y="32321"/>
                </a:cubicBezTo>
                <a:cubicBezTo>
                  <a:pt x="221661" y="42682"/>
                  <a:pt x="213437" y="52720"/>
                  <a:pt x="205191" y="62757"/>
                </a:cubicBezTo>
                <a:cubicBezTo>
                  <a:pt x="199428" y="69772"/>
                  <a:pt x="193665" y="76787"/>
                  <a:pt x="187901" y="83824"/>
                </a:cubicBezTo>
                <a:cubicBezTo>
                  <a:pt x="184469" y="88012"/>
                  <a:pt x="184491" y="91358"/>
                  <a:pt x="187901" y="95524"/>
                </a:cubicBezTo>
                <a:cubicBezTo>
                  <a:pt x="201522" y="112123"/>
                  <a:pt x="215142" y="128722"/>
                  <a:pt x="228763" y="145343"/>
                </a:cubicBezTo>
                <a:cubicBezTo>
                  <a:pt x="229130" y="145796"/>
                  <a:pt x="229496" y="146249"/>
                  <a:pt x="229842" y="146702"/>
                </a:cubicBezTo>
                <a:cubicBezTo>
                  <a:pt x="229410" y="147350"/>
                  <a:pt x="228806" y="147069"/>
                  <a:pt x="228309" y="147069"/>
                </a:cubicBezTo>
                <a:close/>
              </a:path>
            </a:pathLst>
          </a:custGeom>
          <a:solidFill>
            <a:srgbClr val="B4B5B2"/>
          </a:solidFill>
          <a:ln w="2099" cap="flat">
            <a:noFill/>
            <a:prstDash val="solid"/>
            <a:miter/>
          </a:ln>
        </p:spPr>
        <p:txBody>
          <a:bodyPr rtlCol="0" anchor="ctr"/>
          <a:lstStyle/>
          <a:p>
            <a:endParaRPr lang="en-IN"/>
          </a:p>
        </p:txBody>
      </p:sp>
      <p:pic>
        <p:nvPicPr>
          <p:cNvPr id="16" name="Picture Placeholder 15" descr="A picture containing microphone&#10;&#10;Description automatically generated">
            <a:extLst>
              <a:ext uri="{FF2B5EF4-FFF2-40B4-BE49-F238E27FC236}">
                <a16:creationId xmlns:a16="http://schemas.microsoft.com/office/drawing/2014/main" id="{F0428254-93DC-0B61-79E4-EADDDF187257}"/>
              </a:ext>
            </a:extLst>
          </p:cNvPr>
          <p:cNvPicPr>
            <a:picLocks noGrp="1" noChangeAspect="1"/>
          </p:cNvPicPr>
          <p:nvPr>
            <p:ph type="pic" sz="quarter" idx="10"/>
          </p:nvPr>
        </p:nvPicPr>
        <p:blipFill>
          <a:blip r:embed="rId9" cstate="hqprint">
            <a:extLst>
              <a:ext uri="{28A0092B-C50C-407E-A947-70E740481C1C}">
                <a14:useLocalDpi xmlns:a14="http://schemas.microsoft.com/office/drawing/2010/main" val="0"/>
              </a:ext>
            </a:extLst>
          </a:blip>
          <a:srcRect l="16667" r="16667"/>
          <a:stretch>
            <a:fillRect/>
          </a:stretch>
        </p:blipFill>
        <p:spPr>
          <a:xfrm>
            <a:off x="3273896" y="889693"/>
            <a:ext cx="1406053" cy="1406053"/>
          </a:xfrm>
        </p:spPr>
      </p:pic>
      <p:grpSp>
        <p:nvGrpSpPr>
          <p:cNvPr id="17" name="Group 16">
            <a:extLst>
              <a:ext uri="{FF2B5EF4-FFF2-40B4-BE49-F238E27FC236}">
                <a16:creationId xmlns:a16="http://schemas.microsoft.com/office/drawing/2014/main" id="{62C84D17-BBEB-3E1C-AE16-5AF0B8D675B5}"/>
              </a:ext>
            </a:extLst>
          </p:cNvPr>
          <p:cNvGrpSpPr/>
          <p:nvPr/>
        </p:nvGrpSpPr>
        <p:grpSpPr>
          <a:xfrm>
            <a:off x="3258053" y="292100"/>
            <a:ext cx="297947" cy="297947"/>
            <a:chOff x="8892506" y="664914"/>
            <a:chExt cx="209401" cy="209401"/>
          </a:xfrm>
        </p:grpSpPr>
        <p:sp>
          <p:nvSpPr>
            <p:cNvPr id="19" name="Oval 18">
              <a:hlinkClick r:id="" action="ppaction://hlinkshowjump?jump=previousslide"/>
              <a:extLst>
                <a:ext uri="{FF2B5EF4-FFF2-40B4-BE49-F238E27FC236}">
                  <a16:creationId xmlns:a16="http://schemas.microsoft.com/office/drawing/2014/main" id="{D1615F22-3E41-C662-BABC-D173AA9D4662}"/>
                </a:ext>
              </a:extLst>
            </p:cNvPr>
            <p:cNvSpPr/>
            <p:nvPr/>
          </p:nvSpPr>
          <p:spPr>
            <a:xfrm>
              <a:off x="8892506" y="664914"/>
              <a:ext cx="209401" cy="209401"/>
            </a:xfrm>
            <a:prstGeom prst="ellipse">
              <a:avLst/>
            </a:prstGeom>
            <a:solidFill>
              <a:srgbClr val="0A07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Graphic 63" descr="Caret Left with solid fill">
              <a:hlinkClick r:id="" action="ppaction://hlinkshowjump?jump=previousslide"/>
              <a:extLst>
                <a:ext uri="{FF2B5EF4-FFF2-40B4-BE49-F238E27FC236}">
                  <a16:creationId xmlns:a16="http://schemas.microsoft.com/office/drawing/2014/main" id="{85EAA670-9709-3643-429F-38A8CF406997}"/>
                </a:ext>
              </a:extLst>
            </p:cNvPr>
            <p:cNvSpPr/>
            <p:nvPr/>
          </p:nvSpPr>
          <p:spPr>
            <a:xfrm>
              <a:off x="8960350" y="717942"/>
              <a:ext cx="59427" cy="103344"/>
            </a:xfrm>
            <a:custGeom>
              <a:avLst/>
              <a:gdLst>
                <a:gd name="connsiteX0" fmla="*/ 269081 w 309505"/>
                <a:gd name="connsiteY0" fmla="*/ 538229 h 538229"/>
                <a:gd name="connsiteX1" fmla="*/ 0 w 309505"/>
                <a:gd name="connsiteY1" fmla="*/ 269091 h 538229"/>
                <a:gd name="connsiteX2" fmla="*/ 269081 w 309505"/>
                <a:gd name="connsiteY2" fmla="*/ 0 h 538229"/>
                <a:gd name="connsiteX3" fmla="*/ 309496 w 309505"/>
                <a:gd name="connsiteY3" fmla="*/ 40405 h 538229"/>
                <a:gd name="connsiteX4" fmla="*/ 80810 w 309505"/>
                <a:gd name="connsiteY4" fmla="*/ 269091 h 538229"/>
                <a:gd name="connsiteX5" fmla="*/ 309505 w 309505"/>
                <a:gd name="connsiteY5" fmla="*/ 497824 h 538229"/>
                <a:gd name="connsiteX6" fmla="*/ 269081 w 309505"/>
                <a:gd name="connsiteY6" fmla="*/ 538229 h 53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505" h="538229">
                  <a:moveTo>
                    <a:pt x="269081" y="538229"/>
                  </a:moveTo>
                  <a:lnTo>
                    <a:pt x="0" y="269091"/>
                  </a:lnTo>
                  <a:lnTo>
                    <a:pt x="269081" y="0"/>
                  </a:lnTo>
                  <a:lnTo>
                    <a:pt x="309496" y="40405"/>
                  </a:lnTo>
                  <a:lnTo>
                    <a:pt x="80810" y="269091"/>
                  </a:lnTo>
                  <a:lnTo>
                    <a:pt x="309505" y="497824"/>
                  </a:lnTo>
                  <a:lnTo>
                    <a:pt x="269081" y="538229"/>
                  </a:lnTo>
                  <a:close/>
                </a:path>
              </a:pathLst>
            </a:custGeom>
            <a:solidFill>
              <a:schemeClr val="bg1"/>
            </a:solidFill>
            <a:ln w="9525" cap="flat">
              <a:noFill/>
              <a:prstDash val="solid"/>
              <a:miter/>
            </a:ln>
          </p:spPr>
          <p:txBody>
            <a:bodyPr rtlCol="0" anchor="ctr"/>
            <a:lstStyle/>
            <a:p>
              <a:endParaRPr lang="en-IN"/>
            </a:p>
          </p:txBody>
        </p:sp>
      </p:grpSp>
      <p:grpSp>
        <p:nvGrpSpPr>
          <p:cNvPr id="21" name="Group 20">
            <a:extLst>
              <a:ext uri="{FF2B5EF4-FFF2-40B4-BE49-F238E27FC236}">
                <a16:creationId xmlns:a16="http://schemas.microsoft.com/office/drawing/2014/main" id="{3CBB2942-9CD4-498A-7B56-660BF9D8C434}"/>
              </a:ext>
            </a:extLst>
          </p:cNvPr>
          <p:cNvGrpSpPr/>
          <p:nvPr/>
        </p:nvGrpSpPr>
        <p:grpSpPr>
          <a:xfrm flipH="1">
            <a:off x="3665943" y="292100"/>
            <a:ext cx="297947" cy="297947"/>
            <a:chOff x="8892506" y="664914"/>
            <a:chExt cx="209401" cy="209401"/>
          </a:xfrm>
        </p:grpSpPr>
        <p:sp>
          <p:nvSpPr>
            <p:cNvPr id="22" name="Oval 21">
              <a:hlinkClick r:id="" action="ppaction://hlinkshowjump?jump=nextslide"/>
              <a:extLst>
                <a:ext uri="{FF2B5EF4-FFF2-40B4-BE49-F238E27FC236}">
                  <a16:creationId xmlns:a16="http://schemas.microsoft.com/office/drawing/2014/main" id="{48C22072-6BF1-7471-196B-2CA2A17BDDCF}"/>
                </a:ext>
              </a:extLst>
            </p:cNvPr>
            <p:cNvSpPr/>
            <p:nvPr/>
          </p:nvSpPr>
          <p:spPr>
            <a:xfrm>
              <a:off x="8892506" y="664914"/>
              <a:ext cx="209401" cy="209401"/>
            </a:xfrm>
            <a:prstGeom prst="ellipse">
              <a:avLst/>
            </a:prstGeom>
            <a:solidFill>
              <a:srgbClr val="120D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Graphic 63" descr="Caret Left with solid fill">
              <a:hlinkClick r:id="" action="ppaction://hlinkshowjump?jump=nextslide"/>
              <a:extLst>
                <a:ext uri="{FF2B5EF4-FFF2-40B4-BE49-F238E27FC236}">
                  <a16:creationId xmlns:a16="http://schemas.microsoft.com/office/drawing/2014/main" id="{09359809-3B66-918D-1448-3627446086A3}"/>
                </a:ext>
              </a:extLst>
            </p:cNvPr>
            <p:cNvSpPr/>
            <p:nvPr/>
          </p:nvSpPr>
          <p:spPr>
            <a:xfrm>
              <a:off x="8960350" y="717942"/>
              <a:ext cx="59427" cy="103344"/>
            </a:xfrm>
            <a:custGeom>
              <a:avLst/>
              <a:gdLst>
                <a:gd name="connsiteX0" fmla="*/ 269081 w 309505"/>
                <a:gd name="connsiteY0" fmla="*/ 538229 h 538229"/>
                <a:gd name="connsiteX1" fmla="*/ 0 w 309505"/>
                <a:gd name="connsiteY1" fmla="*/ 269091 h 538229"/>
                <a:gd name="connsiteX2" fmla="*/ 269081 w 309505"/>
                <a:gd name="connsiteY2" fmla="*/ 0 h 538229"/>
                <a:gd name="connsiteX3" fmla="*/ 309496 w 309505"/>
                <a:gd name="connsiteY3" fmla="*/ 40405 h 538229"/>
                <a:gd name="connsiteX4" fmla="*/ 80810 w 309505"/>
                <a:gd name="connsiteY4" fmla="*/ 269091 h 538229"/>
                <a:gd name="connsiteX5" fmla="*/ 309505 w 309505"/>
                <a:gd name="connsiteY5" fmla="*/ 497824 h 538229"/>
                <a:gd name="connsiteX6" fmla="*/ 269081 w 309505"/>
                <a:gd name="connsiteY6" fmla="*/ 538229 h 53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505" h="538229">
                  <a:moveTo>
                    <a:pt x="269081" y="538229"/>
                  </a:moveTo>
                  <a:lnTo>
                    <a:pt x="0" y="269091"/>
                  </a:lnTo>
                  <a:lnTo>
                    <a:pt x="269081" y="0"/>
                  </a:lnTo>
                  <a:lnTo>
                    <a:pt x="309496" y="40405"/>
                  </a:lnTo>
                  <a:lnTo>
                    <a:pt x="80810" y="269091"/>
                  </a:lnTo>
                  <a:lnTo>
                    <a:pt x="309505" y="497824"/>
                  </a:lnTo>
                  <a:lnTo>
                    <a:pt x="269081" y="538229"/>
                  </a:lnTo>
                  <a:close/>
                </a:path>
              </a:pathLst>
            </a:custGeom>
            <a:solidFill>
              <a:srgbClr val="B4B5B2"/>
            </a:solidFill>
            <a:ln w="9525" cap="flat">
              <a:noFill/>
              <a:prstDash val="solid"/>
              <a:miter/>
            </a:ln>
          </p:spPr>
          <p:txBody>
            <a:bodyPr rtlCol="0" anchor="ctr"/>
            <a:lstStyle/>
            <a:p>
              <a:endParaRPr lang="en-IN"/>
            </a:p>
          </p:txBody>
        </p:sp>
      </p:grpSp>
    </p:spTree>
    <p:extLst>
      <p:ext uri="{BB962C8B-B14F-4D97-AF65-F5344CB8AC3E}">
        <p14:creationId xmlns:p14="http://schemas.microsoft.com/office/powerpoint/2010/main" val="20515680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231A32"/>
            </a:gs>
            <a:gs pos="73000">
              <a:srgbClr val="121212"/>
            </a:gs>
          </a:gsLst>
          <a:lin ang="5400000" scaled="1"/>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025ACCD-BEFE-4057-D0DA-23300AB28132}"/>
              </a:ext>
            </a:extLst>
          </p:cNvPr>
          <p:cNvSpPr>
            <a:spLocks noGrp="1" noRot="1" noMove="1" noResize="1" noEditPoints="1" noAdjustHandles="1" noChangeArrowheads="1" noChangeShapeType="1"/>
          </p:cNvSpPr>
          <p:nvPr/>
        </p:nvSpPr>
        <p:spPr>
          <a:xfrm>
            <a:off x="0" y="0"/>
            <a:ext cx="300867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424F5E4E-9FDC-BD92-DDA4-122C91ADE39F}"/>
              </a:ext>
            </a:extLst>
          </p:cNvPr>
          <p:cNvGrpSpPr/>
          <p:nvPr/>
        </p:nvGrpSpPr>
        <p:grpSpPr>
          <a:xfrm>
            <a:off x="400078" y="221673"/>
            <a:ext cx="361410" cy="70427"/>
            <a:chOff x="249382" y="221673"/>
            <a:chExt cx="234616" cy="45719"/>
          </a:xfrm>
        </p:grpSpPr>
        <p:sp>
          <p:nvSpPr>
            <p:cNvPr id="4" name="Oval 3">
              <a:extLst>
                <a:ext uri="{FF2B5EF4-FFF2-40B4-BE49-F238E27FC236}">
                  <a16:creationId xmlns:a16="http://schemas.microsoft.com/office/drawing/2014/main" id="{F85C9BE8-F382-7DF0-2A23-EF042FD71119}"/>
                </a:ext>
              </a:extLst>
            </p:cNvPr>
            <p:cNvSpPr/>
            <p:nvPr/>
          </p:nvSpPr>
          <p:spPr>
            <a:xfrm>
              <a:off x="249382" y="221673"/>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3F54E8A3-668A-3F3A-D1EA-9A82C2E2130E}"/>
                </a:ext>
              </a:extLst>
            </p:cNvPr>
            <p:cNvSpPr/>
            <p:nvPr/>
          </p:nvSpPr>
          <p:spPr>
            <a:xfrm>
              <a:off x="344632" y="221673"/>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A3408F0E-7024-852D-650D-D6ED0C99B1A2}"/>
                </a:ext>
              </a:extLst>
            </p:cNvPr>
            <p:cNvSpPr/>
            <p:nvPr/>
          </p:nvSpPr>
          <p:spPr>
            <a:xfrm>
              <a:off x="438279" y="221673"/>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67" name="Group 66">
            <a:extLst>
              <a:ext uri="{FF2B5EF4-FFF2-40B4-BE49-F238E27FC236}">
                <a16:creationId xmlns:a16="http://schemas.microsoft.com/office/drawing/2014/main" id="{6D8E5ACC-26DE-243B-180E-E19057A9EB34}"/>
              </a:ext>
            </a:extLst>
          </p:cNvPr>
          <p:cNvGrpSpPr/>
          <p:nvPr/>
        </p:nvGrpSpPr>
        <p:grpSpPr>
          <a:xfrm>
            <a:off x="3258053" y="292100"/>
            <a:ext cx="297947" cy="297947"/>
            <a:chOff x="8892506" y="664914"/>
            <a:chExt cx="209401" cy="209401"/>
          </a:xfrm>
        </p:grpSpPr>
        <p:sp>
          <p:nvSpPr>
            <p:cNvPr id="62" name="Oval 61">
              <a:hlinkClick r:id="" action="ppaction://hlinkshowjump?jump=previousslide"/>
              <a:extLst>
                <a:ext uri="{FF2B5EF4-FFF2-40B4-BE49-F238E27FC236}">
                  <a16:creationId xmlns:a16="http://schemas.microsoft.com/office/drawing/2014/main" id="{80EBFF13-875A-B852-A718-B8CEA4E2E071}"/>
                </a:ext>
              </a:extLst>
            </p:cNvPr>
            <p:cNvSpPr/>
            <p:nvPr/>
          </p:nvSpPr>
          <p:spPr>
            <a:xfrm>
              <a:off x="8892506" y="664914"/>
              <a:ext cx="209401" cy="209401"/>
            </a:xfrm>
            <a:prstGeom prst="ellipse">
              <a:avLst/>
            </a:prstGeom>
            <a:solidFill>
              <a:srgbClr val="0A07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5" name="Graphic 63" descr="Caret Left with solid fill">
              <a:hlinkClick r:id="" action="ppaction://hlinkshowjump?jump=previousslide"/>
              <a:extLst>
                <a:ext uri="{FF2B5EF4-FFF2-40B4-BE49-F238E27FC236}">
                  <a16:creationId xmlns:a16="http://schemas.microsoft.com/office/drawing/2014/main" id="{CDDB0EE0-9A9B-05EC-09CB-85DDD46723E8}"/>
                </a:ext>
              </a:extLst>
            </p:cNvPr>
            <p:cNvSpPr/>
            <p:nvPr/>
          </p:nvSpPr>
          <p:spPr>
            <a:xfrm>
              <a:off x="8960350" y="717942"/>
              <a:ext cx="59427" cy="103344"/>
            </a:xfrm>
            <a:custGeom>
              <a:avLst/>
              <a:gdLst>
                <a:gd name="connsiteX0" fmla="*/ 269081 w 309505"/>
                <a:gd name="connsiteY0" fmla="*/ 538229 h 538229"/>
                <a:gd name="connsiteX1" fmla="*/ 0 w 309505"/>
                <a:gd name="connsiteY1" fmla="*/ 269091 h 538229"/>
                <a:gd name="connsiteX2" fmla="*/ 269081 w 309505"/>
                <a:gd name="connsiteY2" fmla="*/ 0 h 538229"/>
                <a:gd name="connsiteX3" fmla="*/ 309496 w 309505"/>
                <a:gd name="connsiteY3" fmla="*/ 40405 h 538229"/>
                <a:gd name="connsiteX4" fmla="*/ 80810 w 309505"/>
                <a:gd name="connsiteY4" fmla="*/ 269091 h 538229"/>
                <a:gd name="connsiteX5" fmla="*/ 309505 w 309505"/>
                <a:gd name="connsiteY5" fmla="*/ 497824 h 538229"/>
                <a:gd name="connsiteX6" fmla="*/ 269081 w 309505"/>
                <a:gd name="connsiteY6" fmla="*/ 538229 h 53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505" h="538229">
                  <a:moveTo>
                    <a:pt x="269081" y="538229"/>
                  </a:moveTo>
                  <a:lnTo>
                    <a:pt x="0" y="269091"/>
                  </a:lnTo>
                  <a:lnTo>
                    <a:pt x="269081" y="0"/>
                  </a:lnTo>
                  <a:lnTo>
                    <a:pt x="309496" y="40405"/>
                  </a:lnTo>
                  <a:lnTo>
                    <a:pt x="80810" y="269091"/>
                  </a:lnTo>
                  <a:lnTo>
                    <a:pt x="309505" y="497824"/>
                  </a:lnTo>
                  <a:lnTo>
                    <a:pt x="269081" y="538229"/>
                  </a:lnTo>
                  <a:close/>
                </a:path>
              </a:pathLst>
            </a:custGeom>
            <a:solidFill>
              <a:schemeClr val="bg1"/>
            </a:solidFill>
            <a:ln w="9525" cap="flat">
              <a:noFill/>
              <a:prstDash val="solid"/>
              <a:miter/>
            </a:ln>
          </p:spPr>
          <p:txBody>
            <a:bodyPr rtlCol="0" anchor="ctr"/>
            <a:lstStyle/>
            <a:p>
              <a:endParaRPr lang="en-IN"/>
            </a:p>
          </p:txBody>
        </p:sp>
      </p:grpSp>
      <p:grpSp>
        <p:nvGrpSpPr>
          <p:cNvPr id="68" name="Group 67">
            <a:extLst>
              <a:ext uri="{FF2B5EF4-FFF2-40B4-BE49-F238E27FC236}">
                <a16:creationId xmlns:a16="http://schemas.microsoft.com/office/drawing/2014/main" id="{CE1D2690-EA4E-562F-8571-7A8695694CC3}"/>
              </a:ext>
            </a:extLst>
          </p:cNvPr>
          <p:cNvGrpSpPr/>
          <p:nvPr/>
        </p:nvGrpSpPr>
        <p:grpSpPr>
          <a:xfrm flipH="1">
            <a:off x="3665943" y="292100"/>
            <a:ext cx="297947" cy="297947"/>
            <a:chOff x="8892506" y="664914"/>
            <a:chExt cx="209401" cy="209401"/>
          </a:xfrm>
        </p:grpSpPr>
        <p:sp>
          <p:nvSpPr>
            <p:cNvPr id="69" name="Oval 68">
              <a:hlinkClick r:id="" action="ppaction://hlinkshowjump?jump=nextslide"/>
              <a:extLst>
                <a:ext uri="{FF2B5EF4-FFF2-40B4-BE49-F238E27FC236}">
                  <a16:creationId xmlns:a16="http://schemas.microsoft.com/office/drawing/2014/main" id="{EF2D5675-C11D-BD91-9CB3-90C4F1728675}"/>
                </a:ext>
              </a:extLst>
            </p:cNvPr>
            <p:cNvSpPr/>
            <p:nvPr/>
          </p:nvSpPr>
          <p:spPr>
            <a:xfrm>
              <a:off x="8892506" y="664914"/>
              <a:ext cx="209401" cy="209401"/>
            </a:xfrm>
            <a:prstGeom prst="ellipse">
              <a:avLst/>
            </a:prstGeom>
            <a:solidFill>
              <a:srgbClr val="120D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0" name="Graphic 63" descr="Caret Left with solid fill">
              <a:hlinkClick r:id="" action="ppaction://hlinkshowjump?jump=nextslide"/>
              <a:extLst>
                <a:ext uri="{FF2B5EF4-FFF2-40B4-BE49-F238E27FC236}">
                  <a16:creationId xmlns:a16="http://schemas.microsoft.com/office/drawing/2014/main" id="{CD144AEC-A397-5B36-7EA8-6D96609E4671}"/>
                </a:ext>
              </a:extLst>
            </p:cNvPr>
            <p:cNvSpPr/>
            <p:nvPr/>
          </p:nvSpPr>
          <p:spPr>
            <a:xfrm>
              <a:off x="8960350" y="717942"/>
              <a:ext cx="59427" cy="103344"/>
            </a:xfrm>
            <a:custGeom>
              <a:avLst/>
              <a:gdLst>
                <a:gd name="connsiteX0" fmla="*/ 269081 w 309505"/>
                <a:gd name="connsiteY0" fmla="*/ 538229 h 538229"/>
                <a:gd name="connsiteX1" fmla="*/ 0 w 309505"/>
                <a:gd name="connsiteY1" fmla="*/ 269091 h 538229"/>
                <a:gd name="connsiteX2" fmla="*/ 269081 w 309505"/>
                <a:gd name="connsiteY2" fmla="*/ 0 h 538229"/>
                <a:gd name="connsiteX3" fmla="*/ 309496 w 309505"/>
                <a:gd name="connsiteY3" fmla="*/ 40405 h 538229"/>
                <a:gd name="connsiteX4" fmla="*/ 80810 w 309505"/>
                <a:gd name="connsiteY4" fmla="*/ 269091 h 538229"/>
                <a:gd name="connsiteX5" fmla="*/ 309505 w 309505"/>
                <a:gd name="connsiteY5" fmla="*/ 497824 h 538229"/>
                <a:gd name="connsiteX6" fmla="*/ 269081 w 309505"/>
                <a:gd name="connsiteY6" fmla="*/ 538229 h 53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505" h="538229">
                  <a:moveTo>
                    <a:pt x="269081" y="538229"/>
                  </a:moveTo>
                  <a:lnTo>
                    <a:pt x="0" y="269091"/>
                  </a:lnTo>
                  <a:lnTo>
                    <a:pt x="269081" y="0"/>
                  </a:lnTo>
                  <a:lnTo>
                    <a:pt x="309496" y="40405"/>
                  </a:lnTo>
                  <a:lnTo>
                    <a:pt x="80810" y="269091"/>
                  </a:lnTo>
                  <a:lnTo>
                    <a:pt x="309505" y="497824"/>
                  </a:lnTo>
                  <a:lnTo>
                    <a:pt x="269081" y="538229"/>
                  </a:lnTo>
                  <a:close/>
                </a:path>
              </a:pathLst>
            </a:custGeom>
            <a:solidFill>
              <a:srgbClr val="B4B5B2"/>
            </a:solidFill>
            <a:ln w="9525" cap="flat">
              <a:noFill/>
              <a:prstDash val="solid"/>
              <a:miter/>
            </a:ln>
          </p:spPr>
          <p:txBody>
            <a:bodyPr rtlCol="0" anchor="ctr"/>
            <a:lstStyle/>
            <a:p>
              <a:endParaRPr lang="en-IN"/>
            </a:p>
          </p:txBody>
        </p:sp>
      </p:grpSp>
      <p:grpSp>
        <p:nvGrpSpPr>
          <p:cNvPr id="73" name="Group 72">
            <a:extLst>
              <a:ext uri="{FF2B5EF4-FFF2-40B4-BE49-F238E27FC236}">
                <a16:creationId xmlns:a16="http://schemas.microsoft.com/office/drawing/2014/main" id="{25268A36-91BD-F774-706B-5A541EC6E5D2}"/>
              </a:ext>
            </a:extLst>
          </p:cNvPr>
          <p:cNvGrpSpPr/>
          <p:nvPr/>
        </p:nvGrpSpPr>
        <p:grpSpPr>
          <a:xfrm>
            <a:off x="9104466" y="294121"/>
            <a:ext cx="1011084" cy="311801"/>
            <a:chOff x="9104466" y="294121"/>
            <a:chExt cx="1011084" cy="311801"/>
          </a:xfrm>
        </p:grpSpPr>
        <p:sp>
          <p:nvSpPr>
            <p:cNvPr id="71" name="Rectangle: Rounded Corners 70">
              <a:extLst>
                <a:ext uri="{FF2B5EF4-FFF2-40B4-BE49-F238E27FC236}">
                  <a16:creationId xmlns:a16="http://schemas.microsoft.com/office/drawing/2014/main" id="{ADD5BFBE-6641-D138-826B-10AF96D14A21}"/>
                </a:ext>
              </a:extLst>
            </p:cNvPr>
            <p:cNvSpPr/>
            <p:nvPr/>
          </p:nvSpPr>
          <p:spPr>
            <a:xfrm>
              <a:off x="9104466" y="294121"/>
              <a:ext cx="1011084" cy="297947"/>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TextBox 71">
              <a:extLst>
                <a:ext uri="{FF2B5EF4-FFF2-40B4-BE49-F238E27FC236}">
                  <a16:creationId xmlns:a16="http://schemas.microsoft.com/office/drawing/2014/main" id="{41CB0576-DF8B-34D7-6035-B4F1FE7BA261}"/>
                </a:ext>
              </a:extLst>
            </p:cNvPr>
            <p:cNvSpPr txBox="1"/>
            <p:nvPr/>
          </p:nvSpPr>
          <p:spPr>
            <a:xfrm>
              <a:off x="9179442" y="328923"/>
              <a:ext cx="861133" cy="276999"/>
            </a:xfrm>
            <a:prstGeom prst="rect">
              <a:avLst/>
            </a:prstGeom>
            <a:noFill/>
          </p:spPr>
          <p:txBody>
            <a:bodyPr wrap="none" rtlCol="0">
              <a:spAutoFit/>
            </a:bodyPr>
            <a:lstStyle/>
            <a:p>
              <a:r>
                <a:rPr lang="en-IN" sz="1200" dirty="0">
                  <a:solidFill>
                    <a:schemeClr val="bg1"/>
                  </a:solidFill>
                  <a:latin typeface="Poppins Medium" panose="00000600000000000000" pitchFamily="50" charset="0"/>
                  <a:cs typeface="Poppins Medium" panose="00000600000000000000" pitchFamily="50" charset="0"/>
                </a:rPr>
                <a:t>Upgrade</a:t>
              </a:r>
            </a:p>
          </p:txBody>
        </p:sp>
      </p:grpSp>
      <p:sp>
        <p:nvSpPr>
          <p:cNvPr id="75" name="Rectangle: Rounded Corners 74">
            <a:extLst>
              <a:ext uri="{FF2B5EF4-FFF2-40B4-BE49-F238E27FC236}">
                <a16:creationId xmlns:a16="http://schemas.microsoft.com/office/drawing/2014/main" id="{82381173-9D11-EA28-C232-8562E09E7A8A}"/>
              </a:ext>
            </a:extLst>
          </p:cNvPr>
          <p:cNvSpPr/>
          <p:nvPr/>
        </p:nvSpPr>
        <p:spPr>
          <a:xfrm>
            <a:off x="10428440" y="294121"/>
            <a:ext cx="1363509" cy="297947"/>
          </a:xfrm>
          <a:prstGeom prst="roundRect">
            <a:avLst>
              <a:gd name="adj" fmla="val 50000"/>
            </a:avLst>
          </a:prstGeom>
          <a:solidFill>
            <a:srgbClr val="0A080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TextBox 75">
            <a:extLst>
              <a:ext uri="{FF2B5EF4-FFF2-40B4-BE49-F238E27FC236}">
                <a16:creationId xmlns:a16="http://schemas.microsoft.com/office/drawing/2014/main" id="{49C2A340-4710-5833-FBEA-EC919DD51A6E}"/>
              </a:ext>
            </a:extLst>
          </p:cNvPr>
          <p:cNvSpPr txBox="1"/>
          <p:nvPr/>
        </p:nvSpPr>
        <p:spPr>
          <a:xfrm>
            <a:off x="10659597" y="328923"/>
            <a:ext cx="909223" cy="276999"/>
          </a:xfrm>
          <a:prstGeom prst="rect">
            <a:avLst/>
          </a:prstGeom>
          <a:noFill/>
        </p:spPr>
        <p:txBody>
          <a:bodyPr wrap="none" rtlCol="0">
            <a:spAutoFit/>
          </a:bodyPr>
          <a:lstStyle/>
          <a:p>
            <a:r>
              <a:rPr lang="en-IN" sz="1200" dirty="0">
                <a:solidFill>
                  <a:schemeClr val="bg1"/>
                </a:solidFill>
                <a:latin typeface="Poppins Medium" panose="00000600000000000000" pitchFamily="50" charset="0"/>
                <a:cs typeface="Poppins Medium" panose="00000600000000000000" pitchFamily="50" charset="0"/>
              </a:rPr>
              <a:t>John Doe</a:t>
            </a:r>
          </a:p>
        </p:txBody>
      </p:sp>
      <p:sp>
        <p:nvSpPr>
          <p:cNvPr id="77" name="Oval 76">
            <a:extLst>
              <a:ext uri="{FF2B5EF4-FFF2-40B4-BE49-F238E27FC236}">
                <a16:creationId xmlns:a16="http://schemas.microsoft.com/office/drawing/2014/main" id="{7859F75F-3F6A-F6DE-C7C4-920FB32200D1}"/>
              </a:ext>
            </a:extLst>
          </p:cNvPr>
          <p:cNvSpPr/>
          <p:nvPr/>
        </p:nvSpPr>
        <p:spPr>
          <a:xfrm>
            <a:off x="10465928" y="322008"/>
            <a:ext cx="238127" cy="238127"/>
          </a:xfrm>
          <a:prstGeom prst="ellipse">
            <a:avLst/>
          </a:prstGeom>
          <a:solidFill>
            <a:srgbClr val="5555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Graphic 78">
            <a:extLst>
              <a:ext uri="{FF2B5EF4-FFF2-40B4-BE49-F238E27FC236}">
                <a16:creationId xmlns:a16="http://schemas.microsoft.com/office/drawing/2014/main" id="{2770181D-94BB-87F9-9F1C-C577F5415446}"/>
              </a:ext>
            </a:extLst>
          </p:cNvPr>
          <p:cNvSpPr/>
          <p:nvPr/>
        </p:nvSpPr>
        <p:spPr>
          <a:xfrm>
            <a:off x="10526959" y="377048"/>
            <a:ext cx="116064" cy="128047"/>
          </a:xfrm>
          <a:custGeom>
            <a:avLst/>
            <a:gdLst>
              <a:gd name="connsiteX0" fmla="*/ 115527 w 116064"/>
              <a:gd name="connsiteY0" fmla="*/ 108391 h 128047"/>
              <a:gd name="connsiteX1" fmla="*/ 94646 w 116064"/>
              <a:gd name="connsiteY1" fmla="*/ 71344 h 128047"/>
              <a:gd name="connsiteX2" fmla="*/ 79582 w 116064"/>
              <a:gd name="connsiteY2" fmla="*/ 62465 h 128047"/>
              <a:gd name="connsiteX3" fmla="*/ 84052 w 116064"/>
              <a:gd name="connsiteY3" fmla="*/ 11702 h 128047"/>
              <a:gd name="connsiteX4" fmla="*/ 35187 w 116064"/>
              <a:gd name="connsiteY4" fmla="*/ 8640 h 128047"/>
              <a:gd name="connsiteX5" fmla="*/ 23308 w 116064"/>
              <a:gd name="connsiteY5" fmla="*/ 32889 h 128047"/>
              <a:gd name="connsiteX6" fmla="*/ 36534 w 116064"/>
              <a:gd name="connsiteY6" fmla="*/ 62404 h 128047"/>
              <a:gd name="connsiteX7" fmla="*/ 35432 w 116064"/>
              <a:gd name="connsiteY7" fmla="*/ 62894 h 128047"/>
              <a:gd name="connsiteX8" fmla="*/ 4448 w 116064"/>
              <a:gd name="connsiteY8" fmla="*/ 94123 h 128047"/>
              <a:gd name="connsiteX9" fmla="*/ 100 w 116064"/>
              <a:gd name="connsiteY9" fmla="*/ 122842 h 128047"/>
              <a:gd name="connsiteX10" fmla="*/ 1631 w 116064"/>
              <a:gd name="connsiteY10" fmla="*/ 126210 h 128047"/>
              <a:gd name="connsiteX11" fmla="*/ 6407 w 116064"/>
              <a:gd name="connsiteY11" fmla="*/ 128047 h 128047"/>
              <a:gd name="connsiteX12" fmla="*/ 109648 w 116064"/>
              <a:gd name="connsiteY12" fmla="*/ 128047 h 128047"/>
              <a:gd name="connsiteX13" fmla="*/ 110995 w 116064"/>
              <a:gd name="connsiteY13" fmla="*/ 127986 h 128047"/>
              <a:gd name="connsiteX14" fmla="*/ 116016 w 116064"/>
              <a:gd name="connsiteY14" fmla="*/ 122475 h 128047"/>
              <a:gd name="connsiteX15" fmla="*/ 115465 w 116064"/>
              <a:gd name="connsiteY15" fmla="*/ 108330 h 128047"/>
              <a:gd name="connsiteX16" fmla="*/ 34881 w 116064"/>
              <a:gd name="connsiteY16" fmla="*/ 35094 h 128047"/>
              <a:gd name="connsiteX17" fmla="*/ 57721 w 116064"/>
              <a:gd name="connsiteY17" fmla="*/ 11702 h 128047"/>
              <a:gd name="connsiteX18" fmla="*/ 81235 w 116064"/>
              <a:gd name="connsiteY18" fmla="*/ 34971 h 128047"/>
              <a:gd name="connsiteX19" fmla="*/ 57966 w 116064"/>
              <a:gd name="connsiteY19" fmla="*/ 58240 h 128047"/>
              <a:gd name="connsiteX20" fmla="*/ 34881 w 116064"/>
              <a:gd name="connsiteY20" fmla="*/ 35094 h 128047"/>
              <a:gd name="connsiteX21" fmla="*/ 103280 w 116064"/>
              <a:gd name="connsiteY21" fmla="*/ 116413 h 128047"/>
              <a:gd name="connsiteX22" fmla="*/ 57966 w 116064"/>
              <a:gd name="connsiteY22" fmla="*/ 116413 h 128047"/>
              <a:gd name="connsiteX23" fmla="*/ 13082 w 116064"/>
              <a:gd name="connsiteY23" fmla="*/ 116413 h 128047"/>
              <a:gd name="connsiteX24" fmla="*/ 11612 w 116064"/>
              <a:gd name="connsiteY24" fmla="*/ 114943 h 128047"/>
              <a:gd name="connsiteX25" fmla="*/ 41494 w 116064"/>
              <a:gd name="connsiteY25" fmla="*/ 72936 h 128047"/>
              <a:gd name="connsiteX26" fmla="*/ 103219 w 116064"/>
              <a:gd name="connsiteY26" fmla="*/ 105697 h 128047"/>
              <a:gd name="connsiteX27" fmla="*/ 104443 w 116064"/>
              <a:gd name="connsiteY27" fmla="*/ 115127 h 128047"/>
              <a:gd name="connsiteX28" fmla="*/ 103219 w 116064"/>
              <a:gd name="connsiteY28" fmla="*/ 116351 h 12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6064" h="128047">
                <a:moveTo>
                  <a:pt x="115527" y="108391"/>
                </a:moveTo>
                <a:cubicBezTo>
                  <a:pt x="113261" y="93389"/>
                  <a:pt x="106280" y="81019"/>
                  <a:pt x="94646" y="71344"/>
                </a:cubicBezTo>
                <a:cubicBezTo>
                  <a:pt x="90176" y="67609"/>
                  <a:pt x="85154" y="64731"/>
                  <a:pt x="79582" y="62465"/>
                </a:cubicBezTo>
                <a:cubicBezTo>
                  <a:pt x="95932" y="49177"/>
                  <a:pt x="96973" y="26153"/>
                  <a:pt x="84052" y="11702"/>
                </a:cubicBezTo>
                <a:cubicBezTo>
                  <a:pt x="71315" y="-2627"/>
                  <a:pt x="49516" y="-3974"/>
                  <a:pt x="35187" y="8640"/>
                </a:cubicBezTo>
                <a:cubicBezTo>
                  <a:pt x="27900" y="15070"/>
                  <a:pt x="23859" y="23214"/>
                  <a:pt x="23308" y="32889"/>
                </a:cubicBezTo>
                <a:cubicBezTo>
                  <a:pt x="22696" y="44891"/>
                  <a:pt x="27288" y="54689"/>
                  <a:pt x="36534" y="62404"/>
                </a:cubicBezTo>
                <a:cubicBezTo>
                  <a:pt x="36106" y="62588"/>
                  <a:pt x="35800" y="62771"/>
                  <a:pt x="35432" y="62894"/>
                </a:cubicBezTo>
                <a:cubicBezTo>
                  <a:pt x="20981" y="69201"/>
                  <a:pt x="10694" y="79611"/>
                  <a:pt x="4448" y="94123"/>
                </a:cubicBezTo>
                <a:cubicBezTo>
                  <a:pt x="529" y="103370"/>
                  <a:pt x="-329" y="112984"/>
                  <a:pt x="100" y="122842"/>
                </a:cubicBezTo>
                <a:cubicBezTo>
                  <a:pt x="100" y="124189"/>
                  <a:pt x="712" y="125292"/>
                  <a:pt x="1631" y="126210"/>
                </a:cubicBezTo>
                <a:cubicBezTo>
                  <a:pt x="2917" y="127557"/>
                  <a:pt x="4570" y="128047"/>
                  <a:pt x="6407" y="128047"/>
                </a:cubicBezTo>
                <a:cubicBezTo>
                  <a:pt x="40821" y="128047"/>
                  <a:pt x="75234" y="128047"/>
                  <a:pt x="109648" y="128047"/>
                </a:cubicBezTo>
                <a:cubicBezTo>
                  <a:pt x="110077" y="128047"/>
                  <a:pt x="110567" y="128047"/>
                  <a:pt x="110995" y="127986"/>
                </a:cubicBezTo>
                <a:cubicBezTo>
                  <a:pt x="113935" y="127557"/>
                  <a:pt x="116016" y="125414"/>
                  <a:pt x="116016" y="122475"/>
                </a:cubicBezTo>
                <a:cubicBezTo>
                  <a:pt x="116078" y="117760"/>
                  <a:pt x="116200" y="113045"/>
                  <a:pt x="115465" y="108330"/>
                </a:cubicBezTo>
                <a:close/>
                <a:moveTo>
                  <a:pt x="34881" y="35094"/>
                </a:moveTo>
                <a:cubicBezTo>
                  <a:pt x="34881" y="22234"/>
                  <a:pt x="45107" y="11763"/>
                  <a:pt x="57721" y="11702"/>
                </a:cubicBezTo>
                <a:cubicBezTo>
                  <a:pt x="70764" y="11641"/>
                  <a:pt x="81174" y="21928"/>
                  <a:pt x="81235" y="34971"/>
                </a:cubicBezTo>
                <a:cubicBezTo>
                  <a:pt x="81297" y="47769"/>
                  <a:pt x="70826" y="58240"/>
                  <a:pt x="57966" y="58240"/>
                </a:cubicBezTo>
                <a:cubicBezTo>
                  <a:pt x="45291" y="58240"/>
                  <a:pt x="34881" y="47769"/>
                  <a:pt x="34881" y="35094"/>
                </a:cubicBezTo>
                <a:close/>
                <a:moveTo>
                  <a:pt x="103280" y="116413"/>
                </a:moveTo>
                <a:cubicBezTo>
                  <a:pt x="88155" y="116413"/>
                  <a:pt x="73091" y="116413"/>
                  <a:pt x="57966" y="116413"/>
                </a:cubicBezTo>
                <a:cubicBezTo>
                  <a:pt x="42842" y="116413"/>
                  <a:pt x="28023" y="116413"/>
                  <a:pt x="13082" y="116413"/>
                </a:cubicBezTo>
                <a:cubicBezTo>
                  <a:pt x="11918" y="116413"/>
                  <a:pt x="11551" y="116229"/>
                  <a:pt x="11612" y="114943"/>
                </a:cubicBezTo>
                <a:cubicBezTo>
                  <a:pt x="13021" y="94797"/>
                  <a:pt x="22879" y="80529"/>
                  <a:pt x="41494" y="72936"/>
                </a:cubicBezTo>
                <a:cubicBezTo>
                  <a:pt x="67274" y="62465"/>
                  <a:pt x="97156" y="78509"/>
                  <a:pt x="103219" y="105697"/>
                </a:cubicBezTo>
                <a:cubicBezTo>
                  <a:pt x="103892" y="108820"/>
                  <a:pt x="104259" y="111943"/>
                  <a:pt x="104443" y="115127"/>
                </a:cubicBezTo>
                <a:cubicBezTo>
                  <a:pt x="104504" y="116229"/>
                  <a:pt x="104198" y="116351"/>
                  <a:pt x="103219" y="116351"/>
                </a:cubicBezTo>
                <a:close/>
              </a:path>
            </a:pathLst>
          </a:custGeom>
          <a:solidFill>
            <a:schemeClr val="bg1"/>
          </a:solidFill>
          <a:ln w="6016" cap="flat">
            <a:noFill/>
            <a:prstDash val="solid"/>
            <a:miter/>
          </a:ln>
        </p:spPr>
        <p:txBody>
          <a:bodyPr rtlCol="0" anchor="ctr"/>
          <a:lstStyle/>
          <a:p>
            <a:endParaRPr lang="en-IN"/>
          </a:p>
        </p:txBody>
      </p:sp>
      <p:sp>
        <p:nvSpPr>
          <p:cNvPr id="81" name="Isosceles Triangle 80">
            <a:extLst>
              <a:ext uri="{FF2B5EF4-FFF2-40B4-BE49-F238E27FC236}">
                <a16:creationId xmlns:a16="http://schemas.microsoft.com/office/drawing/2014/main" id="{59106057-6687-7436-2443-36CF82D5A997}"/>
              </a:ext>
            </a:extLst>
          </p:cNvPr>
          <p:cNvSpPr/>
          <p:nvPr/>
        </p:nvSpPr>
        <p:spPr>
          <a:xfrm rot="3600000">
            <a:off x="11583174" y="388252"/>
            <a:ext cx="86542" cy="7460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hlinkClick r:id="rId2" action="ppaction://hlinksldjump"/>
            <a:extLst>
              <a:ext uri="{FF2B5EF4-FFF2-40B4-BE49-F238E27FC236}">
                <a16:creationId xmlns:a16="http://schemas.microsoft.com/office/drawing/2014/main" id="{4F3E08FA-4C08-7258-FA22-03C53F09604C}"/>
              </a:ext>
            </a:extLst>
          </p:cNvPr>
          <p:cNvSpPr txBox="1"/>
          <p:nvPr/>
        </p:nvSpPr>
        <p:spPr>
          <a:xfrm>
            <a:off x="400078" y="1302714"/>
            <a:ext cx="1468672" cy="276999"/>
          </a:xfrm>
          <a:prstGeom prst="rect">
            <a:avLst/>
          </a:prstGeom>
          <a:noFill/>
        </p:spPr>
        <p:txBody>
          <a:bodyPr wrap="none" rtlCol="0">
            <a:spAutoFit/>
          </a:bodyPr>
          <a:lstStyle/>
          <a:p>
            <a:pPr lvl="1"/>
            <a:r>
              <a:rPr lang="en-IN" sz="1200" dirty="0">
                <a:solidFill>
                  <a:srgbClr val="1ED760"/>
                </a:solidFill>
                <a:latin typeface="Poppins Medium" panose="00000600000000000000" pitchFamily="50" charset="0"/>
                <a:cs typeface="Poppins Medium" panose="00000600000000000000" pitchFamily="50" charset="0"/>
              </a:rPr>
              <a:t>About App</a:t>
            </a:r>
          </a:p>
        </p:txBody>
      </p:sp>
      <p:sp>
        <p:nvSpPr>
          <p:cNvPr id="16" name="Graphic 14">
            <a:hlinkClick r:id="rId2" action="ppaction://hlinksldjump"/>
            <a:extLst>
              <a:ext uri="{FF2B5EF4-FFF2-40B4-BE49-F238E27FC236}">
                <a16:creationId xmlns:a16="http://schemas.microsoft.com/office/drawing/2014/main" id="{2913EB48-94F5-98C7-C275-915A1AD4D3EA}"/>
              </a:ext>
            </a:extLst>
          </p:cNvPr>
          <p:cNvSpPr/>
          <p:nvPr/>
        </p:nvSpPr>
        <p:spPr>
          <a:xfrm>
            <a:off x="400079" y="1343759"/>
            <a:ext cx="205404" cy="204111"/>
          </a:xfrm>
          <a:custGeom>
            <a:avLst/>
            <a:gdLst>
              <a:gd name="connsiteX0" fmla="*/ 535467 w 535484"/>
              <a:gd name="connsiteY0" fmla="*/ 325659 h 532115"/>
              <a:gd name="connsiteX1" fmla="*/ 535467 w 535484"/>
              <a:gd name="connsiteY1" fmla="*/ 468764 h 532115"/>
              <a:gd name="connsiteX2" fmla="*/ 472362 w 535484"/>
              <a:gd name="connsiteY2" fmla="*/ 532084 h 532115"/>
              <a:gd name="connsiteX3" fmla="*/ 379443 w 535484"/>
              <a:gd name="connsiteY3" fmla="*/ 532084 h 532115"/>
              <a:gd name="connsiteX4" fmla="*/ 337191 w 535484"/>
              <a:gd name="connsiteY4" fmla="*/ 489882 h 532115"/>
              <a:gd name="connsiteX5" fmla="*/ 337191 w 535484"/>
              <a:gd name="connsiteY5" fmla="*/ 386429 h 532115"/>
              <a:gd name="connsiteX6" fmla="*/ 314400 w 535484"/>
              <a:gd name="connsiteY6" fmla="*/ 363555 h 532115"/>
              <a:gd name="connsiteX7" fmla="*/ 220852 w 535484"/>
              <a:gd name="connsiteY7" fmla="*/ 363555 h 532115"/>
              <a:gd name="connsiteX8" fmla="*/ 198393 w 535484"/>
              <a:gd name="connsiteY8" fmla="*/ 386114 h 532115"/>
              <a:gd name="connsiteX9" fmla="*/ 198393 w 535484"/>
              <a:gd name="connsiteY9" fmla="*/ 489567 h 532115"/>
              <a:gd name="connsiteX10" fmla="*/ 155825 w 535484"/>
              <a:gd name="connsiteY10" fmla="*/ 532084 h 532115"/>
              <a:gd name="connsiteX11" fmla="*/ 62277 w 535484"/>
              <a:gd name="connsiteY11" fmla="*/ 532084 h 532115"/>
              <a:gd name="connsiteX12" fmla="*/ 83 w 535484"/>
              <a:gd name="connsiteY12" fmla="*/ 469691 h 532115"/>
              <a:gd name="connsiteX13" fmla="*/ 0 w 535484"/>
              <a:gd name="connsiteY13" fmla="*/ 179772 h 532115"/>
              <a:gd name="connsiteX14" fmla="*/ 22277 w 535484"/>
              <a:gd name="connsiteY14" fmla="*/ 140584 h 532115"/>
              <a:gd name="connsiteX15" fmla="*/ 245448 w 535484"/>
              <a:gd name="connsiteY15" fmla="*/ 6737 h 532115"/>
              <a:gd name="connsiteX16" fmla="*/ 289854 w 535484"/>
              <a:gd name="connsiteY16" fmla="*/ 6605 h 532115"/>
              <a:gd name="connsiteX17" fmla="*/ 514548 w 535484"/>
              <a:gd name="connsiteY17" fmla="*/ 141412 h 532115"/>
              <a:gd name="connsiteX18" fmla="*/ 535484 w 535484"/>
              <a:gd name="connsiteY18" fmla="*/ 178844 h 532115"/>
              <a:gd name="connsiteX19" fmla="*/ 535451 w 535484"/>
              <a:gd name="connsiteY19" fmla="*/ 325676 h 532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35484" h="532115">
                <a:moveTo>
                  <a:pt x="535467" y="325659"/>
                </a:moveTo>
                <a:cubicBezTo>
                  <a:pt x="535467" y="373361"/>
                  <a:pt x="535467" y="421062"/>
                  <a:pt x="535467" y="468764"/>
                </a:cubicBezTo>
                <a:cubicBezTo>
                  <a:pt x="535467" y="506826"/>
                  <a:pt x="510308" y="532051"/>
                  <a:pt x="472362" y="532084"/>
                </a:cubicBezTo>
                <a:cubicBezTo>
                  <a:pt x="441389" y="532101"/>
                  <a:pt x="410416" y="532118"/>
                  <a:pt x="379443" y="532084"/>
                </a:cubicBezTo>
                <a:cubicBezTo>
                  <a:pt x="353853" y="532051"/>
                  <a:pt x="337224" y="515439"/>
                  <a:pt x="337191" y="489882"/>
                </a:cubicBezTo>
                <a:cubicBezTo>
                  <a:pt x="337158" y="455398"/>
                  <a:pt x="337191" y="420913"/>
                  <a:pt x="337191" y="386429"/>
                </a:cubicBezTo>
                <a:cubicBezTo>
                  <a:pt x="337191" y="371307"/>
                  <a:pt x="329473" y="363555"/>
                  <a:pt x="314400" y="363555"/>
                </a:cubicBezTo>
                <a:cubicBezTo>
                  <a:pt x="283212" y="363555"/>
                  <a:pt x="252040" y="363539"/>
                  <a:pt x="220852" y="363555"/>
                </a:cubicBezTo>
                <a:cubicBezTo>
                  <a:pt x="206127" y="363555"/>
                  <a:pt x="198409" y="371323"/>
                  <a:pt x="198393" y="386114"/>
                </a:cubicBezTo>
                <a:cubicBezTo>
                  <a:pt x="198376" y="420599"/>
                  <a:pt x="198409" y="455083"/>
                  <a:pt x="198393" y="489567"/>
                </a:cubicBezTo>
                <a:cubicBezTo>
                  <a:pt x="198376" y="515538"/>
                  <a:pt x="181813" y="532068"/>
                  <a:pt x="155825" y="532084"/>
                </a:cubicBezTo>
                <a:cubicBezTo>
                  <a:pt x="124637" y="532118"/>
                  <a:pt x="93465" y="532134"/>
                  <a:pt x="62277" y="532084"/>
                </a:cubicBezTo>
                <a:cubicBezTo>
                  <a:pt x="25573" y="532018"/>
                  <a:pt x="99" y="506461"/>
                  <a:pt x="83" y="469691"/>
                </a:cubicBezTo>
                <a:cubicBezTo>
                  <a:pt x="50" y="373046"/>
                  <a:pt x="149" y="276401"/>
                  <a:pt x="0" y="179772"/>
                </a:cubicBezTo>
                <a:cubicBezTo>
                  <a:pt x="-33" y="162215"/>
                  <a:pt x="7288" y="149544"/>
                  <a:pt x="22277" y="140584"/>
                </a:cubicBezTo>
                <a:cubicBezTo>
                  <a:pt x="96728" y="96062"/>
                  <a:pt x="171080" y="51375"/>
                  <a:pt x="245448" y="6737"/>
                </a:cubicBezTo>
                <a:cubicBezTo>
                  <a:pt x="260239" y="-2140"/>
                  <a:pt x="275030" y="-2306"/>
                  <a:pt x="289854" y="6605"/>
                </a:cubicBezTo>
                <a:cubicBezTo>
                  <a:pt x="364752" y="51541"/>
                  <a:pt x="439650" y="96493"/>
                  <a:pt x="514548" y="141412"/>
                </a:cubicBezTo>
                <a:cubicBezTo>
                  <a:pt x="528693" y="149892"/>
                  <a:pt x="535501" y="162364"/>
                  <a:pt x="535484" y="178844"/>
                </a:cubicBezTo>
                <a:cubicBezTo>
                  <a:pt x="535418" y="227788"/>
                  <a:pt x="535451" y="276732"/>
                  <a:pt x="535451" y="325676"/>
                </a:cubicBezTo>
                <a:close/>
              </a:path>
            </a:pathLst>
          </a:custGeom>
          <a:solidFill>
            <a:srgbClr val="1ED760"/>
          </a:solidFill>
          <a:ln w="1651" cap="flat">
            <a:noFill/>
            <a:prstDash val="solid"/>
            <a:miter/>
          </a:ln>
        </p:spPr>
        <p:txBody>
          <a:bodyPr rtlCol="0" anchor="ctr"/>
          <a:lstStyle/>
          <a:p>
            <a:endParaRPr lang="en-IN"/>
          </a:p>
        </p:txBody>
      </p:sp>
      <p:sp>
        <p:nvSpPr>
          <p:cNvPr id="17" name="TextBox 16">
            <a:hlinkClick r:id="rId3" action="ppaction://hlinksldjump"/>
            <a:extLst>
              <a:ext uri="{FF2B5EF4-FFF2-40B4-BE49-F238E27FC236}">
                <a16:creationId xmlns:a16="http://schemas.microsoft.com/office/drawing/2014/main" id="{29D393BC-86FC-4CA8-8830-E874EA43EE28}"/>
              </a:ext>
            </a:extLst>
          </p:cNvPr>
          <p:cNvSpPr txBox="1"/>
          <p:nvPr/>
        </p:nvSpPr>
        <p:spPr>
          <a:xfrm>
            <a:off x="869323" y="889404"/>
            <a:ext cx="811441" cy="276999"/>
          </a:xfrm>
          <a:prstGeom prst="rect">
            <a:avLst/>
          </a:prstGeom>
          <a:noFill/>
        </p:spPr>
        <p:txBody>
          <a:bodyPr wrap="none" rtlCol="0">
            <a:spAutoFit/>
          </a:bodyPr>
          <a:lstStyle/>
          <a:p>
            <a:r>
              <a:rPr lang="en-IN" sz="1200" dirty="0">
                <a:solidFill>
                  <a:srgbClr val="B4B5B2"/>
                </a:solidFill>
                <a:latin typeface="Poppins Medium" panose="00000600000000000000" pitchFamily="50" charset="0"/>
                <a:cs typeface="Poppins Medium" panose="00000600000000000000" pitchFamily="50" charset="0"/>
              </a:rPr>
              <a:t>About Me</a:t>
            </a:r>
          </a:p>
        </p:txBody>
      </p:sp>
      <p:sp>
        <p:nvSpPr>
          <p:cNvPr id="21" name="Graphic 19">
            <a:hlinkClick r:id="rId3" action="ppaction://hlinksldjump"/>
            <a:extLst>
              <a:ext uri="{FF2B5EF4-FFF2-40B4-BE49-F238E27FC236}">
                <a16:creationId xmlns:a16="http://schemas.microsoft.com/office/drawing/2014/main" id="{88AF1956-F7FB-2ADE-A3E7-1F7329C9752A}"/>
              </a:ext>
            </a:extLst>
          </p:cNvPr>
          <p:cNvSpPr/>
          <p:nvPr/>
        </p:nvSpPr>
        <p:spPr>
          <a:xfrm>
            <a:off x="386684" y="892951"/>
            <a:ext cx="197120" cy="204111"/>
          </a:xfrm>
          <a:custGeom>
            <a:avLst/>
            <a:gdLst>
              <a:gd name="connsiteX0" fmla="*/ 3715304 w 3788950"/>
              <a:gd name="connsiteY0" fmla="*/ 3556921 h 3923333"/>
              <a:gd name="connsiteX1" fmla="*/ 2822431 w 3788950"/>
              <a:gd name="connsiteY1" fmla="*/ 2629852 h 3923333"/>
              <a:gd name="connsiteX2" fmla="*/ 2820430 w 3788950"/>
              <a:gd name="connsiteY2" fmla="*/ 2571845 h 3923333"/>
              <a:gd name="connsiteX3" fmla="*/ 3065128 w 3788950"/>
              <a:gd name="connsiteY3" fmla="*/ 2146459 h 3923333"/>
              <a:gd name="connsiteX4" fmla="*/ 3148186 w 3788950"/>
              <a:gd name="connsiteY4" fmla="*/ 1330071 h 3923333"/>
              <a:gd name="connsiteX5" fmla="*/ 2612214 w 3788950"/>
              <a:gd name="connsiteY5" fmla="*/ 381476 h 3923333"/>
              <a:gd name="connsiteX6" fmla="*/ 1888600 w 3788950"/>
              <a:gd name="connsiteY6" fmla="*/ 29432 h 3923333"/>
              <a:gd name="connsiteX7" fmla="*/ 1718483 w 3788950"/>
              <a:gd name="connsiteY7" fmla="*/ 0 h 3923333"/>
              <a:gd name="connsiteX8" fmla="*/ 1695528 w 3788950"/>
              <a:gd name="connsiteY8" fmla="*/ 0 h 3923333"/>
              <a:gd name="connsiteX9" fmla="*/ 1672573 w 3788950"/>
              <a:gd name="connsiteY9" fmla="*/ 3905 h 3923333"/>
              <a:gd name="connsiteX10" fmla="*/ 1649617 w 3788950"/>
              <a:gd name="connsiteY10" fmla="*/ 0 h 3923333"/>
              <a:gd name="connsiteX11" fmla="*/ 1511695 w 3788950"/>
              <a:gd name="connsiteY11" fmla="*/ 0 h 3923333"/>
              <a:gd name="connsiteX12" fmla="*/ 1495312 w 3788950"/>
              <a:gd name="connsiteY12" fmla="*/ 3905 h 3923333"/>
              <a:gd name="connsiteX13" fmla="*/ 1482073 w 3788950"/>
              <a:gd name="connsiteY13" fmla="*/ 3905 h 3923333"/>
              <a:gd name="connsiteX14" fmla="*/ 1465690 w 3788950"/>
              <a:gd name="connsiteY14" fmla="*/ 0 h 3923333"/>
              <a:gd name="connsiteX15" fmla="*/ 1442734 w 3788950"/>
              <a:gd name="connsiteY15" fmla="*/ 0 h 3923333"/>
              <a:gd name="connsiteX16" fmla="*/ 1374726 w 3788950"/>
              <a:gd name="connsiteY16" fmla="*/ 14288 h 3923333"/>
              <a:gd name="connsiteX17" fmla="*/ 686926 w 3788950"/>
              <a:gd name="connsiteY17" fmla="*/ 281369 h 3923333"/>
              <a:gd name="connsiteX18" fmla="*/ 143429 w 3788950"/>
              <a:gd name="connsiteY18" fmla="*/ 930402 h 3923333"/>
              <a:gd name="connsiteX19" fmla="*/ 20366 w 3788950"/>
              <a:gd name="connsiteY19" fmla="*/ 1830229 h 3923333"/>
              <a:gd name="connsiteX20" fmla="*/ 534145 w 3788950"/>
              <a:gd name="connsiteY20" fmla="*/ 2766251 h 3923333"/>
              <a:gd name="connsiteX21" fmla="*/ 1337102 w 3788950"/>
              <a:gd name="connsiteY21" fmla="*/ 3148298 h 3923333"/>
              <a:gd name="connsiteX22" fmla="*/ 2460385 w 3788950"/>
              <a:gd name="connsiteY22" fmla="*/ 2901791 h 3923333"/>
              <a:gd name="connsiteX23" fmla="*/ 2519059 w 3788950"/>
              <a:gd name="connsiteY23" fmla="*/ 2908364 h 3923333"/>
              <a:gd name="connsiteX24" fmla="*/ 3416219 w 3788950"/>
              <a:gd name="connsiteY24" fmla="*/ 3842004 h 3923333"/>
              <a:gd name="connsiteX25" fmla="*/ 3449461 w 3788950"/>
              <a:gd name="connsiteY25" fmla="*/ 3873722 h 3923333"/>
              <a:gd name="connsiteX26" fmla="*/ 3761786 w 3788950"/>
              <a:gd name="connsiteY26" fmla="*/ 3818192 h 3923333"/>
              <a:gd name="connsiteX27" fmla="*/ 3715400 w 3788950"/>
              <a:gd name="connsiteY27" fmla="*/ 3557016 h 3923333"/>
              <a:gd name="connsiteX28" fmla="*/ 1586086 w 3788950"/>
              <a:gd name="connsiteY28" fmla="*/ 2754535 h 3923333"/>
              <a:gd name="connsiteX29" fmla="*/ 414701 w 3788950"/>
              <a:gd name="connsiteY29" fmla="*/ 1584389 h 3923333"/>
              <a:gd name="connsiteX30" fmla="*/ 1585609 w 3788950"/>
              <a:gd name="connsiteY30" fmla="*/ 413480 h 3923333"/>
              <a:gd name="connsiteX31" fmla="*/ 2754803 w 3788950"/>
              <a:gd name="connsiteY31" fmla="*/ 1585817 h 3923333"/>
              <a:gd name="connsiteX32" fmla="*/ 1586086 w 3788950"/>
              <a:gd name="connsiteY32" fmla="*/ 2754440 h 3923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788950" h="3923333">
                <a:moveTo>
                  <a:pt x="3715304" y="3556921"/>
                </a:moveTo>
                <a:cubicBezTo>
                  <a:pt x="3417934" y="3247644"/>
                  <a:pt x="3120754" y="2938177"/>
                  <a:pt x="2822431" y="2629852"/>
                </a:cubicBezTo>
                <a:cubicBezTo>
                  <a:pt x="2800618" y="2607278"/>
                  <a:pt x="2801380" y="2594896"/>
                  <a:pt x="2820430" y="2571845"/>
                </a:cubicBezTo>
                <a:cubicBezTo>
                  <a:pt x="2925872" y="2444020"/>
                  <a:pt x="3006740" y="2301240"/>
                  <a:pt x="3065128" y="2146459"/>
                </a:cubicBezTo>
                <a:cubicBezTo>
                  <a:pt x="3164950" y="1881950"/>
                  <a:pt x="3194668" y="1608868"/>
                  <a:pt x="3148186" y="1330071"/>
                </a:cubicBezTo>
                <a:cubicBezTo>
                  <a:pt x="3084749" y="949643"/>
                  <a:pt x="2904060" y="632936"/>
                  <a:pt x="2612214" y="381476"/>
                </a:cubicBezTo>
                <a:cubicBezTo>
                  <a:pt x="2402569" y="200787"/>
                  <a:pt x="2160824" y="83630"/>
                  <a:pt x="1888600" y="29432"/>
                </a:cubicBezTo>
                <a:cubicBezTo>
                  <a:pt x="1832116" y="18193"/>
                  <a:pt x="1773823" y="17336"/>
                  <a:pt x="1718483" y="0"/>
                </a:cubicBezTo>
                <a:lnTo>
                  <a:pt x="1695528" y="0"/>
                </a:lnTo>
                <a:cubicBezTo>
                  <a:pt x="1688765" y="6668"/>
                  <a:pt x="1680288" y="2953"/>
                  <a:pt x="1672573" y="3905"/>
                </a:cubicBezTo>
                <a:cubicBezTo>
                  <a:pt x="1664857" y="2858"/>
                  <a:pt x="1656285" y="6572"/>
                  <a:pt x="1649617" y="0"/>
                </a:cubicBezTo>
                <a:lnTo>
                  <a:pt x="1511695" y="0"/>
                </a:lnTo>
                <a:cubicBezTo>
                  <a:pt x="1507123" y="5048"/>
                  <a:pt x="1501027" y="3715"/>
                  <a:pt x="1495312" y="3905"/>
                </a:cubicBezTo>
                <a:cubicBezTo>
                  <a:pt x="1490931" y="3905"/>
                  <a:pt x="1486549" y="3905"/>
                  <a:pt x="1482073" y="3905"/>
                </a:cubicBezTo>
                <a:cubicBezTo>
                  <a:pt x="1476358" y="3619"/>
                  <a:pt x="1470262" y="4953"/>
                  <a:pt x="1465690" y="0"/>
                </a:cubicBezTo>
                <a:lnTo>
                  <a:pt x="1442734" y="0"/>
                </a:lnTo>
                <a:cubicBezTo>
                  <a:pt x="1422256" y="14764"/>
                  <a:pt x="1397491" y="11240"/>
                  <a:pt x="1374726" y="14288"/>
                </a:cubicBezTo>
                <a:cubicBezTo>
                  <a:pt x="1123456" y="46958"/>
                  <a:pt x="894475" y="137827"/>
                  <a:pt x="686926" y="281369"/>
                </a:cubicBezTo>
                <a:cubicBezTo>
                  <a:pt x="446705" y="447485"/>
                  <a:pt x="265635" y="664464"/>
                  <a:pt x="143429" y="930402"/>
                </a:cubicBezTo>
                <a:cubicBezTo>
                  <a:pt x="11317" y="1218057"/>
                  <a:pt x="-29069" y="1519142"/>
                  <a:pt x="20366" y="1830229"/>
                </a:cubicBezTo>
                <a:cubicBezTo>
                  <a:pt x="79516" y="2202275"/>
                  <a:pt x="252967" y="2514886"/>
                  <a:pt x="534145" y="2766251"/>
                </a:cubicBezTo>
                <a:cubicBezTo>
                  <a:pt x="764269" y="2971895"/>
                  <a:pt x="1032112" y="3102293"/>
                  <a:pt x="1337102" y="3148298"/>
                </a:cubicBezTo>
                <a:cubicBezTo>
                  <a:pt x="1741724" y="3209354"/>
                  <a:pt x="2118057" y="3128963"/>
                  <a:pt x="2460385" y="2901791"/>
                </a:cubicBezTo>
                <a:cubicBezTo>
                  <a:pt x="2485722" y="2885027"/>
                  <a:pt x="2498009" y="2886456"/>
                  <a:pt x="2519059" y="2908364"/>
                </a:cubicBezTo>
                <a:cubicBezTo>
                  <a:pt x="2817383" y="3220212"/>
                  <a:pt x="3116944" y="3531013"/>
                  <a:pt x="3416219" y="3842004"/>
                </a:cubicBezTo>
                <a:cubicBezTo>
                  <a:pt x="3426792" y="3853053"/>
                  <a:pt x="3437841" y="3863721"/>
                  <a:pt x="3449461" y="3873722"/>
                </a:cubicBezTo>
                <a:cubicBezTo>
                  <a:pt x="3547950" y="3958304"/>
                  <a:pt x="3698635" y="3931444"/>
                  <a:pt x="3761786" y="3818192"/>
                </a:cubicBezTo>
                <a:cubicBezTo>
                  <a:pt x="3810078" y="3731609"/>
                  <a:pt x="3793600" y="3638360"/>
                  <a:pt x="3715400" y="3557016"/>
                </a:cubicBezTo>
                <a:close/>
                <a:moveTo>
                  <a:pt x="1586086" y="2754535"/>
                </a:moveTo>
                <a:cubicBezTo>
                  <a:pt x="944291" y="2758059"/>
                  <a:pt x="415273" y="2229517"/>
                  <a:pt x="414701" y="1584389"/>
                </a:cubicBezTo>
                <a:cubicBezTo>
                  <a:pt x="414225" y="939832"/>
                  <a:pt x="941434" y="412623"/>
                  <a:pt x="1585609" y="413480"/>
                </a:cubicBezTo>
                <a:cubicBezTo>
                  <a:pt x="2230738" y="414337"/>
                  <a:pt x="2758137" y="943261"/>
                  <a:pt x="2754803" y="1585817"/>
                </a:cubicBezTo>
                <a:cubicBezTo>
                  <a:pt x="2751469" y="2232374"/>
                  <a:pt x="2232833" y="2750915"/>
                  <a:pt x="1586086" y="2754440"/>
                </a:cubicBezTo>
                <a:close/>
              </a:path>
            </a:pathLst>
          </a:custGeom>
          <a:solidFill>
            <a:srgbClr val="C1C1C1"/>
          </a:solidFill>
          <a:ln w="9525" cap="flat">
            <a:noFill/>
            <a:prstDash val="solid"/>
            <a:miter/>
          </a:ln>
        </p:spPr>
        <p:txBody>
          <a:bodyPr rtlCol="0" anchor="ctr"/>
          <a:lstStyle/>
          <a:p>
            <a:endParaRPr lang="en-IN"/>
          </a:p>
        </p:txBody>
      </p:sp>
      <p:sp>
        <p:nvSpPr>
          <p:cNvPr id="22" name="TextBox 21">
            <a:hlinkClick r:id="rId4" action="ppaction://hlinksldjump"/>
            <a:extLst>
              <a:ext uri="{FF2B5EF4-FFF2-40B4-BE49-F238E27FC236}">
                <a16:creationId xmlns:a16="http://schemas.microsoft.com/office/drawing/2014/main" id="{B8560F59-A67B-8514-2A4E-47A28A1A48B1}"/>
              </a:ext>
            </a:extLst>
          </p:cNvPr>
          <p:cNvSpPr txBox="1"/>
          <p:nvPr/>
        </p:nvSpPr>
        <p:spPr>
          <a:xfrm>
            <a:off x="869323" y="1751789"/>
            <a:ext cx="1665841" cy="276999"/>
          </a:xfrm>
          <a:prstGeom prst="rect">
            <a:avLst/>
          </a:prstGeom>
          <a:noFill/>
        </p:spPr>
        <p:txBody>
          <a:bodyPr wrap="none" rtlCol="0">
            <a:spAutoFit/>
          </a:bodyPr>
          <a:lstStyle/>
          <a:p>
            <a:r>
              <a:rPr lang="en-IN" sz="1200" dirty="0">
                <a:solidFill>
                  <a:srgbClr val="B4B5B2"/>
                </a:solidFill>
                <a:latin typeface="Poppins Medium" panose="00000600000000000000" pitchFamily="50" charset="0"/>
                <a:cs typeface="Poppins Medium" panose="00000600000000000000" pitchFamily="50" charset="0"/>
              </a:rPr>
              <a:t>Kế Hoạch Phát Triển</a:t>
            </a:r>
            <a:endParaRPr lang="en-IN" sz="1200" dirty="0">
              <a:solidFill>
                <a:srgbClr val="B4B5B2"/>
              </a:solidFill>
              <a:latin typeface="Poppins Medium" panose="00000600000000000000" pitchFamily="50" charset="0"/>
              <a:cs typeface="Poppins Medium" panose="00000600000000000000" pitchFamily="50" charset="0"/>
            </a:endParaRPr>
          </a:p>
        </p:txBody>
      </p:sp>
      <p:grpSp>
        <p:nvGrpSpPr>
          <p:cNvPr id="12" name="Group 11">
            <a:extLst>
              <a:ext uri="{FF2B5EF4-FFF2-40B4-BE49-F238E27FC236}">
                <a16:creationId xmlns:a16="http://schemas.microsoft.com/office/drawing/2014/main" id="{B49BF3CE-B5CC-0826-B505-034FA0112EB0}"/>
              </a:ext>
            </a:extLst>
          </p:cNvPr>
          <p:cNvGrpSpPr/>
          <p:nvPr/>
        </p:nvGrpSpPr>
        <p:grpSpPr>
          <a:xfrm>
            <a:off x="431322" y="1764517"/>
            <a:ext cx="177294" cy="204783"/>
            <a:chOff x="431322" y="1764517"/>
            <a:chExt cx="177294" cy="204783"/>
          </a:xfrm>
        </p:grpSpPr>
        <p:sp>
          <p:nvSpPr>
            <p:cNvPr id="27" name="Freeform: Shape 26">
              <a:hlinkClick r:id="rId4" action="ppaction://hlinksldjump"/>
              <a:extLst>
                <a:ext uri="{FF2B5EF4-FFF2-40B4-BE49-F238E27FC236}">
                  <a16:creationId xmlns:a16="http://schemas.microsoft.com/office/drawing/2014/main" id="{0B437083-C79F-3320-0862-0AE0534D9648}"/>
                </a:ext>
              </a:extLst>
            </p:cNvPr>
            <p:cNvSpPr/>
            <p:nvPr/>
          </p:nvSpPr>
          <p:spPr>
            <a:xfrm>
              <a:off x="431322" y="1765205"/>
              <a:ext cx="15953" cy="203670"/>
            </a:xfrm>
            <a:custGeom>
              <a:avLst/>
              <a:gdLst>
                <a:gd name="connsiteX0" fmla="*/ 42232 w 84464"/>
                <a:gd name="connsiteY0" fmla="*/ 0 h 1078327"/>
                <a:gd name="connsiteX1" fmla="*/ 84464 w 84464"/>
                <a:gd name="connsiteY1" fmla="*/ 42232 h 1078327"/>
                <a:gd name="connsiteX2" fmla="*/ 84464 w 84464"/>
                <a:gd name="connsiteY2" fmla="*/ 1036095 h 1078327"/>
                <a:gd name="connsiteX3" fmla="*/ 42232 w 84464"/>
                <a:gd name="connsiteY3" fmla="*/ 1078327 h 1078327"/>
                <a:gd name="connsiteX4" fmla="*/ 42232 w 84464"/>
                <a:gd name="connsiteY4" fmla="*/ 1078327 h 1078327"/>
                <a:gd name="connsiteX5" fmla="*/ 0 w 84464"/>
                <a:gd name="connsiteY5" fmla="*/ 1036095 h 1078327"/>
                <a:gd name="connsiteX6" fmla="*/ 0 w 84464"/>
                <a:gd name="connsiteY6" fmla="*/ 42232 h 1078327"/>
                <a:gd name="connsiteX7" fmla="*/ 42232 w 84464"/>
                <a:gd name="connsiteY7" fmla="*/ 0 h 107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464" h="1078327">
                  <a:moveTo>
                    <a:pt x="42232" y="0"/>
                  </a:moveTo>
                  <a:cubicBezTo>
                    <a:pt x="65556" y="0"/>
                    <a:pt x="84464" y="18908"/>
                    <a:pt x="84464" y="42232"/>
                  </a:cubicBezTo>
                  <a:lnTo>
                    <a:pt x="84464" y="1036095"/>
                  </a:lnTo>
                  <a:cubicBezTo>
                    <a:pt x="84464" y="1059419"/>
                    <a:pt x="65556" y="1078327"/>
                    <a:pt x="42232" y="1078327"/>
                  </a:cubicBezTo>
                  <a:lnTo>
                    <a:pt x="42232" y="1078327"/>
                  </a:lnTo>
                  <a:cubicBezTo>
                    <a:pt x="18908" y="1078327"/>
                    <a:pt x="0" y="1059419"/>
                    <a:pt x="0" y="1036095"/>
                  </a:cubicBezTo>
                  <a:lnTo>
                    <a:pt x="0" y="42232"/>
                  </a:lnTo>
                  <a:cubicBezTo>
                    <a:pt x="0" y="18908"/>
                    <a:pt x="18908" y="0"/>
                    <a:pt x="42232" y="0"/>
                  </a:cubicBezTo>
                  <a:close/>
                </a:path>
              </a:pathLst>
            </a:custGeom>
            <a:solidFill>
              <a:srgbClr val="C1C1C1"/>
            </a:solidFill>
            <a:ln w="56029" cap="flat">
              <a:noFill/>
              <a:prstDash val="solid"/>
              <a:miter/>
            </a:ln>
          </p:spPr>
          <p:txBody>
            <a:bodyPr rtlCol="0" anchor="ctr"/>
            <a:lstStyle/>
            <a:p>
              <a:endParaRPr lang="en-IN"/>
            </a:p>
          </p:txBody>
        </p:sp>
        <p:sp>
          <p:nvSpPr>
            <p:cNvPr id="28" name="Freeform: Shape 27">
              <a:hlinkClick r:id="rId4" action="ppaction://hlinksldjump"/>
              <a:extLst>
                <a:ext uri="{FF2B5EF4-FFF2-40B4-BE49-F238E27FC236}">
                  <a16:creationId xmlns:a16="http://schemas.microsoft.com/office/drawing/2014/main" id="{3A74A947-106C-8861-FA4A-4F68E2601555}"/>
                </a:ext>
              </a:extLst>
            </p:cNvPr>
            <p:cNvSpPr/>
            <p:nvPr/>
          </p:nvSpPr>
          <p:spPr>
            <a:xfrm>
              <a:off x="469291" y="1765205"/>
              <a:ext cx="15953" cy="203670"/>
            </a:xfrm>
            <a:custGeom>
              <a:avLst/>
              <a:gdLst>
                <a:gd name="connsiteX0" fmla="*/ 42232 w 84464"/>
                <a:gd name="connsiteY0" fmla="*/ 0 h 1078327"/>
                <a:gd name="connsiteX1" fmla="*/ 84464 w 84464"/>
                <a:gd name="connsiteY1" fmla="*/ 42232 h 1078327"/>
                <a:gd name="connsiteX2" fmla="*/ 84464 w 84464"/>
                <a:gd name="connsiteY2" fmla="*/ 1036095 h 1078327"/>
                <a:gd name="connsiteX3" fmla="*/ 42232 w 84464"/>
                <a:gd name="connsiteY3" fmla="*/ 1078327 h 1078327"/>
                <a:gd name="connsiteX4" fmla="*/ 42232 w 84464"/>
                <a:gd name="connsiteY4" fmla="*/ 1078327 h 1078327"/>
                <a:gd name="connsiteX5" fmla="*/ 0 w 84464"/>
                <a:gd name="connsiteY5" fmla="*/ 1036095 h 1078327"/>
                <a:gd name="connsiteX6" fmla="*/ 0 w 84464"/>
                <a:gd name="connsiteY6" fmla="*/ 42232 h 1078327"/>
                <a:gd name="connsiteX7" fmla="*/ 42232 w 84464"/>
                <a:gd name="connsiteY7" fmla="*/ 0 h 107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464" h="1078327">
                  <a:moveTo>
                    <a:pt x="42232" y="0"/>
                  </a:moveTo>
                  <a:cubicBezTo>
                    <a:pt x="65556" y="0"/>
                    <a:pt x="84464" y="18908"/>
                    <a:pt x="84464" y="42232"/>
                  </a:cubicBezTo>
                  <a:lnTo>
                    <a:pt x="84464" y="1036095"/>
                  </a:lnTo>
                  <a:cubicBezTo>
                    <a:pt x="84464" y="1059419"/>
                    <a:pt x="65556" y="1078327"/>
                    <a:pt x="42232" y="1078327"/>
                  </a:cubicBezTo>
                  <a:lnTo>
                    <a:pt x="42232" y="1078327"/>
                  </a:lnTo>
                  <a:cubicBezTo>
                    <a:pt x="18908" y="1078327"/>
                    <a:pt x="0" y="1059419"/>
                    <a:pt x="0" y="1036095"/>
                  </a:cubicBezTo>
                  <a:lnTo>
                    <a:pt x="0" y="42232"/>
                  </a:lnTo>
                  <a:cubicBezTo>
                    <a:pt x="0" y="18908"/>
                    <a:pt x="18908" y="0"/>
                    <a:pt x="42232" y="0"/>
                  </a:cubicBezTo>
                  <a:close/>
                </a:path>
              </a:pathLst>
            </a:custGeom>
            <a:solidFill>
              <a:srgbClr val="C1C1C1"/>
            </a:solidFill>
            <a:ln w="56029" cap="flat">
              <a:noFill/>
              <a:prstDash val="solid"/>
              <a:miter/>
            </a:ln>
          </p:spPr>
          <p:txBody>
            <a:bodyPr rtlCol="0" anchor="ctr"/>
            <a:lstStyle/>
            <a:p>
              <a:endParaRPr lang="en-IN"/>
            </a:p>
          </p:txBody>
        </p:sp>
        <p:sp>
          <p:nvSpPr>
            <p:cNvPr id="29" name="Freeform: Shape 28">
              <a:hlinkClick r:id="rId4" action="ppaction://hlinksldjump"/>
              <a:extLst>
                <a:ext uri="{FF2B5EF4-FFF2-40B4-BE49-F238E27FC236}">
                  <a16:creationId xmlns:a16="http://schemas.microsoft.com/office/drawing/2014/main" id="{D2697409-DA9B-84CF-C5C5-4FA11D3D158F}"/>
                </a:ext>
              </a:extLst>
            </p:cNvPr>
            <p:cNvSpPr/>
            <p:nvPr/>
          </p:nvSpPr>
          <p:spPr>
            <a:xfrm>
              <a:off x="509599" y="1764517"/>
              <a:ext cx="99017" cy="204783"/>
            </a:xfrm>
            <a:custGeom>
              <a:avLst/>
              <a:gdLst>
                <a:gd name="connsiteX0" fmla="*/ 482010 w 524241"/>
                <a:gd name="connsiteY0" fmla="*/ 1083659 h 1084222"/>
                <a:gd name="connsiteX1" fmla="*/ 42232 w 524241"/>
                <a:gd name="connsiteY1" fmla="*/ 1083659 h 1084222"/>
                <a:gd name="connsiteX2" fmla="*/ 0 w 524241"/>
                <a:gd name="connsiteY2" fmla="*/ 1041427 h 1084222"/>
                <a:gd name="connsiteX3" fmla="*/ 0 w 524241"/>
                <a:gd name="connsiteY3" fmla="*/ 41933 h 1084222"/>
                <a:gd name="connsiteX4" fmla="*/ 19708 w 524241"/>
                <a:gd name="connsiteY4" fmla="*/ 6458 h 1084222"/>
                <a:gd name="connsiteX5" fmla="*/ 60251 w 524241"/>
                <a:gd name="connsiteY5" fmla="*/ 4206 h 1084222"/>
                <a:gd name="connsiteX6" fmla="*/ 500029 w 524241"/>
                <a:gd name="connsiteY6" fmla="*/ 213114 h 1084222"/>
                <a:gd name="connsiteX7" fmla="*/ 524242 w 524241"/>
                <a:gd name="connsiteY7" fmla="*/ 251405 h 1084222"/>
                <a:gd name="connsiteX8" fmla="*/ 524242 w 524241"/>
                <a:gd name="connsiteY8" fmla="*/ 1041990 h 1084222"/>
                <a:gd name="connsiteX9" fmla="*/ 482010 w 524241"/>
                <a:gd name="connsiteY9" fmla="*/ 1084222 h 1084222"/>
                <a:gd name="connsiteX10" fmla="*/ 84464 w 524241"/>
                <a:gd name="connsiteY10" fmla="*/ 999195 h 1084222"/>
                <a:gd name="connsiteX11" fmla="*/ 439777 w 524241"/>
                <a:gd name="connsiteY11" fmla="*/ 999195 h 1084222"/>
                <a:gd name="connsiteX12" fmla="*/ 439777 w 524241"/>
                <a:gd name="connsiteY12" fmla="*/ 277307 h 1084222"/>
                <a:gd name="connsiteX13" fmla="*/ 84464 w 524241"/>
                <a:gd name="connsiteY13" fmla="*/ 108941 h 1084222"/>
                <a:gd name="connsiteX14" fmla="*/ 84464 w 524241"/>
                <a:gd name="connsiteY14" fmla="*/ 999195 h 1084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4241" h="1084222">
                  <a:moveTo>
                    <a:pt x="482010" y="1083659"/>
                  </a:moveTo>
                  <a:lnTo>
                    <a:pt x="42232" y="1083659"/>
                  </a:lnTo>
                  <a:cubicBezTo>
                    <a:pt x="19145" y="1083659"/>
                    <a:pt x="0" y="1064514"/>
                    <a:pt x="0" y="1041427"/>
                  </a:cubicBezTo>
                  <a:lnTo>
                    <a:pt x="0" y="41933"/>
                  </a:lnTo>
                  <a:cubicBezTo>
                    <a:pt x="0" y="27293"/>
                    <a:pt x="7320" y="13778"/>
                    <a:pt x="19708" y="6458"/>
                  </a:cubicBezTo>
                  <a:cubicBezTo>
                    <a:pt x="31533" y="-1425"/>
                    <a:pt x="47300" y="-1988"/>
                    <a:pt x="60251" y="4206"/>
                  </a:cubicBezTo>
                  <a:lnTo>
                    <a:pt x="500029" y="213114"/>
                  </a:lnTo>
                  <a:cubicBezTo>
                    <a:pt x="514669" y="219871"/>
                    <a:pt x="524242" y="235075"/>
                    <a:pt x="524242" y="251405"/>
                  </a:cubicBezTo>
                  <a:lnTo>
                    <a:pt x="524242" y="1041990"/>
                  </a:lnTo>
                  <a:cubicBezTo>
                    <a:pt x="524242" y="1065077"/>
                    <a:pt x="505096" y="1084222"/>
                    <a:pt x="482010" y="1084222"/>
                  </a:cubicBezTo>
                  <a:close/>
                  <a:moveTo>
                    <a:pt x="84464" y="999195"/>
                  </a:moveTo>
                  <a:lnTo>
                    <a:pt x="439777" y="999195"/>
                  </a:lnTo>
                  <a:lnTo>
                    <a:pt x="439777" y="277307"/>
                  </a:lnTo>
                  <a:lnTo>
                    <a:pt x="84464" y="108941"/>
                  </a:lnTo>
                  <a:lnTo>
                    <a:pt x="84464" y="999195"/>
                  </a:lnTo>
                  <a:close/>
                </a:path>
              </a:pathLst>
            </a:custGeom>
            <a:solidFill>
              <a:srgbClr val="C1C1C1"/>
            </a:solidFill>
            <a:ln w="56029" cap="flat">
              <a:noFill/>
              <a:prstDash val="solid"/>
              <a:miter/>
            </a:ln>
          </p:spPr>
          <p:txBody>
            <a:bodyPr rtlCol="0" anchor="ctr"/>
            <a:lstStyle/>
            <a:p>
              <a:endParaRPr lang="en-IN" dirty="0"/>
            </a:p>
          </p:txBody>
        </p:sp>
      </p:grpSp>
      <p:sp>
        <p:nvSpPr>
          <p:cNvPr id="35" name="TextBox 34">
            <a:hlinkClick r:id="rId5" action="ppaction://hlinksldjump"/>
            <a:extLst>
              <a:ext uri="{FF2B5EF4-FFF2-40B4-BE49-F238E27FC236}">
                <a16:creationId xmlns:a16="http://schemas.microsoft.com/office/drawing/2014/main" id="{D7FACB4C-BCA4-434A-8FA8-F4D0A8D4C109}"/>
              </a:ext>
            </a:extLst>
          </p:cNvPr>
          <p:cNvSpPr txBox="1"/>
          <p:nvPr/>
        </p:nvSpPr>
        <p:spPr>
          <a:xfrm>
            <a:off x="869323" y="2200874"/>
            <a:ext cx="646331" cy="276999"/>
          </a:xfrm>
          <a:prstGeom prst="rect">
            <a:avLst/>
          </a:prstGeom>
          <a:noFill/>
        </p:spPr>
        <p:txBody>
          <a:bodyPr wrap="none" rtlCol="0">
            <a:spAutoFit/>
          </a:bodyPr>
          <a:lstStyle/>
          <a:p>
            <a:r>
              <a:rPr lang="en-IN" sz="1200" dirty="0">
                <a:solidFill>
                  <a:srgbClr val="B4B5B2"/>
                </a:solidFill>
                <a:latin typeface="Poppins Medium" panose="00000600000000000000" pitchFamily="50" charset="0"/>
                <a:cs typeface="Poppins Medium" panose="00000600000000000000" pitchFamily="50" charset="0"/>
              </a:rPr>
              <a:t>Demo</a:t>
            </a:r>
            <a:endParaRPr lang="en-IN" sz="1200" dirty="0">
              <a:solidFill>
                <a:srgbClr val="B4B5B2"/>
              </a:solidFill>
              <a:latin typeface="Poppins Medium" panose="00000600000000000000" pitchFamily="50" charset="0"/>
              <a:cs typeface="Poppins Medium" panose="00000600000000000000" pitchFamily="50" charset="0"/>
            </a:endParaRPr>
          </a:p>
        </p:txBody>
      </p:sp>
      <p:grpSp>
        <p:nvGrpSpPr>
          <p:cNvPr id="14" name="Group 13">
            <a:extLst>
              <a:ext uri="{FF2B5EF4-FFF2-40B4-BE49-F238E27FC236}">
                <a16:creationId xmlns:a16="http://schemas.microsoft.com/office/drawing/2014/main" id="{EA242ACD-15E5-8F2C-9A52-01A6F8C1149E}"/>
              </a:ext>
            </a:extLst>
          </p:cNvPr>
          <p:cNvGrpSpPr/>
          <p:nvPr/>
        </p:nvGrpSpPr>
        <p:grpSpPr>
          <a:xfrm>
            <a:off x="431322" y="2214773"/>
            <a:ext cx="203670" cy="203670"/>
            <a:chOff x="431322" y="2214773"/>
            <a:chExt cx="203670" cy="203670"/>
          </a:xfrm>
        </p:grpSpPr>
        <p:sp>
          <p:nvSpPr>
            <p:cNvPr id="41" name="Rectangle: Rounded Corners 40">
              <a:hlinkClick r:id="rId5" action="ppaction://hlinksldjump"/>
              <a:extLst>
                <a:ext uri="{FF2B5EF4-FFF2-40B4-BE49-F238E27FC236}">
                  <a16:creationId xmlns:a16="http://schemas.microsoft.com/office/drawing/2014/main" id="{04DE6D2B-6CE6-28FD-8F23-17896ED36EF7}"/>
                </a:ext>
              </a:extLst>
            </p:cNvPr>
            <p:cNvSpPr/>
            <p:nvPr/>
          </p:nvSpPr>
          <p:spPr>
            <a:xfrm>
              <a:off x="431322" y="2214773"/>
              <a:ext cx="203670" cy="203670"/>
            </a:xfrm>
            <a:prstGeom prst="roundRect">
              <a:avLst>
                <a:gd name="adj" fmla="val 12600"/>
              </a:avLst>
            </a:prstGeom>
            <a:solidFill>
              <a:srgbClr val="C1C1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4" name="Graphic 43" descr="Add with solid fill">
              <a:hlinkClick r:id="rId5" action="ppaction://hlinksldjump"/>
              <a:extLst>
                <a:ext uri="{FF2B5EF4-FFF2-40B4-BE49-F238E27FC236}">
                  <a16:creationId xmlns:a16="http://schemas.microsoft.com/office/drawing/2014/main" id="{5B31FC8E-FC26-E411-4E49-286671264F79}"/>
                </a:ext>
              </a:extLst>
            </p:cNvPr>
            <p:cNvPicPr>
              <a:picLocks noChangeAspect="1"/>
            </p:cNvPicPr>
            <p:nvPr/>
          </p:nvPicPr>
          <p:blipFill>
            <a:blip r:embed="rId6" cstate="hq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72263" y="2255714"/>
              <a:ext cx="121788" cy="121788"/>
            </a:xfrm>
            <a:prstGeom prst="rect">
              <a:avLst/>
            </a:prstGeom>
          </p:spPr>
        </p:pic>
      </p:grpSp>
      <p:sp>
        <p:nvSpPr>
          <p:cNvPr id="9" name="TextBox 8">
            <a:hlinkClick r:id="rId5" action="ppaction://hlinksldjump"/>
            <a:extLst>
              <a:ext uri="{FF2B5EF4-FFF2-40B4-BE49-F238E27FC236}">
                <a16:creationId xmlns:a16="http://schemas.microsoft.com/office/drawing/2014/main" id="{67D53DBD-07C2-B89B-2A5E-6EA3F0CE967B}"/>
              </a:ext>
            </a:extLst>
          </p:cNvPr>
          <p:cNvSpPr txBox="1"/>
          <p:nvPr/>
        </p:nvSpPr>
        <p:spPr>
          <a:xfrm>
            <a:off x="856561" y="2741524"/>
            <a:ext cx="1295547" cy="276999"/>
          </a:xfrm>
          <a:prstGeom prst="rect">
            <a:avLst/>
          </a:prstGeom>
          <a:noFill/>
        </p:spPr>
        <p:txBody>
          <a:bodyPr wrap="none" rtlCol="0">
            <a:spAutoFit/>
          </a:bodyPr>
          <a:lstStyle/>
          <a:p>
            <a:r>
              <a:rPr lang="en-IN" sz="1200" dirty="0">
                <a:solidFill>
                  <a:srgbClr val="B4B5B2"/>
                </a:solidFill>
                <a:latin typeface="Microsoft PhagsPa" panose="020B0502040204020203" pitchFamily="34" charset="0"/>
                <a:cs typeface="Poppins Medium" panose="00000600000000000000" pitchFamily="50" charset="0"/>
              </a:rPr>
              <a:t>Ưu Nhược Điểm</a:t>
            </a:r>
            <a:endParaRPr lang="en-IN" sz="1200" dirty="0">
              <a:solidFill>
                <a:srgbClr val="B4B5B2"/>
              </a:solidFill>
              <a:latin typeface="Microsoft PhagsPa" panose="020B0502040204020203" pitchFamily="34" charset="0"/>
              <a:cs typeface="Poppins Medium" panose="00000600000000000000" pitchFamily="50" charset="0"/>
            </a:endParaRPr>
          </a:p>
        </p:txBody>
      </p:sp>
      <p:sp>
        <p:nvSpPr>
          <p:cNvPr id="50" name="Freeform: Shape 49">
            <a:hlinkClick r:id="rId5" action="ppaction://hlinksldjump"/>
            <a:extLst>
              <a:ext uri="{FF2B5EF4-FFF2-40B4-BE49-F238E27FC236}">
                <a16:creationId xmlns:a16="http://schemas.microsoft.com/office/drawing/2014/main" id="{0E2B6178-FB2D-9772-47AD-87A734026875}"/>
              </a:ext>
            </a:extLst>
          </p:cNvPr>
          <p:cNvSpPr/>
          <p:nvPr/>
        </p:nvSpPr>
        <p:spPr>
          <a:xfrm>
            <a:off x="455781" y="2780034"/>
            <a:ext cx="154752" cy="204786"/>
          </a:xfrm>
          <a:custGeom>
            <a:avLst/>
            <a:gdLst>
              <a:gd name="connsiteX0" fmla="*/ 467584 w 469298"/>
              <a:gd name="connsiteY0" fmla="*/ 62389 h 621030"/>
              <a:gd name="connsiteX1" fmla="*/ 394242 w 469298"/>
              <a:gd name="connsiteY1" fmla="*/ 0 h 621030"/>
              <a:gd name="connsiteX2" fmla="*/ 75059 w 469298"/>
              <a:gd name="connsiteY2" fmla="*/ 191 h 621030"/>
              <a:gd name="connsiteX3" fmla="*/ 51913 w 469298"/>
              <a:gd name="connsiteY3" fmla="*/ 3715 h 621030"/>
              <a:gd name="connsiteX4" fmla="*/ 1240 w 469298"/>
              <a:gd name="connsiteY4" fmla="*/ 65342 h 621030"/>
              <a:gd name="connsiteX5" fmla="*/ 192 w 469298"/>
              <a:gd name="connsiteY5" fmla="*/ 96203 h 621030"/>
              <a:gd name="connsiteX6" fmla="*/ 192 w 469298"/>
              <a:gd name="connsiteY6" fmla="*/ 590455 h 621030"/>
              <a:gd name="connsiteX7" fmla="*/ 22671 w 469298"/>
              <a:gd name="connsiteY7" fmla="*/ 621030 h 621030"/>
              <a:gd name="connsiteX8" fmla="*/ 32387 w 469298"/>
              <a:gd name="connsiteY8" fmla="*/ 621030 h 621030"/>
              <a:gd name="connsiteX9" fmla="*/ 46674 w 469298"/>
              <a:gd name="connsiteY9" fmla="*/ 615315 h 621030"/>
              <a:gd name="connsiteX10" fmla="*/ 61819 w 469298"/>
              <a:gd name="connsiteY10" fmla="*/ 604171 h 621030"/>
              <a:gd name="connsiteX11" fmla="*/ 227364 w 469298"/>
              <a:gd name="connsiteY11" fmla="*/ 479965 h 621030"/>
              <a:gd name="connsiteX12" fmla="*/ 242223 w 469298"/>
              <a:gd name="connsiteY12" fmla="*/ 479774 h 621030"/>
              <a:gd name="connsiteX13" fmla="*/ 420912 w 469298"/>
              <a:gd name="connsiteY13" fmla="*/ 613791 h 621030"/>
              <a:gd name="connsiteX14" fmla="*/ 435866 w 469298"/>
              <a:gd name="connsiteY14" fmla="*/ 621030 h 621030"/>
              <a:gd name="connsiteX15" fmla="*/ 445581 w 469298"/>
              <a:gd name="connsiteY15" fmla="*/ 621030 h 621030"/>
              <a:gd name="connsiteX16" fmla="*/ 469299 w 469298"/>
              <a:gd name="connsiteY16" fmla="*/ 592265 h 621030"/>
              <a:gd name="connsiteX17" fmla="*/ 469299 w 469298"/>
              <a:gd name="connsiteY17" fmla="*/ 588645 h 621030"/>
              <a:gd name="connsiteX18" fmla="*/ 469299 w 469298"/>
              <a:gd name="connsiteY18" fmla="*/ 79915 h 621030"/>
              <a:gd name="connsiteX19" fmla="*/ 467679 w 469298"/>
              <a:gd name="connsiteY19" fmla="*/ 62484 h 621030"/>
              <a:gd name="connsiteX20" fmla="*/ 415292 w 469298"/>
              <a:gd name="connsiteY20" fmla="*/ 543211 h 621030"/>
              <a:gd name="connsiteX21" fmla="*/ 319470 w 469298"/>
              <a:gd name="connsiteY21" fmla="*/ 471297 h 621030"/>
              <a:gd name="connsiteX22" fmla="*/ 253176 w 469298"/>
              <a:gd name="connsiteY22" fmla="*/ 421577 h 621030"/>
              <a:gd name="connsiteX23" fmla="*/ 216315 w 469298"/>
              <a:gd name="connsiteY23" fmla="*/ 421577 h 621030"/>
              <a:gd name="connsiteX24" fmla="*/ 59438 w 469298"/>
              <a:gd name="connsiteY24" fmla="*/ 539211 h 621030"/>
              <a:gd name="connsiteX25" fmla="*/ 55152 w 469298"/>
              <a:gd name="connsiteY25" fmla="*/ 542354 h 621030"/>
              <a:gd name="connsiteX26" fmla="*/ 54009 w 469298"/>
              <a:gd name="connsiteY26" fmla="*/ 537877 h 621030"/>
              <a:gd name="connsiteX27" fmla="*/ 54009 w 469298"/>
              <a:gd name="connsiteY27" fmla="*/ 79915 h 621030"/>
              <a:gd name="connsiteX28" fmla="*/ 81536 w 469298"/>
              <a:gd name="connsiteY28" fmla="*/ 52388 h 621030"/>
              <a:gd name="connsiteX29" fmla="*/ 388050 w 469298"/>
              <a:gd name="connsiteY29" fmla="*/ 52388 h 621030"/>
              <a:gd name="connsiteX30" fmla="*/ 415578 w 469298"/>
              <a:gd name="connsiteY30" fmla="*/ 79915 h 621030"/>
              <a:gd name="connsiteX31" fmla="*/ 415578 w 469298"/>
              <a:gd name="connsiteY31" fmla="*/ 537877 h 621030"/>
              <a:gd name="connsiteX32" fmla="*/ 415387 w 469298"/>
              <a:gd name="connsiteY32" fmla="*/ 543020 h 62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9298" h="621030">
                <a:moveTo>
                  <a:pt x="467584" y="62389"/>
                </a:moveTo>
                <a:cubicBezTo>
                  <a:pt x="461298" y="29813"/>
                  <a:pt x="431294" y="-95"/>
                  <a:pt x="394242" y="0"/>
                </a:cubicBezTo>
                <a:cubicBezTo>
                  <a:pt x="287847" y="286"/>
                  <a:pt x="181453" y="0"/>
                  <a:pt x="75059" y="191"/>
                </a:cubicBezTo>
                <a:cubicBezTo>
                  <a:pt x="67248" y="191"/>
                  <a:pt x="59343" y="762"/>
                  <a:pt x="51913" y="3715"/>
                </a:cubicBezTo>
                <a:cubicBezTo>
                  <a:pt x="23910" y="15145"/>
                  <a:pt x="6860" y="35624"/>
                  <a:pt x="1240" y="65342"/>
                </a:cubicBezTo>
                <a:cubicBezTo>
                  <a:pt x="-665" y="75533"/>
                  <a:pt x="192" y="85916"/>
                  <a:pt x="192" y="96203"/>
                </a:cubicBezTo>
                <a:cubicBezTo>
                  <a:pt x="192" y="260985"/>
                  <a:pt x="192" y="425672"/>
                  <a:pt x="192" y="590455"/>
                </a:cubicBezTo>
                <a:cubicBezTo>
                  <a:pt x="192" y="608838"/>
                  <a:pt x="6384" y="617125"/>
                  <a:pt x="22671" y="621030"/>
                </a:cubicBezTo>
                <a:lnTo>
                  <a:pt x="32387" y="621030"/>
                </a:lnTo>
                <a:cubicBezTo>
                  <a:pt x="37626" y="620268"/>
                  <a:pt x="42483" y="618744"/>
                  <a:pt x="46674" y="615315"/>
                </a:cubicBezTo>
                <a:cubicBezTo>
                  <a:pt x="51437" y="611315"/>
                  <a:pt x="56771" y="607981"/>
                  <a:pt x="61819" y="604171"/>
                </a:cubicBezTo>
                <a:cubicBezTo>
                  <a:pt x="117064" y="562737"/>
                  <a:pt x="172214" y="521399"/>
                  <a:pt x="227364" y="479965"/>
                </a:cubicBezTo>
                <a:cubicBezTo>
                  <a:pt x="232380" y="476155"/>
                  <a:pt x="237333" y="476091"/>
                  <a:pt x="242223" y="479774"/>
                </a:cubicBezTo>
                <a:cubicBezTo>
                  <a:pt x="301754" y="524447"/>
                  <a:pt x="361380" y="569119"/>
                  <a:pt x="420912" y="613791"/>
                </a:cubicBezTo>
                <a:cubicBezTo>
                  <a:pt x="425484" y="617220"/>
                  <a:pt x="430151" y="620078"/>
                  <a:pt x="435866" y="621030"/>
                </a:cubicBezTo>
                <a:lnTo>
                  <a:pt x="445581" y="621030"/>
                </a:lnTo>
                <a:cubicBezTo>
                  <a:pt x="462155" y="617792"/>
                  <a:pt x="469108" y="609410"/>
                  <a:pt x="469299" y="592265"/>
                </a:cubicBezTo>
                <a:cubicBezTo>
                  <a:pt x="469299" y="591027"/>
                  <a:pt x="469299" y="589884"/>
                  <a:pt x="469299" y="588645"/>
                </a:cubicBezTo>
                <a:cubicBezTo>
                  <a:pt x="469299" y="419100"/>
                  <a:pt x="469299" y="249460"/>
                  <a:pt x="469299" y="79915"/>
                </a:cubicBezTo>
                <a:cubicBezTo>
                  <a:pt x="469299" y="74009"/>
                  <a:pt x="468822" y="68199"/>
                  <a:pt x="467679" y="62484"/>
                </a:cubicBezTo>
                <a:close/>
                <a:moveTo>
                  <a:pt x="415292" y="543211"/>
                </a:moveTo>
                <a:cubicBezTo>
                  <a:pt x="382716" y="518732"/>
                  <a:pt x="351093" y="495015"/>
                  <a:pt x="319470" y="471297"/>
                </a:cubicBezTo>
                <a:cubicBezTo>
                  <a:pt x="297372" y="454724"/>
                  <a:pt x="275274" y="438055"/>
                  <a:pt x="253176" y="421577"/>
                </a:cubicBezTo>
                <a:cubicBezTo>
                  <a:pt x="239937" y="411671"/>
                  <a:pt x="229459" y="411766"/>
                  <a:pt x="216315" y="421577"/>
                </a:cubicBezTo>
                <a:cubicBezTo>
                  <a:pt x="164022" y="460820"/>
                  <a:pt x="111730" y="500063"/>
                  <a:pt x="59438" y="539211"/>
                </a:cubicBezTo>
                <a:cubicBezTo>
                  <a:pt x="58009" y="540258"/>
                  <a:pt x="56580" y="541306"/>
                  <a:pt x="55152" y="542354"/>
                </a:cubicBezTo>
                <a:cubicBezTo>
                  <a:pt x="53151" y="541116"/>
                  <a:pt x="54009" y="539306"/>
                  <a:pt x="54009" y="537877"/>
                </a:cubicBezTo>
                <a:cubicBezTo>
                  <a:pt x="54009" y="385191"/>
                  <a:pt x="54009" y="232601"/>
                  <a:pt x="54009" y="79915"/>
                </a:cubicBezTo>
                <a:cubicBezTo>
                  <a:pt x="54009" y="62770"/>
                  <a:pt x="64391" y="52388"/>
                  <a:pt x="81536" y="52388"/>
                </a:cubicBezTo>
                <a:cubicBezTo>
                  <a:pt x="183739" y="52388"/>
                  <a:pt x="285847" y="52388"/>
                  <a:pt x="388050" y="52388"/>
                </a:cubicBezTo>
                <a:cubicBezTo>
                  <a:pt x="405195" y="52388"/>
                  <a:pt x="415578" y="62770"/>
                  <a:pt x="415578" y="79915"/>
                </a:cubicBezTo>
                <a:cubicBezTo>
                  <a:pt x="415578" y="232601"/>
                  <a:pt x="415578" y="385191"/>
                  <a:pt x="415578" y="537877"/>
                </a:cubicBezTo>
                <a:cubicBezTo>
                  <a:pt x="415578" y="539211"/>
                  <a:pt x="415482" y="540544"/>
                  <a:pt x="415387" y="543020"/>
                </a:cubicBezTo>
                <a:close/>
              </a:path>
            </a:pathLst>
          </a:custGeom>
          <a:solidFill>
            <a:srgbClr val="B4B5B2"/>
          </a:solidFill>
          <a:ln w="9525" cap="flat">
            <a:noFill/>
            <a:prstDash val="solid"/>
            <a:miter/>
          </a:ln>
        </p:spPr>
        <p:txBody>
          <a:bodyPr rtlCol="0" anchor="ctr"/>
          <a:lstStyle/>
          <a:p>
            <a:endParaRPr lang="en-IN"/>
          </a:p>
        </p:txBody>
      </p:sp>
      <p:sp>
        <p:nvSpPr>
          <p:cNvPr id="19" name="TextBox 18">
            <a:hlinkClick r:id="rId8" action="ppaction://hlinksldjump"/>
            <a:extLst>
              <a:ext uri="{FF2B5EF4-FFF2-40B4-BE49-F238E27FC236}">
                <a16:creationId xmlns:a16="http://schemas.microsoft.com/office/drawing/2014/main" id="{B5F22004-B568-5F9F-D315-B9048F8F933E}"/>
              </a:ext>
            </a:extLst>
          </p:cNvPr>
          <p:cNvSpPr txBox="1"/>
          <p:nvPr/>
        </p:nvSpPr>
        <p:spPr>
          <a:xfrm>
            <a:off x="869323" y="3299695"/>
            <a:ext cx="1709250" cy="276999"/>
          </a:xfrm>
          <a:prstGeom prst="rect">
            <a:avLst/>
          </a:prstGeom>
          <a:noFill/>
        </p:spPr>
        <p:txBody>
          <a:bodyPr wrap="none" rtlCol="0">
            <a:spAutoFit/>
          </a:bodyPr>
          <a:lstStyle/>
          <a:p>
            <a:r>
              <a:rPr lang="en-IN" sz="1200" dirty="0">
                <a:solidFill>
                  <a:srgbClr val="B4B5B2"/>
                </a:solidFill>
                <a:latin typeface="Poppins Medium" panose="00000600000000000000" pitchFamily="50" charset="0"/>
                <a:cs typeface="Poppins Medium" panose="00000600000000000000" pitchFamily="50" charset="0"/>
              </a:rPr>
              <a:t>Phát Triển Tương Lai</a:t>
            </a:r>
            <a:endParaRPr lang="en-IN" sz="1200" dirty="0">
              <a:solidFill>
                <a:srgbClr val="B4B5B2"/>
              </a:solidFill>
              <a:latin typeface="Poppins Medium" panose="00000600000000000000" pitchFamily="50" charset="0"/>
              <a:cs typeface="Poppins Medium" panose="00000600000000000000" pitchFamily="50" charset="0"/>
            </a:endParaRPr>
          </a:p>
        </p:txBody>
      </p:sp>
      <p:sp>
        <p:nvSpPr>
          <p:cNvPr id="58" name="Freeform: Shape 57">
            <a:hlinkClick r:id="rId8" action="ppaction://hlinksldjump"/>
            <a:extLst>
              <a:ext uri="{FF2B5EF4-FFF2-40B4-BE49-F238E27FC236}">
                <a16:creationId xmlns:a16="http://schemas.microsoft.com/office/drawing/2014/main" id="{84827C04-91A4-59E2-705C-138BA0A13DA9}"/>
              </a:ext>
            </a:extLst>
          </p:cNvPr>
          <p:cNvSpPr/>
          <p:nvPr/>
        </p:nvSpPr>
        <p:spPr>
          <a:xfrm>
            <a:off x="439826" y="3313384"/>
            <a:ext cx="177405" cy="205826"/>
          </a:xfrm>
          <a:custGeom>
            <a:avLst/>
            <a:gdLst>
              <a:gd name="connsiteX0" fmla="*/ 250564 w 254310"/>
              <a:gd name="connsiteY0" fmla="*/ 139515 h 299233"/>
              <a:gd name="connsiteX1" fmla="*/ 215595 w 254310"/>
              <a:gd name="connsiteY1" fmla="*/ 93041 h 299233"/>
              <a:gd name="connsiteX2" fmla="*/ 215466 w 254310"/>
              <a:gd name="connsiteY2" fmla="*/ 86609 h 299233"/>
              <a:gd name="connsiteX3" fmla="*/ 250434 w 254310"/>
              <a:gd name="connsiteY3" fmla="*/ 40135 h 299233"/>
              <a:gd name="connsiteX4" fmla="*/ 254190 w 254310"/>
              <a:gd name="connsiteY4" fmla="*/ 31631 h 299233"/>
              <a:gd name="connsiteX5" fmla="*/ 238001 w 254310"/>
              <a:gd name="connsiteY5" fmla="*/ 14924 h 299233"/>
              <a:gd name="connsiteX6" fmla="*/ 63353 w 254310"/>
              <a:gd name="connsiteY6" fmla="*/ 14967 h 299233"/>
              <a:gd name="connsiteX7" fmla="*/ 59360 w 254310"/>
              <a:gd name="connsiteY7" fmla="*/ 11923 h 299233"/>
              <a:gd name="connsiteX8" fmla="*/ 45999 w 254310"/>
              <a:gd name="connsiteY8" fmla="*/ 30 h 299233"/>
              <a:gd name="connsiteX9" fmla="*/ 30716 w 254310"/>
              <a:gd name="connsiteY9" fmla="*/ 9916 h 299233"/>
              <a:gd name="connsiteX10" fmla="*/ 29788 w 254310"/>
              <a:gd name="connsiteY10" fmla="*/ 17169 h 299233"/>
              <a:gd name="connsiteX11" fmla="*/ 29788 w 254310"/>
              <a:gd name="connsiteY11" fmla="*/ 140615 h 299233"/>
              <a:gd name="connsiteX12" fmla="*/ 29788 w 254310"/>
              <a:gd name="connsiteY12" fmla="*/ 156049 h 299233"/>
              <a:gd name="connsiteX13" fmla="*/ 29853 w 254310"/>
              <a:gd name="connsiteY13" fmla="*/ 265811 h 299233"/>
              <a:gd name="connsiteX14" fmla="*/ 26205 w 254310"/>
              <a:gd name="connsiteY14" fmla="*/ 269437 h 299233"/>
              <a:gd name="connsiteX15" fmla="*/ 14290 w 254310"/>
              <a:gd name="connsiteY15" fmla="*/ 269437 h 299233"/>
              <a:gd name="connsiteX16" fmla="*/ 0 w 254310"/>
              <a:gd name="connsiteY16" fmla="*/ 284180 h 299233"/>
              <a:gd name="connsiteX17" fmla="*/ 14052 w 254310"/>
              <a:gd name="connsiteY17" fmla="*/ 299095 h 299233"/>
              <a:gd name="connsiteX18" fmla="*/ 75420 w 254310"/>
              <a:gd name="connsiteY18" fmla="*/ 299095 h 299233"/>
              <a:gd name="connsiteX19" fmla="*/ 89752 w 254310"/>
              <a:gd name="connsiteY19" fmla="*/ 284331 h 299233"/>
              <a:gd name="connsiteX20" fmla="*/ 75182 w 254310"/>
              <a:gd name="connsiteY20" fmla="*/ 269415 h 299233"/>
              <a:gd name="connsiteX21" fmla="*/ 63267 w 254310"/>
              <a:gd name="connsiteY21" fmla="*/ 269437 h 299233"/>
              <a:gd name="connsiteX22" fmla="*/ 59706 w 254310"/>
              <a:gd name="connsiteY22" fmla="*/ 265746 h 299233"/>
              <a:gd name="connsiteX23" fmla="*/ 59706 w 254310"/>
              <a:gd name="connsiteY23" fmla="*/ 168245 h 299233"/>
              <a:gd name="connsiteX24" fmla="*/ 63440 w 254310"/>
              <a:gd name="connsiteY24" fmla="*/ 164381 h 299233"/>
              <a:gd name="connsiteX25" fmla="*/ 235994 w 254310"/>
              <a:gd name="connsiteY25" fmla="*/ 164467 h 299233"/>
              <a:gd name="connsiteX26" fmla="*/ 240548 w 254310"/>
              <a:gd name="connsiteY26" fmla="*/ 164381 h 299233"/>
              <a:gd name="connsiteX27" fmla="*/ 250823 w 254310"/>
              <a:gd name="connsiteY27" fmla="*/ 159092 h 299233"/>
              <a:gd name="connsiteX28" fmla="*/ 250542 w 254310"/>
              <a:gd name="connsiteY28" fmla="*/ 139471 h 299233"/>
              <a:gd name="connsiteX29" fmla="*/ 228374 w 254310"/>
              <a:gd name="connsiteY29" fmla="*/ 147091 h 299233"/>
              <a:gd name="connsiteX30" fmla="*/ 69311 w 254310"/>
              <a:gd name="connsiteY30" fmla="*/ 147091 h 299233"/>
              <a:gd name="connsiteX31" fmla="*/ 59749 w 254310"/>
              <a:gd name="connsiteY31" fmla="*/ 138349 h 299233"/>
              <a:gd name="connsiteX32" fmla="*/ 59749 w 254310"/>
              <a:gd name="connsiteY32" fmla="*/ 40999 h 299233"/>
              <a:gd name="connsiteX33" fmla="*/ 69311 w 254310"/>
              <a:gd name="connsiteY33" fmla="*/ 32257 h 299233"/>
              <a:gd name="connsiteX34" fmla="*/ 228374 w 254310"/>
              <a:gd name="connsiteY34" fmla="*/ 32257 h 299233"/>
              <a:gd name="connsiteX35" fmla="*/ 230166 w 254310"/>
              <a:gd name="connsiteY35" fmla="*/ 32321 h 299233"/>
              <a:gd name="connsiteX36" fmla="*/ 205191 w 254310"/>
              <a:gd name="connsiteY36" fmla="*/ 62757 h 299233"/>
              <a:gd name="connsiteX37" fmla="*/ 187901 w 254310"/>
              <a:gd name="connsiteY37" fmla="*/ 83824 h 299233"/>
              <a:gd name="connsiteX38" fmla="*/ 187901 w 254310"/>
              <a:gd name="connsiteY38" fmla="*/ 95524 h 299233"/>
              <a:gd name="connsiteX39" fmla="*/ 228763 w 254310"/>
              <a:gd name="connsiteY39" fmla="*/ 145343 h 299233"/>
              <a:gd name="connsiteX40" fmla="*/ 229842 w 254310"/>
              <a:gd name="connsiteY40" fmla="*/ 146702 h 299233"/>
              <a:gd name="connsiteX41" fmla="*/ 228309 w 254310"/>
              <a:gd name="connsiteY41" fmla="*/ 147069 h 299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4310" h="299233">
                <a:moveTo>
                  <a:pt x="250564" y="139515"/>
                </a:moveTo>
                <a:cubicBezTo>
                  <a:pt x="238951" y="123995"/>
                  <a:pt x="227338" y="108453"/>
                  <a:pt x="215595" y="93041"/>
                </a:cubicBezTo>
                <a:cubicBezTo>
                  <a:pt x="213782" y="90667"/>
                  <a:pt x="213458" y="89221"/>
                  <a:pt x="215466" y="86609"/>
                </a:cubicBezTo>
                <a:cubicBezTo>
                  <a:pt x="227273" y="71218"/>
                  <a:pt x="238800" y="55655"/>
                  <a:pt x="250434" y="40135"/>
                </a:cubicBezTo>
                <a:cubicBezTo>
                  <a:pt x="252355" y="37588"/>
                  <a:pt x="253910" y="34890"/>
                  <a:pt x="254190" y="31631"/>
                </a:cubicBezTo>
                <a:cubicBezTo>
                  <a:pt x="255054" y="21896"/>
                  <a:pt x="248341" y="14924"/>
                  <a:pt x="238001" y="14924"/>
                </a:cubicBezTo>
                <a:cubicBezTo>
                  <a:pt x="179785" y="14924"/>
                  <a:pt x="121569" y="14924"/>
                  <a:pt x="63353" y="14967"/>
                </a:cubicBezTo>
                <a:cubicBezTo>
                  <a:pt x="61001" y="14967"/>
                  <a:pt x="59835" y="14773"/>
                  <a:pt x="59360" y="11923"/>
                </a:cubicBezTo>
                <a:cubicBezTo>
                  <a:pt x="58173" y="5102"/>
                  <a:pt x="52539" y="418"/>
                  <a:pt x="45999" y="30"/>
                </a:cubicBezTo>
                <a:cubicBezTo>
                  <a:pt x="38962" y="-380"/>
                  <a:pt x="32983" y="3483"/>
                  <a:pt x="30716" y="9916"/>
                </a:cubicBezTo>
                <a:cubicBezTo>
                  <a:pt x="29896" y="12269"/>
                  <a:pt x="29788" y="14708"/>
                  <a:pt x="29788" y="17169"/>
                </a:cubicBezTo>
                <a:cubicBezTo>
                  <a:pt x="29788" y="58310"/>
                  <a:pt x="29788" y="99474"/>
                  <a:pt x="29788" y="140615"/>
                </a:cubicBezTo>
                <a:lnTo>
                  <a:pt x="29788" y="156049"/>
                </a:lnTo>
                <a:cubicBezTo>
                  <a:pt x="29788" y="192636"/>
                  <a:pt x="29745" y="229223"/>
                  <a:pt x="29853" y="265811"/>
                </a:cubicBezTo>
                <a:cubicBezTo>
                  <a:pt x="29853" y="268725"/>
                  <a:pt x="29141" y="269631"/>
                  <a:pt x="26205" y="269437"/>
                </a:cubicBezTo>
                <a:cubicBezTo>
                  <a:pt x="22255" y="269178"/>
                  <a:pt x="18262" y="269286"/>
                  <a:pt x="14290" y="269437"/>
                </a:cubicBezTo>
                <a:cubicBezTo>
                  <a:pt x="6152" y="269761"/>
                  <a:pt x="43" y="276129"/>
                  <a:pt x="0" y="284180"/>
                </a:cubicBezTo>
                <a:cubicBezTo>
                  <a:pt x="-43" y="292274"/>
                  <a:pt x="5979" y="299031"/>
                  <a:pt x="14052" y="299095"/>
                </a:cubicBezTo>
                <a:cubicBezTo>
                  <a:pt x="34515" y="299290"/>
                  <a:pt x="54957" y="299268"/>
                  <a:pt x="75420" y="299095"/>
                </a:cubicBezTo>
                <a:cubicBezTo>
                  <a:pt x="83493" y="299031"/>
                  <a:pt x="89709" y="292318"/>
                  <a:pt x="89752" y="284331"/>
                </a:cubicBezTo>
                <a:cubicBezTo>
                  <a:pt x="89796" y="276258"/>
                  <a:pt x="83449" y="269696"/>
                  <a:pt x="75182" y="269415"/>
                </a:cubicBezTo>
                <a:cubicBezTo>
                  <a:pt x="71211" y="269286"/>
                  <a:pt x="67217" y="269156"/>
                  <a:pt x="63267" y="269437"/>
                </a:cubicBezTo>
                <a:cubicBezTo>
                  <a:pt x="60202" y="269674"/>
                  <a:pt x="59706" y="268552"/>
                  <a:pt x="59706" y="265746"/>
                </a:cubicBezTo>
                <a:cubicBezTo>
                  <a:pt x="59813" y="233238"/>
                  <a:pt x="59813" y="200752"/>
                  <a:pt x="59706" y="168245"/>
                </a:cubicBezTo>
                <a:cubicBezTo>
                  <a:pt x="59706" y="165266"/>
                  <a:pt x="60245" y="164381"/>
                  <a:pt x="63440" y="164381"/>
                </a:cubicBezTo>
                <a:cubicBezTo>
                  <a:pt x="120965" y="164489"/>
                  <a:pt x="178469" y="164467"/>
                  <a:pt x="235994" y="164467"/>
                </a:cubicBezTo>
                <a:cubicBezTo>
                  <a:pt x="237505" y="164467"/>
                  <a:pt x="239037" y="164467"/>
                  <a:pt x="240548" y="164381"/>
                </a:cubicBezTo>
                <a:cubicBezTo>
                  <a:pt x="244736" y="164143"/>
                  <a:pt x="248146" y="162309"/>
                  <a:pt x="250823" y="159092"/>
                </a:cubicBezTo>
                <a:cubicBezTo>
                  <a:pt x="255550" y="153394"/>
                  <a:pt x="255485" y="146076"/>
                  <a:pt x="250542" y="139471"/>
                </a:cubicBezTo>
                <a:close/>
                <a:moveTo>
                  <a:pt x="228374" y="147091"/>
                </a:moveTo>
                <a:cubicBezTo>
                  <a:pt x="175360" y="147091"/>
                  <a:pt x="122325" y="147091"/>
                  <a:pt x="69311" y="147091"/>
                </a:cubicBezTo>
                <a:cubicBezTo>
                  <a:pt x="63375" y="147091"/>
                  <a:pt x="59770" y="143788"/>
                  <a:pt x="59749" y="138349"/>
                </a:cubicBezTo>
                <a:cubicBezTo>
                  <a:pt x="59749" y="105906"/>
                  <a:pt x="59749" y="73463"/>
                  <a:pt x="59749" y="40999"/>
                </a:cubicBezTo>
                <a:cubicBezTo>
                  <a:pt x="59749" y="35559"/>
                  <a:pt x="63353" y="32257"/>
                  <a:pt x="69311" y="32257"/>
                </a:cubicBezTo>
                <a:cubicBezTo>
                  <a:pt x="122325" y="32257"/>
                  <a:pt x="175360" y="32257"/>
                  <a:pt x="228374" y="32257"/>
                </a:cubicBezTo>
                <a:cubicBezTo>
                  <a:pt x="228849" y="32257"/>
                  <a:pt x="229302" y="32300"/>
                  <a:pt x="230166" y="32321"/>
                </a:cubicBezTo>
                <a:cubicBezTo>
                  <a:pt x="221661" y="42682"/>
                  <a:pt x="213437" y="52720"/>
                  <a:pt x="205191" y="62757"/>
                </a:cubicBezTo>
                <a:cubicBezTo>
                  <a:pt x="199428" y="69772"/>
                  <a:pt x="193665" y="76787"/>
                  <a:pt x="187901" y="83824"/>
                </a:cubicBezTo>
                <a:cubicBezTo>
                  <a:pt x="184469" y="88012"/>
                  <a:pt x="184491" y="91358"/>
                  <a:pt x="187901" y="95524"/>
                </a:cubicBezTo>
                <a:cubicBezTo>
                  <a:pt x="201522" y="112123"/>
                  <a:pt x="215142" y="128722"/>
                  <a:pt x="228763" y="145343"/>
                </a:cubicBezTo>
                <a:cubicBezTo>
                  <a:pt x="229130" y="145796"/>
                  <a:pt x="229496" y="146249"/>
                  <a:pt x="229842" y="146702"/>
                </a:cubicBezTo>
                <a:cubicBezTo>
                  <a:pt x="229410" y="147350"/>
                  <a:pt x="228806" y="147069"/>
                  <a:pt x="228309" y="147069"/>
                </a:cubicBezTo>
                <a:close/>
              </a:path>
            </a:pathLst>
          </a:custGeom>
          <a:solidFill>
            <a:srgbClr val="B4B5B2"/>
          </a:solidFill>
          <a:ln w="2099" cap="flat">
            <a:noFill/>
            <a:prstDash val="solid"/>
            <a:miter/>
          </a:ln>
        </p:spPr>
        <p:txBody>
          <a:bodyPr rtlCol="0" anchor="ctr"/>
          <a:lstStyle/>
          <a:p>
            <a:endParaRPr lang="en-IN"/>
          </a:p>
        </p:txBody>
      </p:sp>
      <p:sp>
        <p:nvSpPr>
          <p:cNvPr id="92" name="TextBox 91">
            <a:extLst>
              <a:ext uri="{FF2B5EF4-FFF2-40B4-BE49-F238E27FC236}">
                <a16:creationId xmlns:a16="http://schemas.microsoft.com/office/drawing/2014/main" id="{232C2ADA-8B7B-4990-FB78-B27C9A79E87E}"/>
              </a:ext>
            </a:extLst>
          </p:cNvPr>
          <p:cNvSpPr txBox="1"/>
          <p:nvPr/>
        </p:nvSpPr>
        <p:spPr>
          <a:xfrm>
            <a:off x="3216685" y="1006638"/>
            <a:ext cx="3203121" cy="769441"/>
          </a:xfrm>
          <a:prstGeom prst="rect">
            <a:avLst/>
          </a:prstGeom>
          <a:noFill/>
        </p:spPr>
        <p:txBody>
          <a:bodyPr wrap="none" rtlCol="0">
            <a:spAutoFit/>
          </a:bodyPr>
          <a:lstStyle/>
          <a:p>
            <a:r>
              <a:rPr lang="en-IN" sz="4400" b="1" dirty="0">
                <a:solidFill>
                  <a:srgbClr val="1ED760"/>
                </a:solidFill>
                <a:latin typeface="Poppins Medium" panose="00000600000000000000" pitchFamily="50" charset="0"/>
                <a:cs typeface="Poppins Medium" panose="00000600000000000000" pitchFamily="50" charset="0"/>
              </a:rPr>
              <a:t>About App</a:t>
            </a:r>
          </a:p>
        </p:txBody>
      </p:sp>
      <p:sp>
        <p:nvSpPr>
          <p:cNvPr id="103" name="Freeform: Shape 102">
            <a:extLst>
              <a:ext uri="{FF2B5EF4-FFF2-40B4-BE49-F238E27FC236}">
                <a16:creationId xmlns:a16="http://schemas.microsoft.com/office/drawing/2014/main" id="{29B0C45B-43BB-5FBD-2EEB-988D2B901594}"/>
              </a:ext>
            </a:extLst>
          </p:cNvPr>
          <p:cNvSpPr/>
          <p:nvPr/>
        </p:nvSpPr>
        <p:spPr>
          <a:xfrm>
            <a:off x="4895682" y="4049726"/>
            <a:ext cx="8096" cy="857"/>
          </a:xfrm>
          <a:custGeom>
            <a:avLst/>
            <a:gdLst>
              <a:gd name="connsiteX0" fmla="*/ 8096 w 8096"/>
              <a:gd name="connsiteY0" fmla="*/ 0 h 857"/>
              <a:gd name="connsiteX1" fmla="*/ 0 w 8096"/>
              <a:gd name="connsiteY1" fmla="*/ 0 h 857"/>
              <a:gd name="connsiteX2" fmla="*/ 8096 w 8096"/>
              <a:gd name="connsiteY2" fmla="*/ 0 h 857"/>
            </a:gdLst>
            <a:ahLst/>
            <a:cxnLst>
              <a:cxn ang="0">
                <a:pos x="connsiteX0" y="connsiteY0"/>
              </a:cxn>
              <a:cxn ang="0">
                <a:pos x="connsiteX1" y="connsiteY1"/>
              </a:cxn>
              <a:cxn ang="0">
                <a:pos x="connsiteX2" y="connsiteY2"/>
              </a:cxn>
            </a:cxnLst>
            <a:rect l="l" t="t" r="r" b="b"/>
            <a:pathLst>
              <a:path w="8096" h="857">
                <a:moveTo>
                  <a:pt x="8096" y="0"/>
                </a:moveTo>
                <a:lnTo>
                  <a:pt x="0" y="0"/>
                </a:lnTo>
                <a:cubicBezTo>
                  <a:pt x="2667" y="1143"/>
                  <a:pt x="5429" y="1143"/>
                  <a:pt x="8096" y="0"/>
                </a:cubicBezTo>
                <a:close/>
              </a:path>
            </a:pathLst>
          </a:custGeom>
          <a:solidFill>
            <a:srgbClr val="191919"/>
          </a:solidFill>
          <a:ln w="9525" cap="flat">
            <a:noFill/>
            <a:prstDash val="solid"/>
            <a:miter/>
          </a:ln>
        </p:spPr>
        <p:txBody>
          <a:bodyPr rtlCol="0" anchor="ctr"/>
          <a:lstStyle/>
          <a:p>
            <a:endParaRPr lang="en-IN"/>
          </a:p>
        </p:txBody>
      </p:sp>
      <p:sp>
        <p:nvSpPr>
          <p:cNvPr id="104" name="Freeform: Shape 103">
            <a:extLst>
              <a:ext uri="{FF2B5EF4-FFF2-40B4-BE49-F238E27FC236}">
                <a16:creationId xmlns:a16="http://schemas.microsoft.com/office/drawing/2014/main" id="{74C5E675-701B-8094-F5F5-D71CAAE61688}"/>
              </a:ext>
            </a:extLst>
          </p:cNvPr>
          <p:cNvSpPr/>
          <p:nvPr/>
        </p:nvSpPr>
        <p:spPr>
          <a:xfrm>
            <a:off x="4895682" y="4049726"/>
            <a:ext cx="8096" cy="1572"/>
          </a:xfrm>
          <a:custGeom>
            <a:avLst/>
            <a:gdLst>
              <a:gd name="connsiteX0" fmla="*/ 8096 w 8096"/>
              <a:gd name="connsiteY0" fmla="*/ 0 h 1572"/>
              <a:gd name="connsiteX1" fmla="*/ 0 w 8096"/>
              <a:gd name="connsiteY1" fmla="*/ 0 h 1572"/>
              <a:gd name="connsiteX2" fmla="*/ 8096 w 8096"/>
              <a:gd name="connsiteY2" fmla="*/ 0 h 1572"/>
            </a:gdLst>
            <a:ahLst/>
            <a:cxnLst>
              <a:cxn ang="0">
                <a:pos x="connsiteX0" y="connsiteY0"/>
              </a:cxn>
              <a:cxn ang="0">
                <a:pos x="connsiteX1" y="connsiteY1"/>
              </a:cxn>
              <a:cxn ang="0">
                <a:pos x="connsiteX2" y="connsiteY2"/>
              </a:cxn>
            </a:cxnLst>
            <a:rect l="l" t="t" r="r" b="b"/>
            <a:pathLst>
              <a:path w="8096" h="1572">
                <a:moveTo>
                  <a:pt x="8096" y="0"/>
                </a:moveTo>
                <a:cubicBezTo>
                  <a:pt x="5429" y="1143"/>
                  <a:pt x="2667" y="1143"/>
                  <a:pt x="0" y="0"/>
                </a:cubicBezTo>
                <a:cubicBezTo>
                  <a:pt x="2667" y="2191"/>
                  <a:pt x="5429" y="2000"/>
                  <a:pt x="8096" y="0"/>
                </a:cubicBezTo>
                <a:close/>
              </a:path>
            </a:pathLst>
          </a:custGeom>
          <a:solidFill>
            <a:srgbClr val="191919"/>
          </a:solidFill>
          <a:ln w="9525" cap="flat">
            <a:noFill/>
            <a:prstDash val="solid"/>
            <a:miter/>
          </a:ln>
        </p:spPr>
        <p:txBody>
          <a:bodyPr rtlCol="0" anchor="ctr"/>
          <a:lstStyle/>
          <a:p>
            <a:endParaRPr lang="en-IN"/>
          </a:p>
        </p:txBody>
      </p:sp>
      <p:sp>
        <p:nvSpPr>
          <p:cNvPr id="128" name="TextBox 127">
            <a:extLst>
              <a:ext uri="{FF2B5EF4-FFF2-40B4-BE49-F238E27FC236}">
                <a16:creationId xmlns:a16="http://schemas.microsoft.com/office/drawing/2014/main" id="{41223AA4-B730-3AEB-3564-71CF3E904C71}"/>
              </a:ext>
            </a:extLst>
          </p:cNvPr>
          <p:cNvSpPr txBox="1"/>
          <p:nvPr/>
        </p:nvSpPr>
        <p:spPr>
          <a:xfrm>
            <a:off x="3216685" y="1994504"/>
            <a:ext cx="8575264" cy="1619802"/>
          </a:xfrm>
          <a:prstGeom prst="rect">
            <a:avLst/>
          </a:prstGeom>
          <a:noFill/>
        </p:spPr>
        <p:txBody>
          <a:bodyPr wrap="square" rtlCol="0">
            <a:spAutoFit/>
          </a:bodyPr>
          <a:lstStyle/>
          <a:p>
            <a:pPr>
              <a:lnSpc>
                <a:spcPct val="150000"/>
              </a:lnSpc>
            </a:pPr>
            <a:r>
              <a:rPr lang="en-IN" sz="1700" dirty="0">
                <a:solidFill>
                  <a:srgbClr val="B4B5B2"/>
                </a:solidFill>
                <a:latin typeface="Open Sans" panose="020B0606030504020204" pitchFamily="34" charset="0"/>
              </a:rPr>
              <a:t>Đây </a:t>
            </a:r>
            <a:r>
              <a:rPr lang="en-US" sz="1700" dirty="0">
                <a:solidFill>
                  <a:srgbClr val="B4B5B2"/>
                </a:solidFill>
              </a:rPr>
              <a:t>là một ứng dụng nghe nhạc trực </a:t>
            </a:r>
            <a:r>
              <a:rPr lang="en-US" sz="1700" dirty="0" smtClean="0">
                <a:solidFill>
                  <a:srgbClr val="B4B5B2"/>
                </a:solidFill>
              </a:rPr>
              <a:t>tuyến, </a:t>
            </a:r>
            <a:r>
              <a:rPr lang="vi-VN" sz="1700" dirty="0">
                <a:solidFill>
                  <a:srgbClr val="B4B5B2"/>
                </a:solidFill>
              </a:rPr>
              <a:t>cho phép người dùng truy cập hàng triệu bài hát, podcast và album từ các nghệ sĩ trên khắp thế </a:t>
            </a:r>
            <a:r>
              <a:rPr lang="vi-VN" sz="1700" dirty="0" smtClean="0">
                <a:solidFill>
                  <a:srgbClr val="B4B5B2"/>
                </a:solidFill>
              </a:rPr>
              <a:t>giới</a:t>
            </a:r>
            <a:r>
              <a:rPr lang="en-US" sz="1700" dirty="0" smtClean="0">
                <a:solidFill>
                  <a:srgbClr val="B4B5B2"/>
                </a:solidFill>
              </a:rPr>
              <a:t>. Với </a:t>
            </a:r>
            <a:r>
              <a:rPr lang="vi-VN" sz="1700" dirty="0">
                <a:solidFill>
                  <a:srgbClr val="B4B5B2"/>
                </a:solidFill>
              </a:rPr>
              <a:t>giao diện thân thiện và tính năng cá nhân hóa cao, Spotify cung cấp các danh sách phát được đề xuất theo sở thích, tâm trạng hoặc thói quen nghe nhạc của người dùng.</a:t>
            </a:r>
            <a:endParaRPr lang="en-IN" sz="1700" dirty="0">
              <a:solidFill>
                <a:srgbClr val="B4B5B2"/>
              </a:solidFill>
            </a:endParaRPr>
          </a:p>
        </p:txBody>
      </p:sp>
    </p:spTree>
    <p:extLst>
      <p:ext uri="{BB962C8B-B14F-4D97-AF65-F5344CB8AC3E}">
        <p14:creationId xmlns:p14="http://schemas.microsoft.com/office/powerpoint/2010/main" val="30170242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2C2C2C"/>
            </a:gs>
            <a:gs pos="55000">
              <a:schemeClr val="tx1"/>
            </a:gs>
          </a:gsLst>
          <a:lin ang="5400000" scaled="1"/>
          <a:tileRect/>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025ACCD-BEFE-4057-D0DA-23300AB28132}"/>
              </a:ext>
            </a:extLst>
          </p:cNvPr>
          <p:cNvSpPr>
            <a:spLocks noGrp="1" noRot="1" noMove="1" noResize="1" noEditPoints="1" noAdjustHandles="1" noChangeArrowheads="1" noChangeShapeType="1"/>
          </p:cNvSpPr>
          <p:nvPr/>
        </p:nvSpPr>
        <p:spPr>
          <a:xfrm>
            <a:off x="0" y="0"/>
            <a:ext cx="300867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424F5E4E-9FDC-BD92-DDA4-122C91ADE39F}"/>
              </a:ext>
            </a:extLst>
          </p:cNvPr>
          <p:cNvGrpSpPr/>
          <p:nvPr/>
        </p:nvGrpSpPr>
        <p:grpSpPr>
          <a:xfrm>
            <a:off x="400078" y="221673"/>
            <a:ext cx="361410" cy="70427"/>
            <a:chOff x="249382" y="221673"/>
            <a:chExt cx="234616" cy="45719"/>
          </a:xfrm>
        </p:grpSpPr>
        <p:sp>
          <p:nvSpPr>
            <p:cNvPr id="4" name="Oval 3">
              <a:extLst>
                <a:ext uri="{FF2B5EF4-FFF2-40B4-BE49-F238E27FC236}">
                  <a16:creationId xmlns:a16="http://schemas.microsoft.com/office/drawing/2014/main" id="{F85C9BE8-F382-7DF0-2A23-EF042FD71119}"/>
                </a:ext>
              </a:extLst>
            </p:cNvPr>
            <p:cNvSpPr/>
            <p:nvPr/>
          </p:nvSpPr>
          <p:spPr>
            <a:xfrm>
              <a:off x="249382" y="221673"/>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3F54E8A3-668A-3F3A-D1EA-9A82C2E2130E}"/>
                </a:ext>
              </a:extLst>
            </p:cNvPr>
            <p:cNvSpPr/>
            <p:nvPr/>
          </p:nvSpPr>
          <p:spPr>
            <a:xfrm>
              <a:off x="344632" y="221673"/>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A3408F0E-7024-852D-650D-D6ED0C99B1A2}"/>
                </a:ext>
              </a:extLst>
            </p:cNvPr>
            <p:cNvSpPr/>
            <p:nvPr/>
          </p:nvSpPr>
          <p:spPr>
            <a:xfrm>
              <a:off x="438279" y="221673"/>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3" name="Group 72">
            <a:extLst>
              <a:ext uri="{FF2B5EF4-FFF2-40B4-BE49-F238E27FC236}">
                <a16:creationId xmlns:a16="http://schemas.microsoft.com/office/drawing/2014/main" id="{25268A36-91BD-F774-706B-5A541EC6E5D2}"/>
              </a:ext>
            </a:extLst>
          </p:cNvPr>
          <p:cNvGrpSpPr/>
          <p:nvPr/>
        </p:nvGrpSpPr>
        <p:grpSpPr>
          <a:xfrm>
            <a:off x="9104466" y="294121"/>
            <a:ext cx="1011084" cy="311801"/>
            <a:chOff x="9104466" y="294121"/>
            <a:chExt cx="1011084" cy="311801"/>
          </a:xfrm>
        </p:grpSpPr>
        <p:sp>
          <p:nvSpPr>
            <p:cNvPr id="71" name="Rectangle: Rounded Corners 70">
              <a:extLst>
                <a:ext uri="{FF2B5EF4-FFF2-40B4-BE49-F238E27FC236}">
                  <a16:creationId xmlns:a16="http://schemas.microsoft.com/office/drawing/2014/main" id="{ADD5BFBE-6641-D138-826B-10AF96D14A21}"/>
                </a:ext>
              </a:extLst>
            </p:cNvPr>
            <p:cNvSpPr/>
            <p:nvPr/>
          </p:nvSpPr>
          <p:spPr>
            <a:xfrm>
              <a:off x="9104466" y="294121"/>
              <a:ext cx="1011084" cy="297947"/>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TextBox 71">
              <a:extLst>
                <a:ext uri="{FF2B5EF4-FFF2-40B4-BE49-F238E27FC236}">
                  <a16:creationId xmlns:a16="http://schemas.microsoft.com/office/drawing/2014/main" id="{41CB0576-DF8B-34D7-6035-B4F1FE7BA261}"/>
                </a:ext>
              </a:extLst>
            </p:cNvPr>
            <p:cNvSpPr txBox="1"/>
            <p:nvPr/>
          </p:nvSpPr>
          <p:spPr>
            <a:xfrm>
              <a:off x="9179442" y="328923"/>
              <a:ext cx="861133" cy="276999"/>
            </a:xfrm>
            <a:prstGeom prst="rect">
              <a:avLst/>
            </a:prstGeom>
            <a:noFill/>
          </p:spPr>
          <p:txBody>
            <a:bodyPr wrap="none" rtlCol="0">
              <a:spAutoFit/>
            </a:bodyPr>
            <a:lstStyle/>
            <a:p>
              <a:r>
                <a:rPr lang="en-IN" sz="1200" dirty="0">
                  <a:solidFill>
                    <a:schemeClr val="bg1"/>
                  </a:solidFill>
                  <a:latin typeface="Poppins Medium" panose="00000600000000000000" pitchFamily="50" charset="0"/>
                  <a:cs typeface="Poppins Medium" panose="00000600000000000000" pitchFamily="50" charset="0"/>
                </a:rPr>
                <a:t>Upgrade</a:t>
              </a:r>
            </a:p>
          </p:txBody>
        </p:sp>
      </p:grpSp>
      <p:sp>
        <p:nvSpPr>
          <p:cNvPr id="75" name="Rectangle: Rounded Corners 74">
            <a:extLst>
              <a:ext uri="{FF2B5EF4-FFF2-40B4-BE49-F238E27FC236}">
                <a16:creationId xmlns:a16="http://schemas.microsoft.com/office/drawing/2014/main" id="{82381173-9D11-EA28-C232-8562E09E7A8A}"/>
              </a:ext>
            </a:extLst>
          </p:cNvPr>
          <p:cNvSpPr/>
          <p:nvPr/>
        </p:nvSpPr>
        <p:spPr>
          <a:xfrm>
            <a:off x="10428440" y="294121"/>
            <a:ext cx="1363509" cy="297947"/>
          </a:xfrm>
          <a:prstGeom prst="roundRect">
            <a:avLst>
              <a:gd name="adj" fmla="val 50000"/>
            </a:avLst>
          </a:prstGeom>
          <a:solidFill>
            <a:srgbClr val="0A080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TextBox 75">
            <a:extLst>
              <a:ext uri="{FF2B5EF4-FFF2-40B4-BE49-F238E27FC236}">
                <a16:creationId xmlns:a16="http://schemas.microsoft.com/office/drawing/2014/main" id="{49C2A340-4710-5833-FBEA-EC919DD51A6E}"/>
              </a:ext>
            </a:extLst>
          </p:cNvPr>
          <p:cNvSpPr txBox="1"/>
          <p:nvPr/>
        </p:nvSpPr>
        <p:spPr>
          <a:xfrm>
            <a:off x="10659597" y="328923"/>
            <a:ext cx="909223" cy="276999"/>
          </a:xfrm>
          <a:prstGeom prst="rect">
            <a:avLst/>
          </a:prstGeom>
          <a:noFill/>
        </p:spPr>
        <p:txBody>
          <a:bodyPr wrap="none" rtlCol="0">
            <a:spAutoFit/>
          </a:bodyPr>
          <a:lstStyle/>
          <a:p>
            <a:r>
              <a:rPr lang="en-IN" sz="1200" dirty="0">
                <a:solidFill>
                  <a:schemeClr val="bg1"/>
                </a:solidFill>
                <a:latin typeface="Poppins Medium" panose="00000600000000000000" pitchFamily="50" charset="0"/>
                <a:cs typeface="Poppins Medium" panose="00000600000000000000" pitchFamily="50" charset="0"/>
              </a:rPr>
              <a:t>John Doe</a:t>
            </a:r>
          </a:p>
        </p:txBody>
      </p:sp>
      <p:sp>
        <p:nvSpPr>
          <p:cNvPr id="77" name="Oval 76">
            <a:extLst>
              <a:ext uri="{FF2B5EF4-FFF2-40B4-BE49-F238E27FC236}">
                <a16:creationId xmlns:a16="http://schemas.microsoft.com/office/drawing/2014/main" id="{7859F75F-3F6A-F6DE-C7C4-920FB32200D1}"/>
              </a:ext>
            </a:extLst>
          </p:cNvPr>
          <p:cNvSpPr/>
          <p:nvPr/>
        </p:nvSpPr>
        <p:spPr>
          <a:xfrm>
            <a:off x="10465928" y="322008"/>
            <a:ext cx="238127" cy="238127"/>
          </a:xfrm>
          <a:prstGeom prst="ellipse">
            <a:avLst/>
          </a:prstGeom>
          <a:solidFill>
            <a:srgbClr val="5555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Graphic 78">
            <a:extLst>
              <a:ext uri="{FF2B5EF4-FFF2-40B4-BE49-F238E27FC236}">
                <a16:creationId xmlns:a16="http://schemas.microsoft.com/office/drawing/2014/main" id="{2770181D-94BB-87F9-9F1C-C577F5415446}"/>
              </a:ext>
            </a:extLst>
          </p:cNvPr>
          <p:cNvSpPr/>
          <p:nvPr/>
        </p:nvSpPr>
        <p:spPr>
          <a:xfrm>
            <a:off x="10526959" y="377048"/>
            <a:ext cx="116064" cy="128047"/>
          </a:xfrm>
          <a:custGeom>
            <a:avLst/>
            <a:gdLst>
              <a:gd name="connsiteX0" fmla="*/ 115527 w 116064"/>
              <a:gd name="connsiteY0" fmla="*/ 108391 h 128047"/>
              <a:gd name="connsiteX1" fmla="*/ 94646 w 116064"/>
              <a:gd name="connsiteY1" fmla="*/ 71344 h 128047"/>
              <a:gd name="connsiteX2" fmla="*/ 79582 w 116064"/>
              <a:gd name="connsiteY2" fmla="*/ 62465 h 128047"/>
              <a:gd name="connsiteX3" fmla="*/ 84052 w 116064"/>
              <a:gd name="connsiteY3" fmla="*/ 11702 h 128047"/>
              <a:gd name="connsiteX4" fmla="*/ 35187 w 116064"/>
              <a:gd name="connsiteY4" fmla="*/ 8640 h 128047"/>
              <a:gd name="connsiteX5" fmla="*/ 23308 w 116064"/>
              <a:gd name="connsiteY5" fmla="*/ 32889 h 128047"/>
              <a:gd name="connsiteX6" fmla="*/ 36534 w 116064"/>
              <a:gd name="connsiteY6" fmla="*/ 62404 h 128047"/>
              <a:gd name="connsiteX7" fmla="*/ 35432 w 116064"/>
              <a:gd name="connsiteY7" fmla="*/ 62894 h 128047"/>
              <a:gd name="connsiteX8" fmla="*/ 4448 w 116064"/>
              <a:gd name="connsiteY8" fmla="*/ 94123 h 128047"/>
              <a:gd name="connsiteX9" fmla="*/ 100 w 116064"/>
              <a:gd name="connsiteY9" fmla="*/ 122842 h 128047"/>
              <a:gd name="connsiteX10" fmla="*/ 1631 w 116064"/>
              <a:gd name="connsiteY10" fmla="*/ 126210 h 128047"/>
              <a:gd name="connsiteX11" fmla="*/ 6407 w 116064"/>
              <a:gd name="connsiteY11" fmla="*/ 128047 h 128047"/>
              <a:gd name="connsiteX12" fmla="*/ 109648 w 116064"/>
              <a:gd name="connsiteY12" fmla="*/ 128047 h 128047"/>
              <a:gd name="connsiteX13" fmla="*/ 110995 w 116064"/>
              <a:gd name="connsiteY13" fmla="*/ 127986 h 128047"/>
              <a:gd name="connsiteX14" fmla="*/ 116016 w 116064"/>
              <a:gd name="connsiteY14" fmla="*/ 122475 h 128047"/>
              <a:gd name="connsiteX15" fmla="*/ 115465 w 116064"/>
              <a:gd name="connsiteY15" fmla="*/ 108330 h 128047"/>
              <a:gd name="connsiteX16" fmla="*/ 34881 w 116064"/>
              <a:gd name="connsiteY16" fmla="*/ 35094 h 128047"/>
              <a:gd name="connsiteX17" fmla="*/ 57721 w 116064"/>
              <a:gd name="connsiteY17" fmla="*/ 11702 h 128047"/>
              <a:gd name="connsiteX18" fmla="*/ 81235 w 116064"/>
              <a:gd name="connsiteY18" fmla="*/ 34971 h 128047"/>
              <a:gd name="connsiteX19" fmla="*/ 57966 w 116064"/>
              <a:gd name="connsiteY19" fmla="*/ 58240 h 128047"/>
              <a:gd name="connsiteX20" fmla="*/ 34881 w 116064"/>
              <a:gd name="connsiteY20" fmla="*/ 35094 h 128047"/>
              <a:gd name="connsiteX21" fmla="*/ 103280 w 116064"/>
              <a:gd name="connsiteY21" fmla="*/ 116413 h 128047"/>
              <a:gd name="connsiteX22" fmla="*/ 57966 w 116064"/>
              <a:gd name="connsiteY22" fmla="*/ 116413 h 128047"/>
              <a:gd name="connsiteX23" fmla="*/ 13082 w 116064"/>
              <a:gd name="connsiteY23" fmla="*/ 116413 h 128047"/>
              <a:gd name="connsiteX24" fmla="*/ 11612 w 116064"/>
              <a:gd name="connsiteY24" fmla="*/ 114943 h 128047"/>
              <a:gd name="connsiteX25" fmla="*/ 41494 w 116064"/>
              <a:gd name="connsiteY25" fmla="*/ 72936 h 128047"/>
              <a:gd name="connsiteX26" fmla="*/ 103219 w 116064"/>
              <a:gd name="connsiteY26" fmla="*/ 105697 h 128047"/>
              <a:gd name="connsiteX27" fmla="*/ 104443 w 116064"/>
              <a:gd name="connsiteY27" fmla="*/ 115127 h 128047"/>
              <a:gd name="connsiteX28" fmla="*/ 103219 w 116064"/>
              <a:gd name="connsiteY28" fmla="*/ 116351 h 12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6064" h="128047">
                <a:moveTo>
                  <a:pt x="115527" y="108391"/>
                </a:moveTo>
                <a:cubicBezTo>
                  <a:pt x="113261" y="93389"/>
                  <a:pt x="106280" y="81019"/>
                  <a:pt x="94646" y="71344"/>
                </a:cubicBezTo>
                <a:cubicBezTo>
                  <a:pt x="90176" y="67609"/>
                  <a:pt x="85154" y="64731"/>
                  <a:pt x="79582" y="62465"/>
                </a:cubicBezTo>
                <a:cubicBezTo>
                  <a:pt x="95932" y="49177"/>
                  <a:pt x="96973" y="26153"/>
                  <a:pt x="84052" y="11702"/>
                </a:cubicBezTo>
                <a:cubicBezTo>
                  <a:pt x="71315" y="-2627"/>
                  <a:pt x="49516" y="-3974"/>
                  <a:pt x="35187" y="8640"/>
                </a:cubicBezTo>
                <a:cubicBezTo>
                  <a:pt x="27900" y="15070"/>
                  <a:pt x="23859" y="23214"/>
                  <a:pt x="23308" y="32889"/>
                </a:cubicBezTo>
                <a:cubicBezTo>
                  <a:pt x="22696" y="44891"/>
                  <a:pt x="27288" y="54689"/>
                  <a:pt x="36534" y="62404"/>
                </a:cubicBezTo>
                <a:cubicBezTo>
                  <a:pt x="36106" y="62588"/>
                  <a:pt x="35800" y="62771"/>
                  <a:pt x="35432" y="62894"/>
                </a:cubicBezTo>
                <a:cubicBezTo>
                  <a:pt x="20981" y="69201"/>
                  <a:pt x="10694" y="79611"/>
                  <a:pt x="4448" y="94123"/>
                </a:cubicBezTo>
                <a:cubicBezTo>
                  <a:pt x="529" y="103370"/>
                  <a:pt x="-329" y="112984"/>
                  <a:pt x="100" y="122842"/>
                </a:cubicBezTo>
                <a:cubicBezTo>
                  <a:pt x="100" y="124189"/>
                  <a:pt x="712" y="125292"/>
                  <a:pt x="1631" y="126210"/>
                </a:cubicBezTo>
                <a:cubicBezTo>
                  <a:pt x="2917" y="127557"/>
                  <a:pt x="4570" y="128047"/>
                  <a:pt x="6407" y="128047"/>
                </a:cubicBezTo>
                <a:cubicBezTo>
                  <a:pt x="40821" y="128047"/>
                  <a:pt x="75234" y="128047"/>
                  <a:pt x="109648" y="128047"/>
                </a:cubicBezTo>
                <a:cubicBezTo>
                  <a:pt x="110077" y="128047"/>
                  <a:pt x="110567" y="128047"/>
                  <a:pt x="110995" y="127986"/>
                </a:cubicBezTo>
                <a:cubicBezTo>
                  <a:pt x="113935" y="127557"/>
                  <a:pt x="116016" y="125414"/>
                  <a:pt x="116016" y="122475"/>
                </a:cubicBezTo>
                <a:cubicBezTo>
                  <a:pt x="116078" y="117760"/>
                  <a:pt x="116200" y="113045"/>
                  <a:pt x="115465" y="108330"/>
                </a:cubicBezTo>
                <a:close/>
                <a:moveTo>
                  <a:pt x="34881" y="35094"/>
                </a:moveTo>
                <a:cubicBezTo>
                  <a:pt x="34881" y="22234"/>
                  <a:pt x="45107" y="11763"/>
                  <a:pt x="57721" y="11702"/>
                </a:cubicBezTo>
                <a:cubicBezTo>
                  <a:pt x="70764" y="11641"/>
                  <a:pt x="81174" y="21928"/>
                  <a:pt x="81235" y="34971"/>
                </a:cubicBezTo>
                <a:cubicBezTo>
                  <a:pt x="81297" y="47769"/>
                  <a:pt x="70826" y="58240"/>
                  <a:pt x="57966" y="58240"/>
                </a:cubicBezTo>
                <a:cubicBezTo>
                  <a:pt x="45291" y="58240"/>
                  <a:pt x="34881" y="47769"/>
                  <a:pt x="34881" y="35094"/>
                </a:cubicBezTo>
                <a:close/>
                <a:moveTo>
                  <a:pt x="103280" y="116413"/>
                </a:moveTo>
                <a:cubicBezTo>
                  <a:pt x="88155" y="116413"/>
                  <a:pt x="73091" y="116413"/>
                  <a:pt x="57966" y="116413"/>
                </a:cubicBezTo>
                <a:cubicBezTo>
                  <a:pt x="42842" y="116413"/>
                  <a:pt x="28023" y="116413"/>
                  <a:pt x="13082" y="116413"/>
                </a:cubicBezTo>
                <a:cubicBezTo>
                  <a:pt x="11918" y="116413"/>
                  <a:pt x="11551" y="116229"/>
                  <a:pt x="11612" y="114943"/>
                </a:cubicBezTo>
                <a:cubicBezTo>
                  <a:pt x="13021" y="94797"/>
                  <a:pt x="22879" y="80529"/>
                  <a:pt x="41494" y="72936"/>
                </a:cubicBezTo>
                <a:cubicBezTo>
                  <a:pt x="67274" y="62465"/>
                  <a:pt x="97156" y="78509"/>
                  <a:pt x="103219" y="105697"/>
                </a:cubicBezTo>
                <a:cubicBezTo>
                  <a:pt x="103892" y="108820"/>
                  <a:pt x="104259" y="111943"/>
                  <a:pt x="104443" y="115127"/>
                </a:cubicBezTo>
                <a:cubicBezTo>
                  <a:pt x="104504" y="116229"/>
                  <a:pt x="104198" y="116351"/>
                  <a:pt x="103219" y="116351"/>
                </a:cubicBezTo>
                <a:close/>
              </a:path>
            </a:pathLst>
          </a:custGeom>
          <a:solidFill>
            <a:schemeClr val="bg1"/>
          </a:solidFill>
          <a:ln w="6016" cap="flat">
            <a:noFill/>
            <a:prstDash val="solid"/>
            <a:miter/>
          </a:ln>
        </p:spPr>
        <p:txBody>
          <a:bodyPr rtlCol="0" anchor="ctr"/>
          <a:lstStyle/>
          <a:p>
            <a:endParaRPr lang="en-IN"/>
          </a:p>
        </p:txBody>
      </p:sp>
      <p:sp>
        <p:nvSpPr>
          <p:cNvPr id="81" name="Isosceles Triangle 80">
            <a:extLst>
              <a:ext uri="{FF2B5EF4-FFF2-40B4-BE49-F238E27FC236}">
                <a16:creationId xmlns:a16="http://schemas.microsoft.com/office/drawing/2014/main" id="{59106057-6687-7436-2443-36CF82D5A997}"/>
              </a:ext>
            </a:extLst>
          </p:cNvPr>
          <p:cNvSpPr/>
          <p:nvPr/>
        </p:nvSpPr>
        <p:spPr>
          <a:xfrm rot="3600000">
            <a:off x="11583174" y="388252"/>
            <a:ext cx="86542" cy="7460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2" name="TextBox 91">
            <a:extLst>
              <a:ext uri="{FF2B5EF4-FFF2-40B4-BE49-F238E27FC236}">
                <a16:creationId xmlns:a16="http://schemas.microsoft.com/office/drawing/2014/main" id="{232C2ADA-8B7B-4990-FB78-B27C9A79E87E}"/>
              </a:ext>
            </a:extLst>
          </p:cNvPr>
          <p:cNvSpPr txBox="1"/>
          <p:nvPr/>
        </p:nvSpPr>
        <p:spPr>
          <a:xfrm>
            <a:off x="3188974" y="887898"/>
            <a:ext cx="5516254" cy="769441"/>
          </a:xfrm>
          <a:prstGeom prst="rect">
            <a:avLst/>
          </a:prstGeom>
          <a:noFill/>
        </p:spPr>
        <p:txBody>
          <a:bodyPr wrap="none" rtlCol="0">
            <a:spAutoFit/>
          </a:bodyPr>
          <a:lstStyle/>
          <a:p>
            <a:r>
              <a:rPr lang="en-IN" sz="4400" b="1" dirty="0" smtClean="0">
                <a:solidFill>
                  <a:srgbClr val="1ED760"/>
                </a:solidFill>
                <a:latin typeface="Microsoft PhagsPa" panose="020B0502040204020203" pitchFamily="34" charset="0"/>
                <a:cs typeface="Poppins Medium" panose="00000600000000000000" pitchFamily="50" charset="0"/>
              </a:rPr>
              <a:t>Kế Hoạch Phát Triển</a:t>
            </a:r>
            <a:endParaRPr lang="en-IN" sz="4400" b="1" dirty="0">
              <a:solidFill>
                <a:srgbClr val="1ED760"/>
              </a:solidFill>
              <a:latin typeface="Microsoft PhagsPa" panose="020B0502040204020203" pitchFamily="34" charset="0"/>
              <a:cs typeface="Poppins Medium" panose="00000600000000000000" pitchFamily="50" charset="0"/>
            </a:endParaRPr>
          </a:p>
        </p:txBody>
      </p:sp>
      <p:sp>
        <p:nvSpPr>
          <p:cNvPr id="2" name="TextBox 1">
            <a:hlinkClick r:id="rId2" action="ppaction://hlinksldjump"/>
            <a:extLst>
              <a:ext uri="{FF2B5EF4-FFF2-40B4-BE49-F238E27FC236}">
                <a16:creationId xmlns:a16="http://schemas.microsoft.com/office/drawing/2014/main" id="{0B46E278-23A9-8215-88C3-E08453E846EC}"/>
              </a:ext>
            </a:extLst>
          </p:cNvPr>
          <p:cNvSpPr txBox="1"/>
          <p:nvPr/>
        </p:nvSpPr>
        <p:spPr>
          <a:xfrm>
            <a:off x="869323" y="845770"/>
            <a:ext cx="918841" cy="276999"/>
          </a:xfrm>
          <a:prstGeom prst="rect">
            <a:avLst/>
          </a:prstGeom>
          <a:noFill/>
        </p:spPr>
        <p:txBody>
          <a:bodyPr wrap="none" rtlCol="0">
            <a:spAutoFit/>
          </a:bodyPr>
          <a:lstStyle/>
          <a:p>
            <a:r>
              <a:rPr lang="en-IN" sz="1200" dirty="0">
                <a:solidFill>
                  <a:srgbClr val="B4B5B2"/>
                </a:solidFill>
                <a:latin typeface="Poppins Medium" panose="00000600000000000000" pitchFamily="50" charset="0"/>
                <a:cs typeface="Poppins Medium" panose="00000600000000000000" pitchFamily="50" charset="0"/>
              </a:rPr>
              <a:t>About Me</a:t>
            </a:r>
            <a:endParaRPr lang="en-IN" sz="1200" dirty="0">
              <a:solidFill>
                <a:srgbClr val="B4B5B2"/>
              </a:solidFill>
              <a:latin typeface="Poppins Medium" panose="00000600000000000000" pitchFamily="50" charset="0"/>
              <a:cs typeface="Poppins Medium" panose="00000600000000000000" pitchFamily="50" charset="0"/>
            </a:endParaRPr>
          </a:p>
        </p:txBody>
      </p:sp>
      <p:sp>
        <p:nvSpPr>
          <p:cNvPr id="10" name="Graphic 14">
            <a:hlinkClick r:id="rId2" action="ppaction://hlinksldjump"/>
            <a:extLst>
              <a:ext uri="{FF2B5EF4-FFF2-40B4-BE49-F238E27FC236}">
                <a16:creationId xmlns:a16="http://schemas.microsoft.com/office/drawing/2014/main" id="{366E9718-DDBF-6B72-7691-B501A4E4B38A}"/>
              </a:ext>
            </a:extLst>
          </p:cNvPr>
          <p:cNvSpPr/>
          <p:nvPr/>
        </p:nvSpPr>
        <p:spPr>
          <a:xfrm>
            <a:off x="406982" y="1313840"/>
            <a:ext cx="205404" cy="204111"/>
          </a:xfrm>
          <a:custGeom>
            <a:avLst/>
            <a:gdLst>
              <a:gd name="connsiteX0" fmla="*/ 535467 w 535484"/>
              <a:gd name="connsiteY0" fmla="*/ 325659 h 532115"/>
              <a:gd name="connsiteX1" fmla="*/ 535467 w 535484"/>
              <a:gd name="connsiteY1" fmla="*/ 468764 h 532115"/>
              <a:gd name="connsiteX2" fmla="*/ 472362 w 535484"/>
              <a:gd name="connsiteY2" fmla="*/ 532084 h 532115"/>
              <a:gd name="connsiteX3" fmla="*/ 379443 w 535484"/>
              <a:gd name="connsiteY3" fmla="*/ 532084 h 532115"/>
              <a:gd name="connsiteX4" fmla="*/ 337191 w 535484"/>
              <a:gd name="connsiteY4" fmla="*/ 489882 h 532115"/>
              <a:gd name="connsiteX5" fmla="*/ 337191 w 535484"/>
              <a:gd name="connsiteY5" fmla="*/ 386429 h 532115"/>
              <a:gd name="connsiteX6" fmla="*/ 314400 w 535484"/>
              <a:gd name="connsiteY6" fmla="*/ 363555 h 532115"/>
              <a:gd name="connsiteX7" fmla="*/ 220852 w 535484"/>
              <a:gd name="connsiteY7" fmla="*/ 363555 h 532115"/>
              <a:gd name="connsiteX8" fmla="*/ 198393 w 535484"/>
              <a:gd name="connsiteY8" fmla="*/ 386114 h 532115"/>
              <a:gd name="connsiteX9" fmla="*/ 198393 w 535484"/>
              <a:gd name="connsiteY9" fmla="*/ 489567 h 532115"/>
              <a:gd name="connsiteX10" fmla="*/ 155825 w 535484"/>
              <a:gd name="connsiteY10" fmla="*/ 532084 h 532115"/>
              <a:gd name="connsiteX11" fmla="*/ 62277 w 535484"/>
              <a:gd name="connsiteY11" fmla="*/ 532084 h 532115"/>
              <a:gd name="connsiteX12" fmla="*/ 83 w 535484"/>
              <a:gd name="connsiteY12" fmla="*/ 469691 h 532115"/>
              <a:gd name="connsiteX13" fmla="*/ 0 w 535484"/>
              <a:gd name="connsiteY13" fmla="*/ 179772 h 532115"/>
              <a:gd name="connsiteX14" fmla="*/ 22277 w 535484"/>
              <a:gd name="connsiteY14" fmla="*/ 140584 h 532115"/>
              <a:gd name="connsiteX15" fmla="*/ 245448 w 535484"/>
              <a:gd name="connsiteY15" fmla="*/ 6737 h 532115"/>
              <a:gd name="connsiteX16" fmla="*/ 289854 w 535484"/>
              <a:gd name="connsiteY16" fmla="*/ 6605 h 532115"/>
              <a:gd name="connsiteX17" fmla="*/ 514548 w 535484"/>
              <a:gd name="connsiteY17" fmla="*/ 141412 h 532115"/>
              <a:gd name="connsiteX18" fmla="*/ 535484 w 535484"/>
              <a:gd name="connsiteY18" fmla="*/ 178844 h 532115"/>
              <a:gd name="connsiteX19" fmla="*/ 535451 w 535484"/>
              <a:gd name="connsiteY19" fmla="*/ 325676 h 532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35484" h="532115">
                <a:moveTo>
                  <a:pt x="535467" y="325659"/>
                </a:moveTo>
                <a:cubicBezTo>
                  <a:pt x="535467" y="373361"/>
                  <a:pt x="535467" y="421062"/>
                  <a:pt x="535467" y="468764"/>
                </a:cubicBezTo>
                <a:cubicBezTo>
                  <a:pt x="535467" y="506826"/>
                  <a:pt x="510308" y="532051"/>
                  <a:pt x="472362" y="532084"/>
                </a:cubicBezTo>
                <a:cubicBezTo>
                  <a:pt x="441389" y="532101"/>
                  <a:pt x="410416" y="532118"/>
                  <a:pt x="379443" y="532084"/>
                </a:cubicBezTo>
                <a:cubicBezTo>
                  <a:pt x="353853" y="532051"/>
                  <a:pt x="337224" y="515439"/>
                  <a:pt x="337191" y="489882"/>
                </a:cubicBezTo>
                <a:cubicBezTo>
                  <a:pt x="337158" y="455398"/>
                  <a:pt x="337191" y="420913"/>
                  <a:pt x="337191" y="386429"/>
                </a:cubicBezTo>
                <a:cubicBezTo>
                  <a:pt x="337191" y="371307"/>
                  <a:pt x="329473" y="363555"/>
                  <a:pt x="314400" y="363555"/>
                </a:cubicBezTo>
                <a:cubicBezTo>
                  <a:pt x="283212" y="363555"/>
                  <a:pt x="252040" y="363539"/>
                  <a:pt x="220852" y="363555"/>
                </a:cubicBezTo>
                <a:cubicBezTo>
                  <a:pt x="206127" y="363555"/>
                  <a:pt x="198409" y="371323"/>
                  <a:pt x="198393" y="386114"/>
                </a:cubicBezTo>
                <a:cubicBezTo>
                  <a:pt x="198376" y="420599"/>
                  <a:pt x="198409" y="455083"/>
                  <a:pt x="198393" y="489567"/>
                </a:cubicBezTo>
                <a:cubicBezTo>
                  <a:pt x="198376" y="515538"/>
                  <a:pt x="181813" y="532068"/>
                  <a:pt x="155825" y="532084"/>
                </a:cubicBezTo>
                <a:cubicBezTo>
                  <a:pt x="124637" y="532118"/>
                  <a:pt x="93465" y="532134"/>
                  <a:pt x="62277" y="532084"/>
                </a:cubicBezTo>
                <a:cubicBezTo>
                  <a:pt x="25573" y="532018"/>
                  <a:pt x="99" y="506461"/>
                  <a:pt x="83" y="469691"/>
                </a:cubicBezTo>
                <a:cubicBezTo>
                  <a:pt x="50" y="373046"/>
                  <a:pt x="149" y="276401"/>
                  <a:pt x="0" y="179772"/>
                </a:cubicBezTo>
                <a:cubicBezTo>
                  <a:pt x="-33" y="162215"/>
                  <a:pt x="7288" y="149544"/>
                  <a:pt x="22277" y="140584"/>
                </a:cubicBezTo>
                <a:cubicBezTo>
                  <a:pt x="96728" y="96062"/>
                  <a:pt x="171080" y="51375"/>
                  <a:pt x="245448" y="6737"/>
                </a:cubicBezTo>
                <a:cubicBezTo>
                  <a:pt x="260239" y="-2140"/>
                  <a:pt x="275030" y="-2306"/>
                  <a:pt x="289854" y="6605"/>
                </a:cubicBezTo>
                <a:cubicBezTo>
                  <a:pt x="364752" y="51541"/>
                  <a:pt x="439650" y="96493"/>
                  <a:pt x="514548" y="141412"/>
                </a:cubicBezTo>
                <a:cubicBezTo>
                  <a:pt x="528693" y="149892"/>
                  <a:pt x="535501" y="162364"/>
                  <a:pt x="535484" y="178844"/>
                </a:cubicBezTo>
                <a:cubicBezTo>
                  <a:pt x="535418" y="227788"/>
                  <a:pt x="535451" y="276732"/>
                  <a:pt x="535451" y="325676"/>
                </a:cubicBezTo>
                <a:close/>
              </a:path>
            </a:pathLst>
          </a:custGeom>
          <a:solidFill>
            <a:srgbClr val="B4B5B2"/>
          </a:solidFill>
          <a:ln w="1651" cap="flat">
            <a:noFill/>
            <a:prstDash val="solid"/>
            <a:miter/>
          </a:ln>
        </p:spPr>
        <p:txBody>
          <a:bodyPr rtlCol="0" anchor="ctr"/>
          <a:lstStyle/>
          <a:p>
            <a:endParaRPr lang="en-IN"/>
          </a:p>
        </p:txBody>
      </p:sp>
      <p:sp>
        <p:nvSpPr>
          <p:cNvPr id="11" name="TextBox 10">
            <a:hlinkClick r:id="rId3" action="ppaction://hlinksldjump"/>
            <a:extLst>
              <a:ext uri="{FF2B5EF4-FFF2-40B4-BE49-F238E27FC236}">
                <a16:creationId xmlns:a16="http://schemas.microsoft.com/office/drawing/2014/main" id="{A81789D4-96F7-AC34-9BAA-E12E47FBF835}"/>
              </a:ext>
            </a:extLst>
          </p:cNvPr>
          <p:cNvSpPr txBox="1"/>
          <p:nvPr/>
        </p:nvSpPr>
        <p:spPr>
          <a:xfrm>
            <a:off x="869323" y="1302704"/>
            <a:ext cx="1007007" cy="276999"/>
          </a:xfrm>
          <a:prstGeom prst="rect">
            <a:avLst/>
          </a:prstGeom>
          <a:noFill/>
        </p:spPr>
        <p:txBody>
          <a:bodyPr wrap="none" rtlCol="0">
            <a:spAutoFit/>
          </a:bodyPr>
          <a:lstStyle/>
          <a:p>
            <a:r>
              <a:rPr lang="en-IN" sz="1200" dirty="0">
                <a:solidFill>
                  <a:srgbClr val="B4B5B2"/>
                </a:solidFill>
                <a:latin typeface="Poppins Medium" panose="00000600000000000000" pitchFamily="50" charset="0"/>
                <a:cs typeface="Poppins Medium" panose="00000600000000000000" pitchFamily="50" charset="0"/>
              </a:rPr>
              <a:t>About </a:t>
            </a:r>
            <a:r>
              <a:rPr lang="en-IN" sz="1200" dirty="0" smtClean="0">
                <a:solidFill>
                  <a:srgbClr val="B4B5B2"/>
                </a:solidFill>
                <a:latin typeface="Poppins Medium" panose="00000600000000000000" pitchFamily="50" charset="0"/>
                <a:cs typeface="Poppins Medium" panose="00000600000000000000" pitchFamily="50" charset="0"/>
              </a:rPr>
              <a:t>App</a:t>
            </a:r>
            <a:endParaRPr lang="en-IN" sz="1200" dirty="0">
              <a:solidFill>
                <a:srgbClr val="B4B5B2"/>
              </a:solidFill>
              <a:latin typeface="Poppins Medium" panose="00000600000000000000" pitchFamily="50" charset="0"/>
              <a:cs typeface="Poppins Medium" panose="00000600000000000000" pitchFamily="50" charset="0"/>
            </a:endParaRPr>
          </a:p>
        </p:txBody>
      </p:sp>
      <p:sp>
        <p:nvSpPr>
          <p:cNvPr id="12" name="Graphic 19">
            <a:hlinkClick r:id="rId3" action="ppaction://hlinksldjump"/>
            <a:extLst>
              <a:ext uri="{FF2B5EF4-FFF2-40B4-BE49-F238E27FC236}">
                <a16:creationId xmlns:a16="http://schemas.microsoft.com/office/drawing/2014/main" id="{1E46373F-14C9-7889-E000-300699BFDA33}"/>
              </a:ext>
            </a:extLst>
          </p:cNvPr>
          <p:cNvSpPr/>
          <p:nvPr/>
        </p:nvSpPr>
        <p:spPr>
          <a:xfrm>
            <a:off x="405811" y="887798"/>
            <a:ext cx="197120" cy="204111"/>
          </a:xfrm>
          <a:custGeom>
            <a:avLst/>
            <a:gdLst>
              <a:gd name="connsiteX0" fmla="*/ 3715304 w 3788950"/>
              <a:gd name="connsiteY0" fmla="*/ 3556921 h 3923333"/>
              <a:gd name="connsiteX1" fmla="*/ 2822431 w 3788950"/>
              <a:gd name="connsiteY1" fmla="*/ 2629852 h 3923333"/>
              <a:gd name="connsiteX2" fmla="*/ 2820430 w 3788950"/>
              <a:gd name="connsiteY2" fmla="*/ 2571845 h 3923333"/>
              <a:gd name="connsiteX3" fmla="*/ 3065128 w 3788950"/>
              <a:gd name="connsiteY3" fmla="*/ 2146459 h 3923333"/>
              <a:gd name="connsiteX4" fmla="*/ 3148186 w 3788950"/>
              <a:gd name="connsiteY4" fmla="*/ 1330071 h 3923333"/>
              <a:gd name="connsiteX5" fmla="*/ 2612214 w 3788950"/>
              <a:gd name="connsiteY5" fmla="*/ 381476 h 3923333"/>
              <a:gd name="connsiteX6" fmla="*/ 1888600 w 3788950"/>
              <a:gd name="connsiteY6" fmla="*/ 29432 h 3923333"/>
              <a:gd name="connsiteX7" fmla="*/ 1718483 w 3788950"/>
              <a:gd name="connsiteY7" fmla="*/ 0 h 3923333"/>
              <a:gd name="connsiteX8" fmla="*/ 1695528 w 3788950"/>
              <a:gd name="connsiteY8" fmla="*/ 0 h 3923333"/>
              <a:gd name="connsiteX9" fmla="*/ 1672573 w 3788950"/>
              <a:gd name="connsiteY9" fmla="*/ 3905 h 3923333"/>
              <a:gd name="connsiteX10" fmla="*/ 1649617 w 3788950"/>
              <a:gd name="connsiteY10" fmla="*/ 0 h 3923333"/>
              <a:gd name="connsiteX11" fmla="*/ 1511695 w 3788950"/>
              <a:gd name="connsiteY11" fmla="*/ 0 h 3923333"/>
              <a:gd name="connsiteX12" fmla="*/ 1495312 w 3788950"/>
              <a:gd name="connsiteY12" fmla="*/ 3905 h 3923333"/>
              <a:gd name="connsiteX13" fmla="*/ 1482073 w 3788950"/>
              <a:gd name="connsiteY13" fmla="*/ 3905 h 3923333"/>
              <a:gd name="connsiteX14" fmla="*/ 1465690 w 3788950"/>
              <a:gd name="connsiteY14" fmla="*/ 0 h 3923333"/>
              <a:gd name="connsiteX15" fmla="*/ 1442734 w 3788950"/>
              <a:gd name="connsiteY15" fmla="*/ 0 h 3923333"/>
              <a:gd name="connsiteX16" fmla="*/ 1374726 w 3788950"/>
              <a:gd name="connsiteY16" fmla="*/ 14288 h 3923333"/>
              <a:gd name="connsiteX17" fmla="*/ 686926 w 3788950"/>
              <a:gd name="connsiteY17" fmla="*/ 281369 h 3923333"/>
              <a:gd name="connsiteX18" fmla="*/ 143429 w 3788950"/>
              <a:gd name="connsiteY18" fmla="*/ 930402 h 3923333"/>
              <a:gd name="connsiteX19" fmla="*/ 20366 w 3788950"/>
              <a:gd name="connsiteY19" fmla="*/ 1830229 h 3923333"/>
              <a:gd name="connsiteX20" fmla="*/ 534145 w 3788950"/>
              <a:gd name="connsiteY20" fmla="*/ 2766251 h 3923333"/>
              <a:gd name="connsiteX21" fmla="*/ 1337102 w 3788950"/>
              <a:gd name="connsiteY21" fmla="*/ 3148298 h 3923333"/>
              <a:gd name="connsiteX22" fmla="*/ 2460385 w 3788950"/>
              <a:gd name="connsiteY22" fmla="*/ 2901791 h 3923333"/>
              <a:gd name="connsiteX23" fmla="*/ 2519059 w 3788950"/>
              <a:gd name="connsiteY23" fmla="*/ 2908364 h 3923333"/>
              <a:gd name="connsiteX24" fmla="*/ 3416219 w 3788950"/>
              <a:gd name="connsiteY24" fmla="*/ 3842004 h 3923333"/>
              <a:gd name="connsiteX25" fmla="*/ 3449461 w 3788950"/>
              <a:gd name="connsiteY25" fmla="*/ 3873722 h 3923333"/>
              <a:gd name="connsiteX26" fmla="*/ 3761786 w 3788950"/>
              <a:gd name="connsiteY26" fmla="*/ 3818192 h 3923333"/>
              <a:gd name="connsiteX27" fmla="*/ 3715400 w 3788950"/>
              <a:gd name="connsiteY27" fmla="*/ 3557016 h 3923333"/>
              <a:gd name="connsiteX28" fmla="*/ 1586086 w 3788950"/>
              <a:gd name="connsiteY28" fmla="*/ 2754535 h 3923333"/>
              <a:gd name="connsiteX29" fmla="*/ 414701 w 3788950"/>
              <a:gd name="connsiteY29" fmla="*/ 1584389 h 3923333"/>
              <a:gd name="connsiteX30" fmla="*/ 1585609 w 3788950"/>
              <a:gd name="connsiteY30" fmla="*/ 413480 h 3923333"/>
              <a:gd name="connsiteX31" fmla="*/ 2754803 w 3788950"/>
              <a:gd name="connsiteY31" fmla="*/ 1585817 h 3923333"/>
              <a:gd name="connsiteX32" fmla="*/ 1586086 w 3788950"/>
              <a:gd name="connsiteY32" fmla="*/ 2754440 h 3923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788950" h="3923333">
                <a:moveTo>
                  <a:pt x="3715304" y="3556921"/>
                </a:moveTo>
                <a:cubicBezTo>
                  <a:pt x="3417934" y="3247644"/>
                  <a:pt x="3120754" y="2938177"/>
                  <a:pt x="2822431" y="2629852"/>
                </a:cubicBezTo>
                <a:cubicBezTo>
                  <a:pt x="2800618" y="2607278"/>
                  <a:pt x="2801380" y="2594896"/>
                  <a:pt x="2820430" y="2571845"/>
                </a:cubicBezTo>
                <a:cubicBezTo>
                  <a:pt x="2925872" y="2444020"/>
                  <a:pt x="3006740" y="2301240"/>
                  <a:pt x="3065128" y="2146459"/>
                </a:cubicBezTo>
                <a:cubicBezTo>
                  <a:pt x="3164950" y="1881950"/>
                  <a:pt x="3194668" y="1608868"/>
                  <a:pt x="3148186" y="1330071"/>
                </a:cubicBezTo>
                <a:cubicBezTo>
                  <a:pt x="3084749" y="949643"/>
                  <a:pt x="2904060" y="632936"/>
                  <a:pt x="2612214" y="381476"/>
                </a:cubicBezTo>
                <a:cubicBezTo>
                  <a:pt x="2402569" y="200787"/>
                  <a:pt x="2160824" y="83630"/>
                  <a:pt x="1888600" y="29432"/>
                </a:cubicBezTo>
                <a:cubicBezTo>
                  <a:pt x="1832116" y="18193"/>
                  <a:pt x="1773823" y="17336"/>
                  <a:pt x="1718483" y="0"/>
                </a:cubicBezTo>
                <a:lnTo>
                  <a:pt x="1695528" y="0"/>
                </a:lnTo>
                <a:cubicBezTo>
                  <a:pt x="1688765" y="6668"/>
                  <a:pt x="1680288" y="2953"/>
                  <a:pt x="1672573" y="3905"/>
                </a:cubicBezTo>
                <a:cubicBezTo>
                  <a:pt x="1664857" y="2858"/>
                  <a:pt x="1656285" y="6572"/>
                  <a:pt x="1649617" y="0"/>
                </a:cubicBezTo>
                <a:lnTo>
                  <a:pt x="1511695" y="0"/>
                </a:lnTo>
                <a:cubicBezTo>
                  <a:pt x="1507123" y="5048"/>
                  <a:pt x="1501027" y="3715"/>
                  <a:pt x="1495312" y="3905"/>
                </a:cubicBezTo>
                <a:cubicBezTo>
                  <a:pt x="1490931" y="3905"/>
                  <a:pt x="1486549" y="3905"/>
                  <a:pt x="1482073" y="3905"/>
                </a:cubicBezTo>
                <a:cubicBezTo>
                  <a:pt x="1476358" y="3619"/>
                  <a:pt x="1470262" y="4953"/>
                  <a:pt x="1465690" y="0"/>
                </a:cubicBezTo>
                <a:lnTo>
                  <a:pt x="1442734" y="0"/>
                </a:lnTo>
                <a:cubicBezTo>
                  <a:pt x="1422256" y="14764"/>
                  <a:pt x="1397491" y="11240"/>
                  <a:pt x="1374726" y="14288"/>
                </a:cubicBezTo>
                <a:cubicBezTo>
                  <a:pt x="1123456" y="46958"/>
                  <a:pt x="894475" y="137827"/>
                  <a:pt x="686926" y="281369"/>
                </a:cubicBezTo>
                <a:cubicBezTo>
                  <a:pt x="446705" y="447485"/>
                  <a:pt x="265635" y="664464"/>
                  <a:pt x="143429" y="930402"/>
                </a:cubicBezTo>
                <a:cubicBezTo>
                  <a:pt x="11317" y="1218057"/>
                  <a:pt x="-29069" y="1519142"/>
                  <a:pt x="20366" y="1830229"/>
                </a:cubicBezTo>
                <a:cubicBezTo>
                  <a:pt x="79516" y="2202275"/>
                  <a:pt x="252967" y="2514886"/>
                  <a:pt x="534145" y="2766251"/>
                </a:cubicBezTo>
                <a:cubicBezTo>
                  <a:pt x="764269" y="2971895"/>
                  <a:pt x="1032112" y="3102293"/>
                  <a:pt x="1337102" y="3148298"/>
                </a:cubicBezTo>
                <a:cubicBezTo>
                  <a:pt x="1741724" y="3209354"/>
                  <a:pt x="2118057" y="3128963"/>
                  <a:pt x="2460385" y="2901791"/>
                </a:cubicBezTo>
                <a:cubicBezTo>
                  <a:pt x="2485722" y="2885027"/>
                  <a:pt x="2498009" y="2886456"/>
                  <a:pt x="2519059" y="2908364"/>
                </a:cubicBezTo>
                <a:cubicBezTo>
                  <a:pt x="2817383" y="3220212"/>
                  <a:pt x="3116944" y="3531013"/>
                  <a:pt x="3416219" y="3842004"/>
                </a:cubicBezTo>
                <a:cubicBezTo>
                  <a:pt x="3426792" y="3853053"/>
                  <a:pt x="3437841" y="3863721"/>
                  <a:pt x="3449461" y="3873722"/>
                </a:cubicBezTo>
                <a:cubicBezTo>
                  <a:pt x="3547950" y="3958304"/>
                  <a:pt x="3698635" y="3931444"/>
                  <a:pt x="3761786" y="3818192"/>
                </a:cubicBezTo>
                <a:cubicBezTo>
                  <a:pt x="3810078" y="3731609"/>
                  <a:pt x="3793600" y="3638360"/>
                  <a:pt x="3715400" y="3557016"/>
                </a:cubicBezTo>
                <a:close/>
                <a:moveTo>
                  <a:pt x="1586086" y="2754535"/>
                </a:moveTo>
                <a:cubicBezTo>
                  <a:pt x="944291" y="2758059"/>
                  <a:pt x="415273" y="2229517"/>
                  <a:pt x="414701" y="1584389"/>
                </a:cubicBezTo>
                <a:cubicBezTo>
                  <a:pt x="414225" y="939832"/>
                  <a:pt x="941434" y="412623"/>
                  <a:pt x="1585609" y="413480"/>
                </a:cubicBezTo>
                <a:cubicBezTo>
                  <a:pt x="2230738" y="414337"/>
                  <a:pt x="2758137" y="943261"/>
                  <a:pt x="2754803" y="1585817"/>
                </a:cubicBezTo>
                <a:cubicBezTo>
                  <a:pt x="2751469" y="2232374"/>
                  <a:pt x="2232833" y="2750915"/>
                  <a:pt x="1586086" y="2754440"/>
                </a:cubicBezTo>
                <a:close/>
              </a:path>
            </a:pathLst>
          </a:custGeom>
          <a:solidFill>
            <a:srgbClr val="C1C1C1"/>
          </a:solidFill>
          <a:ln w="9525" cap="flat">
            <a:noFill/>
            <a:prstDash val="solid"/>
            <a:miter/>
          </a:ln>
        </p:spPr>
        <p:txBody>
          <a:bodyPr rtlCol="0" anchor="ctr"/>
          <a:lstStyle/>
          <a:p>
            <a:endParaRPr lang="en-IN"/>
          </a:p>
        </p:txBody>
      </p:sp>
      <p:sp>
        <p:nvSpPr>
          <p:cNvPr id="14" name="TextBox 13">
            <a:hlinkClick r:id="rId4" action="ppaction://hlinksldjump"/>
            <a:extLst>
              <a:ext uri="{FF2B5EF4-FFF2-40B4-BE49-F238E27FC236}">
                <a16:creationId xmlns:a16="http://schemas.microsoft.com/office/drawing/2014/main" id="{3F358CE8-FF7C-65F6-6459-DD3FD9E65E7B}"/>
              </a:ext>
            </a:extLst>
          </p:cNvPr>
          <p:cNvSpPr txBox="1"/>
          <p:nvPr/>
        </p:nvSpPr>
        <p:spPr>
          <a:xfrm>
            <a:off x="869323" y="1751789"/>
            <a:ext cx="1665841" cy="276999"/>
          </a:xfrm>
          <a:prstGeom prst="rect">
            <a:avLst/>
          </a:prstGeom>
          <a:noFill/>
        </p:spPr>
        <p:txBody>
          <a:bodyPr wrap="none" rtlCol="0">
            <a:spAutoFit/>
          </a:bodyPr>
          <a:lstStyle/>
          <a:p>
            <a:r>
              <a:rPr lang="en-IN" sz="1200" dirty="0">
                <a:solidFill>
                  <a:srgbClr val="1ED760"/>
                </a:solidFill>
                <a:latin typeface="Poppins Medium" panose="00000600000000000000" pitchFamily="50" charset="0"/>
                <a:cs typeface="Poppins Medium" panose="00000600000000000000" pitchFamily="50" charset="0"/>
              </a:rPr>
              <a:t>Kế Hoạch Phát Triển</a:t>
            </a:r>
            <a:endParaRPr lang="en-IN" sz="1200" dirty="0">
              <a:solidFill>
                <a:srgbClr val="1ED760"/>
              </a:solidFill>
              <a:latin typeface="Poppins Medium" panose="00000600000000000000" pitchFamily="50" charset="0"/>
              <a:cs typeface="Poppins Medium" panose="00000600000000000000" pitchFamily="50" charset="0"/>
            </a:endParaRPr>
          </a:p>
        </p:txBody>
      </p:sp>
      <p:grpSp>
        <p:nvGrpSpPr>
          <p:cNvPr id="15" name="Group 14">
            <a:extLst>
              <a:ext uri="{FF2B5EF4-FFF2-40B4-BE49-F238E27FC236}">
                <a16:creationId xmlns:a16="http://schemas.microsoft.com/office/drawing/2014/main" id="{C314E235-4DDD-BB35-E446-2F46A2C8207C}"/>
              </a:ext>
            </a:extLst>
          </p:cNvPr>
          <p:cNvGrpSpPr/>
          <p:nvPr/>
        </p:nvGrpSpPr>
        <p:grpSpPr>
          <a:xfrm>
            <a:off x="431322" y="1764517"/>
            <a:ext cx="177294" cy="204783"/>
            <a:chOff x="431322" y="1764517"/>
            <a:chExt cx="177294" cy="204783"/>
          </a:xfrm>
          <a:solidFill>
            <a:srgbClr val="1ED760"/>
          </a:solidFill>
        </p:grpSpPr>
        <p:sp>
          <p:nvSpPr>
            <p:cNvPr id="18" name="Freeform: Shape 17">
              <a:hlinkClick r:id="rId4" action="ppaction://hlinksldjump"/>
              <a:extLst>
                <a:ext uri="{FF2B5EF4-FFF2-40B4-BE49-F238E27FC236}">
                  <a16:creationId xmlns:a16="http://schemas.microsoft.com/office/drawing/2014/main" id="{95B6254D-D70D-BD51-97A5-BA4D4503FF4E}"/>
                </a:ext>
              </a:extLst>
            </p:cNvPr>
            <p:cNvSpPr/>
            <p:nvPr/>
          </p:nvSpPr>
          <p:spPr>
            <a:xfrm>
              <a:off x="431322" y="1765205"/>
              <a:ext cx="15953" cy="203670"/>
            </a:xfrm>
            <a:custGeom>
              <a:avLst/>
              <a:gdLst>
                <a:gd name="connsiteX0" fmla="*/ 42232 w 84464"/>
                <a:gd name="connsiteY0" fmla="*/ 0 h 1078327"/>
                <a:gd name="connsiteX1" fmla="*/ 84464 w 84464"/>
                <a:gd name="connsiteY1" fmla="*/ 42232 h 1078327"/>
                <a:gd name="connsiteX2" fmla="*/ 84464 w 84464"/>
                <a:gd name="connsiteY2" fmla="*/ 1036095 h 1078327"/>
                <a:gd name="connsiteX3" fmla="*/ 42232 w 84464"/>
                <a:gd name="connsiteY3" fmla="*/ 1078327 h 1078327"/>
                <a:gd name="connsiteX4" fmla="*/ 42232 w 84464"/>
                <a:gd name="connsiteY4" fmla="*/ 1078327 h 1078327"/>
                <a:gd name="connsiteX5" fmla="*/ 0 w 84464"/>
                <a:gd name="connsiteY5" fmla="*/ 1036095 h 1078327"/>
                <a:gd name="connsiteX6" fmla="*/ 0 w 84464"/>
                <a:gd name="connsiteY6" fmla="*/ 42232 h 1078327"/>
                <a:gd name="connsiteX7" fmla="*/ 42232 w 84464"/>
                <a:gd name="connsiteY7" fmla="*/ 0 h 107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464" h="1078327">
                  <a:moveTo>
                    <a:pt x="42232" y="0"/>
                  </a:moveTo>
                  <a:cubicBezTo>
                    <a:pt x="65556" y="0"/>
                    <a:pt x="84464" y="18908"/>
                    <a:pt x="84464" y="42232"/>
                  </a:cubicBezTo>
                  <a:lnTo>
                    <a:pt x="84464" y="1036095"/>
                  </a:lnTo>
                  <a:cubicBezTo>
                    <a:pt x="84464" y="1059419"/>
                    <a:pt x="65556" y="1078327"/>
                    <a:pt x="42232" y="1078327"/>
                  </a:cubicBezTo>
                  <a:lnTo>
                    <a:pt x="42232" y="1078327"/>
                  </a:lnTo>
                  <a:cubicBezTo>
                    <a:pt x="18908" y="1078327"/>
                    <a:pt x="0" y="1059419"/>
                    <a:pt x="0" y="1036095"/>
                  </a:cubicBezTo>
                  <a:lnTo>
                    <a:pt x="0" y="42232"/>
                  </a:lnTo>
                  <a:cubicBezTo>
                    <a:pt x="0" y="18908"/>
                    <a:pt x="18908" y="0"/>
                    <a:pt x="42232" y="0"/>
                  </a:cubicBezTo>
                  <a:close/>
                </a:path>
              </a:pathLst>
            </a:custGeom>
            <a:grpFill/>
            <a:ln w="56029" cap="flat">
              <a:noFill/>
              <a:prstDash val="solid"/>
              <a:miter/>
            </a:ln>
          </p:spPr>
          <p:txBody>
            <a:bodyPr rtlCol="0" anchor="ctr"/>
            <a:lstStyle/>
            <a:p>
              <a:endParaRPr lang="en-IN"/>
            </a:p>
          </p:txBody>
        </p:sp>
        <p:sp>
          <p:nvSpPr>
            <p:cNvPr id="26" name="Freeform: Shape 25">
              <a:hlinkClick r:id="rId4" action="ppaction://hlinksldjump"/>
              <a:extLst>
                <a:ext uri="{FF2B5EF4-FFF2-40B4-BE49-F238E27FC236}">
                  <a16:creationId xmlns:a16="http://schemas.microsoft.com/office/drawing/2014/main" id="{B6F42C51-9662-B33D-28B2-BEA54846D409}"/>
                </a:ext>
              </a:extLst>
            </p:cNvPr>
            <p:cNvSpPr/>
            <p:nvPr/>
          </p:nvSpPr>
          <p:spPr>
            <a:xfrm>
              <a:off x="469291" y="1765205"/>
              <a:ext cx="15953" cy="203670"/>
            </a:xfrm>
            <a:custGeom>
              <a:avLst/>
              <a:gdLst>
                <a:gd name="connsiteX0" fmla="*/ 42232 w 84464"/>
                <a:gd name="connsiteY0" fmla="*/ 0 h 1078327"/>
                <a:gd name="connsiteX1" fmla="*/ 84464 w 84464"/>
                <a:gd name="connsiteY1" fmla="*/ 42232 h 1078327"/>
                <a:gd name="connsiteX2" fmla="*/ 84464 w 84464"/>
                <a:gd name="connsiteY2" fmla="*/ 1036095 h 1078327"/>
                <a:gd name="connsiteX3" fmla="*/ 42232 w 84464"/>
                <a:gd name="connsiteY3" fmla="*/ 1078327 h 1078327"/>
                <a:gd name="connsiteX4" fmla="*/ 42232 w 84464"/>
                <a:gd name="connsiteY4" fmla="*/ 1078327 h 1078327"/>
                <a:gd name="connsiteX5" fmla="*/ 0 w 84464"/>
                <a:gd name="connsiteY5" fmla="*/ 1036095 h 1078327"/>
                <a:gd name="connsiteX6" fmla="*/ 0 w 84464"/>
                <a:gd name="connsiteY6" fmla="*/ 42232 h 1078327"/>
                <a:gd name="connsiteX7" fmla="*/ 42232 w 84464"/>
                <a:gd name="connsiteY7" fmla="*/ 0 h 107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464" h="1078327">
                  <a:moveTo>
                    <a:pt x="42232" y="0"/>
                  </a:moveTo>
                  <a:cubicBezTo>
                    <a:pt x="65556" y="0"/>
                    <a:pt x="84464" y="18908"/>
                    <a:pt x="84464" y="42232"/>
                  </a:cubicBezTo>
                  <a:lnTo>
                    <a:pt x="84464" y="1036095"/>
                  </a:lnTo>
                  <a:cubicBezTo>
                    <a:pt x="84464" y="1059419"/>
                    <a:pt x="65556" y="1078327"/>
                    <a:pt x="42232" y="1078327"/>
                  </a:cubicBezTo>
                  <a:lnTo>
                    <a:pt x="42232" y="1078327"/>
                  </a:lnTo>
                  <a:cubicBezTo>
                    <a:pt x="18908" y="1078327"/>
                    <a:pt x="0" y="1059419"/>
                    <a:pt x="0" y="1036095"/>
                  </a:cubicBezTo>
                  <a:lnTo>
                    <a:pt x="0" y="42232"/>
                  </a:lnTo>
                  <a:cubicBezTo>
                    <a:pt x="0" y="18908"/>
                    <a:pt x="18908" y="0"/>
                    <a:pt x="42232" y="0"/>
                  </a:cubicBezTo>
                  <a:close/>
                </a:path>
              </a:pathLst>
            </a:custGeom>
            <a:grpFill/>
            <a:ln w="56029" cap="flat">
              <a:noFill/>
              <a:prstDash val="solid"/>
              <a:miter/>
            </a:ln>
          </p:spPr>
          <p:txBody>
            <a:bodyPr rtlCol="0" anchor="ctr"/>
            <a:lstStyle/>
            <a:p>
              <a:endParaRPr lang="en-IN"/>
            </a:p>
          </p:txBody>
        </p:sp>
        <p:sp>
          <p:nvSpPr>
            <p:cNvPr id="31" name="Freeform: Shape 30">
              <a:hlinkClick r:id="rId4" action="ppaction://hlinksldjump"/>
              <a:extLst>
                <a:ext uri="{FF2B5EF4-FFF2-40B4-BE49-F238E27FC236}">
                  <a16:creationId xmlns:a16="http://schemas.microsoft.com/office/drawing/2014/main" id="{438D7A2F-D478-0FC3-DA8D-B4ED9CFD636D}"/>
                </a:ext>
              </a:extLst>
            </p:cNvPr>
            <p:cNvSpPr/>
            <p:nvPr/>
          </p:nvSpPr>
          <p:spPr>
            <a:xfrm>
              <a:off x="509599" y="1764517"/>
              <a:ext cx="99017" cy="204783"/>
            </a:xfrm>
            <a:custGeom>
              <a:avLst/>
              <a:gdLst>
                <a:gd name="connsiteX0" fmla="*/ 482010 w 524241"/>
                <a:gd name="connsiteY0" fmla="*/ 1083659 h 1084222"/>
                <a:gd name="connsiteX1" fmla="*/ 42232 w 524241"/>
                <a:gd name="connsiteY1" fmla="*/ 1083659 h 1084222"/>
                <a:gd name="connsiteX2" fmla="*/ 0 w 524241"/>
                <a:gd name="connsiteY2" fmla="*/ 1041427 h 1084222"/>
                <a:gd name="connsiteX3" fmla="*/ 0 w 524241"/>
                <a:gd name="connsiteY3" fmla="*/ 41933 h 1084222"/>
                <a:gd name="connsiteX4" fmla="*/ 19708 w 524241"/>
                <a:gd name="connsiteY4" fmla="*/ 6458 h 1084222"/>
                <a:gd name="connsiteX5" fmla="*/ 60251 w 524241"/>
                <a:gd name="connsiteY5" fmla="*/ 4206 h 1084222"/>
                <a:gd name="connsiteX6" fmla="*/ 500029 w 524241"/>
                <a:gd name="connsiteY6" fmla="*/ 213114 h 1084222"/>
                <a:gd name="connsiteX7" fmla="*/ 524242 w 524241"/>
                <a:gd name="connsiteY7" fmla="*/ 251405 h 1084222"/>
                <a:gd name="connsiteX8" fmla="*/ 524242 w 524241"/>
                <a:gd name="connsiteY8" fmla="*/ 1041990 h 1084222"/>
                <a:gd name="connsiteX9" fmla="*/ 482010 w 524241"/>
                <a:gd name="connsiteY9" fmla="*/ 1084222 h 1084222"/>
                <a:gd name="connsiteX10" fmla="*/ 84464 w 524241"/>
                <a:gd name="connsiteY10" fmla="*/ 999195 h 1084222"/>
                <a:gd name="connsiteX11" fmla="*/ 439777 w 524241"/>
                <a:gd name="connsiteY11" fmla="*/ 999195 h 1084222"/>
                <a:gd name="connsiteX12" fmla="*/ 439777 w 524241"/>
                <a:gd name="connsiteY12" fmla="*/ 277307 h 1084222"/>
                <a:gd name="connsiteX13" fmla="*/ 84464 w 524241"/>
                <a:gd name="connsiteY13" fmla="*/ 108941 h 1084222"/>
                <a:gd name="connsiteX14" fmla="*/ 84464 w 524241"/>
                <a:gd name="connsiteY14" fmla="*/ 999195 h 1084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4241" h="1084222">
                  <a:moveTo>
                    <a:pt x="482010" y="1083659"/>
                  </a:moveTo>
                  <a:lnTo>
                    <a:pt x="42232" y="1083659"/>
                  </a:lnTo>
                  <a:cubicBezTo>
                    <a:pt x="19145" y="1083659"/>
                    <a:pt x="0" y="1064514"/>
                    <a:pt x="0" y="1041427"/>
                  </a:cubicBezTo>
                  <a:lnTo>
                    <a:pt x="0" y="41933"/>
                  </a:lnTo>
                  <a:cubicBezTo>
                    <a:pt x="0" y="27293"/>
                    <a:pt x="7320" y="13778"/>
                    <a:pt x="19708" y="6458"/>
                  </a:cubicBezTo>
                  <a:cubicBezTo>
                    <a:pt x="31533" y="-1425"/>
                    <a:pt x="47300" y="-1988"/>
                    <a:pt x="60251" y="4206"/>
                  </a:cubicBezTo>
                  <a:lnTo>
                    <a:pt x="500029" y="213114"/>
                  </a:lnTo>
                  <a:cubicBezTo>
                    <a:pt x="514669" y="219871"/>
                    <a:pt x="524242" y="235075"/>
                    <a:pt x="524242" y="251405"/>
                  </a:cubicBezTo>
                  <a:lnTo>
                    <a:pt x="524242" y="1041990"/>
                  </a:lnTo>
                  <a:cubicBezTo>
                    <a:pt x="524242" y="1065077"/>
                    <a:pt x="505096" y="1084222"/>
                    <a:pt x="482010" y="1084222"/>
                  </a:cubicBezTo>
                  <a:close/>
                  <a:moveTo>
                    <a:pt x="84464" y="999195"/>
                  </a:moveTo>
                  <a:lnTo>
                    <a:pt x="439777" y="999195"/>
                  </a:lnTo>
                  <a:lnTo>
                    <a:pt x="439777" y="277307"/>
                  </a:lnTo>
                  <a:lnTo>
                    <a:pt x="84464" y="108941"/>
                  </a:lnTo>
                  <a:lnTo>
                    <a:pt x="84464" y="999195"/>
                  </a:lnTo>
                  <a:close/>
                </a:path>
              </a:pathLst>
            </a:custGeom>
            <a:grpFill/>
            <a:ln w="56029" cap="flat">
              <a:noFill/>
              <a:prstDash val="solid"/>
              <a:miter/>
            </a:ln>
          </p:spPr>
          <p:txBody>
            <a:bodyPr rtlCol="0" anchor="ctr"/>
            <a:lstStyle/>
            <a:p>
              <a:endParaRPr lang="en-IN" dirty="0"/>
            </a:p>
          </p:txBody>
        </p:sp>
      </p:grpSp>
      <p:sp>
        <p:nvSpPr>
          <p:cNvPr id="32" name="TextBox 31">
            <a:hlinkClick r:id="rId5" action="ppaction://hlinksldjump"/>
            <a:extLst>
              <a:ext uri="{FF2B5EF4-FFF2-40B4-BE49-F238E27FC236}">
                <a16:creationId xmlns:a16="http://schemas.microsoft.com/office/drawing/2014/main" id="{DA3D1271-F68C-191E-232A-5F059AF6C197}"/>
              </a:ext>
            </a:extLst>
          </p:cNvPr>
          <p:cNvSpPr txBox="1"/>
          <p:nvPr/>
        </p:nvSpPr>
        <p:spPr>
          <a:xfrm>
            <a:off x="869323" y="2200874"/>
            <a:ext cx="646331" cy="276999"/>
          </a:xfrm>
          <a:prstGeom prst="rect">
            <a:avLst/>
          </a:prstGeom>
          <a:noFill/>
        </p:spPr>
        <p:txBody>
          <a:bodyPr wrap="none" rtlCol="0">
            <a:spAutoFit/>
          </a:bodyPr>
          <a:lstStyle/>
          <a:p>
            <a:r>
              <a:rPr lang="en-IN" sz="1200" dirty="0" smtClean="0">
                <a:solidFill>
                  <a:srgbClr val="B4B5B2"/>
                </a:solidFill>
                <a:latin typeface="Poppins Medium" panose="00000600000000000000" pitchFamily="50" charset="0"/>
                <a:cs typeface="Poppins Medium" panose="00000600000000000000" pitchFamily="50" charset="0"/>
              </a:rPr>
              <a:t>Demo</a:t>
            </a:r>
            <a:endParaRPr lang="en-IN" sz="1200" dirty="0">
              <a:solidFill>
                <a:srgbClr val="B4B5B2"/>
              </a:solidFill>
              <a:latin typeface="Poppins Medium" panose="00000600000000000000" pitchFamily="50" charset="0"/>
              <a:cs typeface="Poppins Medium" panose="00000600000000000000" pitchFamily="50" charset="0"/>
            </a:endParaRPr>
          </a:p>
        </p:txBody>
      </p:sp>
      <p:grpSp>
        <p:nvGrpSpPr>
          <p:cNvPr id="36" name="Group 35">
            <a:extLst>
              <a:ext uri="{FF2B5EF4-FFF2-40B4-BE49-F238E27FC236}">
                <a16:creationId xmlns:a16="http://schemas.microsoft.com/office/drawing/2014/main" id="{2E701B61-D98B-A7BB-9E0E-BF726365F018}"/>
              </a:ext>
            </a:extLst>
          </p:cNvPr>
          <p:cNvGrpSpPr/>
          <p:nvPr/>
        </p:nvGrpSpPr>
        <p:grpSpPr>
          <a:xfrm>
            <a:off x="431322" y="2214773"/>
            <a:ext cx="203670" cy="203670"/>
            <a:chOff x="431322" y="2214773"/>
            <a:chExt cx="203670" cy="203670"/>
          </a:xfrm>
        </p:grpSpPr>
        <p:sp>
          <p:nvSpPr>
            <p:cNvPr id="37" name="Rectangle: Rounded Corners 36">
              <a:hlinkClick r:id="rId5" action="ppaction://hlinksldjump"/>
              <a:extLst>
                <a:ext uri="{FF2B5EF4-FFF2-40B4-BE49-F238E27FC236}">
                  <a16:creationId xmlns:a16="http://schemas.microsoft.com/office/drawing/2014/main" id="{15F3B0A5-D2BE-E5E3-FDB6-1F9915EF20C3}"/>
                </a:ext>
              </a:extLst>
            </p:cNvPr>
            <p:cNvSpPr/>
            <p:nvPr/>
          </p:nvSpPr>
          <p:spPr>
            <a:xfrm>
              <a:off x="431322" y="2214773"/>
              <a:ext cx="203670" cy="203670"/>
            </a:xfrm>
            <a:prstGeom prst="roundRect">
              <a:avLst>
                <a:gd name="adj" fmla="val 12600"/>
              </a:avLst>
            </a:prstGeom>
            <a:solidFill>
              <a:srgbClr val="C1C1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9" name="Graphic 38" descr="Add with solid fill">
              <a:hlinkClick r:id="rId5" action="ppaction://hlinksldjump"/>
              <a:extLst>
                <a:ext uri="{FF2B5EF4-FFF2-40B4-BE49-F238E27FC236}">
                  <a16:creationId xmlns:a16="http://schemas.microsoft.com/office/drawing/2014/main" id="{90AE3B26-120A-7D21-5119-C249504ACCE1}"/>
                </a:ext>
              </a:extLst>
            </p:cNvPr>
            <p:cNvPicPr>
              <a:picLocks noChangeAspect="1"/>
            </p:cNvPicPr>
            <p:nvPr/>
          </p:nvPicPr>
          <p:blipFill>
            <a:blip r:embed="rId6" cstate="hqprint">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472263" y="2255714"/>
              <a:ext cx="121788" cy="121788"/>
            </a:xfrm>
            <a:prstGeom prst="rect">
              <a:avLst/>
            </a:prstGeom>
          </p:spPr>
        </p:pic>
      </p:grpSp>
      <p:sp>
        <p:nvSpPr>
          <p:cNvPr id="51" name="TextBox 50">
            <a:hlinkClick r:id="rId5" action="ppaction://hlinksldjump"/>
            <a:extLst>
              <a:ext uri="{FF2B5EF4-FFF2-40B4-BE49-F238E27FC236}">
                <a16:creationId xmlns:a16="http://schemas.microsoft.com/office/drawing/2014/main" id="{37361D8A-D18A-180D-06BD-B8389A50F5C6}"/>
              </a:ext>
            </a:extLst>
          </p:cNvPr>
          <p:cNvSpPr txBox="1"/>
          <p:nvPr/>
        </p:nvSpPr>
        <p:spPr>
          <a:xfrm>
            <a:off x="872702" y="2809796"/>
            <a:ext cx="1295547" cy="276999"/>
          </a:xfrm>
          <a:prstGeom prst="rect">
            <a:avLst/>
          </a:prstGeom>
          <a:noFill/>
        </p:spPr>
        <p:txBody>
          <a:bodyPr wrap="none" rtlCol="0">
            <a:spAutoFit/>
          </a:bodyPr>
          <a:lstStyle/>
          <a:p>
            <a:r>
              <a:rPr lang="en-IN" sz="1200" dirty="0">
                <a:solidFill>
                  <a:srgbClr val="B4B5B2"/>
                </a:solidFill>
                <a:latin typeface="Microsoft PhagsPa" panose="020B0502040204020203" pitchFamily="34" charset="0"/>
                <a:cs typeface="Poppins Medium" panose="00000600000000000000" pitchFamily="50" charset="0"/>
              </a:rPr>
              <a:t>Ưu Nhược Điểm</a:t>
            </a:r>
            <a:endParaRPr lang="en-IN" sz="1200" dirty="0">
              <a:solidFill>
                <a:srgbClr val="B4B5B2"/>
              </a:solidFill>
              <a:latin typeface="Microsoft PhagsPa" panose="020B0502040204020203" pitchFamily="34" charset="0"/>
              <a:cs typeface="Poppins Medium" panose="00000600000000000000" pitchFamily="50" charset="0"/>
            </a:endParaRPr>
          </a:p>
        </p:txBody>
      </p:sp>
      <p:sp>
        <p:nvSpPr>
          <p:cNvPr id="52" name="Freeform: Shape 51">
            <a:hlinkClick r:id="rId5" action="ppaction://hlinksldjump"/>
            <a:extLst>
              <a:ext uri="{FF2B5EF4-FFF2-40B4-BE49-F238E27FC236}">
                <a16:creationId xmlns:a16="http://schemas.microsoft.com/office/drawing/2014/main" id="{54A9F67F-78BE-2ECE-1A81-C1F0A0F4CB75}"/>
              </a:ext>
            </a:extLst>
          </p:cNvPr>
          <p:cNvSpPr/>
          <p:nvPr/>
        </p:nvSpPr>
        <p:spPr>
          <a:xfrm>
            <a:off x="454601" y="2809796"/>
            <a:ext cx="154752" cy="204786"/>
          </a:xfrm>
          <a:custGeom>
            <a:avLst/>
            <a:gdLst>
              <a:gd name="connsiteX0" fmla="*/ 467584 w 469298"/>
              <a:gd name="connsiteY0" fmla="*/ 62389 h 621030"/>
              <a:gd name="connsiteX1" fmla="*/ 394242 w 469298"/>
              <a:gd name="connsiteY1" fmla="*/ 0 h 621030"/>
              <a:gd name="connsiteX2" fmla="*/ 75059 w 469298"/>
              <a:gd name="connsiteY2" fmla="*/ 191 h 621030"/>
              <a:gd name="connsiteX3" fmla="*/ 51913 w 469298"/>
              <a:gd name="connsiteY3" fmla="*/ 3715 h 621030"/>
              <a:gd name="connsiteX4" fmla="*/ 1240 w 469298"/>
              <a:gd name="connsiteY4" fmla="*/ 65342 h 621030"/>
              <a:gd name="connsiteX5" fmla="*/ 192 w 469298"/>
              <a:gd name="connsiteY5" fmla="*/ 96203 h 621030"/>
              <a:gd name="connsiteX6" fmla="*/ 192 w 469298"/>
              <a:gd name="connsiteY6" fmla="*/ 590455 h 621030"/>
              <a:gd name="connsiteX7" fmla="*/ 22671 w 469298"/>
              <a:gd name="connsiteY7" fmla="*/ 621030 h 621030"/>
              <a:gd name="connsiteX8" fmla="*/ 32387 w 469298"/>
              <a:gd name="connsiteY8" fmla="*/ 621030 h 621030"/>
              <a:gd name="connsiteX9" fmla="*/ 46674 w 469298"/>
              <a:gd name="connsiteY9" fmla="*/ 615315 h 621030"/>
              <a:gd name="connsiteX10" fmla="*/ 61819 w 469298"/>
              <a:gd name="connsiteY10" fmla="*/ 604171 h 621030"/>
              <a:gd name="connsiteX11" fmla="*/ 227364 w 469298"/>
              <a:gd name="connsiteY11" fmla="*/ 479965 h 621030"/>
              <a:gd name="connsiteX12" fmla="*/ 242223 w 469298"/>
              <a:gd name="connsiteY12" fmla="*/ 479774 h 621030"/>
              <a:gd name="connsiteX13" fmla="*/ 420912 w 469298"/>
              <a:gd name="connsiteY13" fmla="*/ 613791 h 621030"/>
              <a:gd name="connsiteX14" fmla="*/ 435866 w 469298"/>
              <a:gd name="connsiteY14" fmla="*/ 621030 h 621030"/>
              <a:gd name="connsiteX15" fmla="*/ 445581 w 469298"/>
              <a:gd name="connsiteY15" fmla="*/ 621030 h 621030"/>
              <a:gd name="connsiteX16" fmla="*/ 469299 w 469298"/>
              <a:gd name="connsiteY16" fmla="*/ 592265 h 621030"/>
              <a:gd name="connsiteX17" fmla="*/ 469299 w 469298"/>
              <a:gd name="connsiteY17" fmla="*/ 588645 h 621030"/>
              <a:gd name="connsiteX18" fmla="*/ 469299 w 469298"/>
              <a:gd name="connsiteY18" fmla="*/ 79915 h 621030"/>
              <a:gd name="connsiteX19" fmla="*/ 467679 w 469298"/>
              <a:gd name="connsiteY19" fmla="*/ 62484 h 621030"/>
              <a:gd name="connsiteX20" fmla="*/ 415292 w 469298"/>
              <a:gd name="connsiteY20" fmla="*/ 543211 h 621030"/>
              <a:gd name="connsiteX21" fmla="*/ 319470 w 469298"/>
              <a:gd name="connsiteY21" fmla="*/ 471297 h 621030"/>
              <a:gd name="connsiteX22" fmla="*/ 253176 w 469298"/>
              <a:gd name="connsiteY22" fmla="*/ 421577 h 621030"/>
              <a:gd name="connsiteX23" fmla="*/ 216315 w 469298"/>
              <a:gd name="connsiteY23" fmla="*/ 421577 h 621030"/>
              <a:gd name="connsiteX24" fmla="*/ 59438 w 469298"/>
              <a:gd name="connsiteY24" fmla="*/ 539211 h 621030"/>
              <a:gd name="connsiteX25" fmla="*/ 55152 w 469298"/>
              <a:gd name="connsiteY25" fmla="*/ 542354 h 621030"/>
              <a:gd name="connsiteX26" fmla="*/ 54009 w 469298"/>
              <a:gd name="connsiteY26" fmla="*/ 537877 h 621030"/>
              <a:gd name="connsiteX27" fmla="*/ 54009 w 469298"/>
              <a:gd name="connsiteY27" fmla="*/ 79915 h 621030"/>
              <a:gd name="connsiteX28" fmla="*/ 81536 w 469298"/>
              <a:gd name="connsiteY28" fmla="*/ 52388 h 621030"/>
              <a:gd name="connsiteX29" fmla="*/ 388050 w 469298"/>
              <a:gd name="connsiteY29" fmla="*/ 52388 h 621030"/>
              <a:gd name="connsiteX30" fmla="*/ 415578 w 469298"/>
              <a:gd name="connsiteY30" fmla="*/ 79915 h 621030"/>
              <a:gd name="connsiteX31" fmla="*/ 415578 w 469298"/>
              <a:gd name="connsiteY31" fmla="*/ 537877 h 621030"/>
              <a:gd name="connsiteX32" fmla="*/ 415387 w 469298"/>
              <a:gd name="connsiteY32" fmla="*/ 543020 h 62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9298" h="621030">
                <a:moveTo>
                  <a:pt x="467584" y="62389"/>
                </a:moveTo>
                <a:cubicBezTo>
                  <a:pt x="461298" y="29813"/>
                  <a:pt x="431294" y="-95"/>
                  <a:pt x="394242" y="0"/>
                </a:cubicBezTo>
                <a:cubicBezTo>
                  <a:pt x="287847" y="286"/>
                  <a:pt x="181453" y="0"/>
                  <a:pt x="75059" y="191"/>
                </a:cubicBezTo>
                <a:cubicBezTo>
                  <a:pt x="67248" y="191"/>
                  <a:pt x="59343" y="762"/>
                  <a:pt x="51913" y="3715"/>
                </a:cubicBezTo>
                <a:cubicBezTo>
                  <a:pt x="23910" y="15145"/>
                  <a:pt x="6860" y="35624"/>
                  <a:pt x="1240" y="65342"/>
                </a:cubicBezTo>
                <a:cubicBezTo>
                  <a:pt x="-665" y="75533"/>
                  <a:pt x="192" y="85916"/>
                  <a:pt x="192" y="96203"/>
                </a:cubicBezTo>
                <a:cubicBezTo>
                  <a:pt x="192" y="260985"/>
                  <a:pt x="192" y="425672"/>
                  <a:pt x="192" y="590455"/>
                </a:cubicBezTo>
                <a:cubicBezTo>
                  <a:pt x="192" y="608838"/>
                  <a:pt x="6384" y="617125"/>
                  <a:pt x="22671" y="621030"/>
                </a:cubicBezTo>
                <a:lnTo>
                  <a:pt x="32387" y="621030"/>
                </a:lnTo>
                <a:cubicBezTo>
                  <a:pt x="37626" y="620268"/>
                  <a:pt x="42483" y="618744"/>
                  <a:pt x="46674" y="615315"/>
                </a:cubicBezTo>
                <a:cubicBezTo>
                  <a:pt x="51437" y="611315"/>
                  <a:pt x="56771" y="607981"/>
                  <a:pt x="61819" y="604171"/>
                </a:cubicBezTo>
                <a:cubicBezTo>
                  <a:pt x="117064" y="562737"/>
                  <a:pt x="172214" y="521399"/>
                  <a:pt x="227364" y="479965"/>
                </a:cubicBezTo>
                <a:cubicBezTo>
                  <a:pt x="232380" y="476155"/>
                  <a:pt x="237333" y="476091"/>
                  <a:pt x="242223" y="479774"/>
                </a:cubicBezTo>
                <a:cubicBezTo>
                  <a:pt x="301754" y="524447"/>
                  <a:pt x="361380" y="569119"/>
                  <a:pt x="420912" y="613791"/>
                </a:cubicBezTo>
                <a:cubicBezTo>
                  <a:pt x="425484" y="617220"/>
                  <a:pt x="430151" y="620078"/>
                  <a:pt x="435866" y="621030"/>
                </a:cubicBezTo>
                <a:lnTo>
                  <a:pt x="445581" y="621030"/>
                </a:lnTo>
                <a:cubicBezTo>
                  <a:pt x="462155" y="617792"/>
                  <a:pt x="469108" y="609410"/>
                  <a:pt x="469299" y="592265"/>
                </a:cubicBezTo>
                <a:cubicBezTo>
                  <a:pt x="469299" y="591027"/>
                  <a:pt x="469299" y="589884"/>
                  <a:pt x="469299" y="588645"/>
                </a:cubicBezTo>
                <a:cubicBezTo>
                  <a:pt x="469299" y="419100"/>
                  <a:pt x="469299" y="249460"/>
                  <a:pt x="469299" y="79915"/>
                </a:cubicBezTo>
                <a:cubicBezTo>
                  <a:pt x="469299" y="74009"/>
                  <a:pt x="468822" y="68199"/>
                  <a:pt x="467679" y="62484"/>
                </a:cubicBezTo>
                <a:close/>
                <a:moveTo>
                  <a:pt x="415292" y="543211"/>
                </a:moveTo>
                <a:cubicBezTo>
                  <a:pt x="382716" y="518732"/>
                  <a:pt x="351093" y="495015"/>
                  <a:pt x="319470" y="471297"/>
                </a:cubicBezTo>
                <a:cubicBezTo>
                  <a:pt x="297372" y="454724"/>
                  <a:pt x="275274" y="438055"/>
                  <a:pt x="253176" y="421577"/>
                </a:cubicBezTo>
                <a:cubicBezTo>
                  <a:pt x="239937" y="411671"/>
                  <a:pt x="229459" y="411766"/>
                  <a:pt x="216315" y="421577"/>
                </a:cubicBezTo>
                <a:cubicBezTo>
                  <a:pt x="164022" y="460820"/>
                  <a:pt x="111730" y="500063"/>
                  <a:pt x="59438" y="539211"/>
                </a:cubicBezTo>
                <a:cubicBezTo>
                  <a:pt x="58009" y="540258"/>
                  <a:pt x="56580" y="541306"/>
                  <a:pt x="55152" y="542354"/>
                </a:cubicBezTo>
                <a:cubicBezTo>
                  <a:pt x="53151" y="541116"/>
                  <a:pt x="54009" y="539306"/>
                  <a:pt x="54009" y="537877"/>
                </a:cubicBezTo>
                <a:cubicBezTo>
                  <a:pt x="54009" y="385191"/>
                  <a:pt x="54009" y="232601"/>
                  <a:pt x="54009" y="79915"/>
                </a:cubicBezTo>
                <a:cubicBezTo>
                  <a:pt x="54009" y="62770"/>
                  <a:pt x="64391" y="52388"/>
                  <a:pt x="81536" y="52388"/>
                </a:cubicBezTo>
                <a:cubicBezTo>
                  <a:pt x="183739" y="52388"/>
                  <a:pt x="285847" y="52388"/>
                  <a:pt x="388050" y="52388"/>
                </a:cubicBezTo>
                <a:cubicBezTo>
                  <a:pt x="405195" y="52388"/>
                  <a:pt x="415578" y="62770"/>
                  <a:pt x="415578" y="79915"/>
                </a:cubicBezTo>
                <a:cubicBezTo>
                  <a:pt x="415578" y="232601"/>
                  <a:pt x="415578" y="385191"/>
                  <a:pt x="415578" y="537877"/>
                </a:cubicBezTo>
                <a:cubicBezTo>
                  <a:pt x="415578" y="539211"/>
                  <a:pt x="415482" y="540544"/>
                  <a:pt x="415387" y="543020"/>
                </a:cubicBezTo>
                <a:close/>
              </a:path>
            </a:pathLst>
          </a:custGeom>
          <a:solidFill>
            <a:srgbClr val="B4B5B2"/>
          </a:solidFill>
          <a:ln w="9525" cap="flat">
            <a:noFill/>
            <a:prstDash val="solid"/>
            <a:miter/>
          </a:ln>
        </p:spPr>
        <p:txBody>
          <a:bodyPr rtlCol="0" anchor="ctr"/>
          <a:lstStyle/>
          <a:p>
            <a:endParaRPr lang="en-IN"/>
          </a:p>
        </p:txBody>
      </p:sp>
      <p:sp>
        <p:nvSpPr>
          <p:cNvPr id="56" name="TextBox 55">
            <a:hlinkClick r:id="rId12" action="ppaction://hlinksldjump"/>
            <a:extLst>
              <a:ext uri="{FF2B5EF4-FFF2-40B4-BE49-F238E27FC236}">
                <a16:creationId xmlns:a16="http://schemas.microsoft.com/office/drawing/2014/main" id="{84C818EA-467A-B992-99CD-B19352014EED}"/>
              </a:ext>
            </a:extLst>
          </p:cNvPr>
          <p:cNvSpPr txBox="1"/>
          <p:nvPr/>
        </p:nvSpPr>
        <p:spPr>
          <a:xfrm>
            <a:off x="890163" y="3427947"/>
            <a:ext cx="1709250" cy="276999"/>
          </a:xfrm>
          <a:prstGeom prst="rect">
            <a:avLst/>
          </a:prstGeom>
          <a:noFill/>
        </p:spPr>
        <p:txBody>
          <a:bodyPr wrap="none" rtlCol="0">
            <a:spAutoFit/>
          </a:bodyPr>
          <a:lstStyle/>
          <a:p>
            <a:r>
              <a:rPr lang="en-IN" sz="1200" dirty="0">
                <a:solidFill>
                  <a:srgbClr val="B4B5B2"/>
                </a:solidFill>
                <a:latin typeface="Poppins Medium" panose="00000600000000000000" pitchFamily="50" charset="0"/>
                <a:cs typeface="Poppins Medium" panose="00000600000000000000" pitchFamily="50" charset="0"/>
              </a:rPr>
              <a:t>Phát Triển Tương Lai</a:t>
            </a:r>
            <a:endParaRPr lang="en-IN" sz="1200" dirty="0">
              <a:solidFill>
                <a:srgbClr val="B4B5B2"/>
              </a:solidFill>
              <a:latin typeface="Poppins Medium" panose="00000600000000000000" pitchFamily="50" charset="0"/>
              <a:cs typeface="Poppins Medium" panose="00000600000000000000" pitchFamily="50" charset="0"/>
            </a:endParaRPr>
          </a:p>
        </p:txBody>
      </p:sp>
      <p:sp>
        <p:nvSpPr>
          <p:cNvPr id="57" name="Freeform: Shape 56">
            <a:hlinkClick r:id="rId12" action="ppaction://hlinksldjump"/>
            <a:extLst>
              <a:ext uri="{FF2B5EF4-FFF2-40B4-BE49-F238E27FC236}">
                <a16:creationId xmlns:a16="http://schemas.microsoft.com/office/drawing/2014/main" id="{2A7B7EE5-335C-0611-3B61-8B8322EF30C9}"/>
              </a:ext>
            </a:extLst>
          </p:cNvPr>
          <p:cNvSpPr/>
          <p:nvPr/>
        </p:nvSpPr>
        <p:spPr>
          <a:xfrm>
            <a:off x="474920" y="3427947"/>
            <a:ext cx="174926" cy="205826"/>
          </a:xfrm>
          <a:custGeom>
            <a:avLst/>
            <a:gdLst>
              <a:gd name="connsiteX0" fmla="*/ 250564 w 254310"/>
              <a:gd name="connsiteY0" fmla="*/ 139515 h 299233"/>
              <a:gd name="connsiteX1" fmla="*/ 215595 w 254310"/>
              <a:gd name="connsiteY1" fmla="*/ 93041 h 299233"/>
              <a:gd name="connsiteX2" fmla="*/ 215466 w 254310"/>
              <a:gd name="connsiteY2" fmla="*/ 86609 h 299233"/>
              <a:gd name="connsiteX3" fmla="*/ 250434 w 254310"/>
              <a:gd name="connsiteY3" fmla="*/ 40135 h 299233"/>
              <a:gd name="connsiteX4" fmla="*/ 254190 w 254310"/>
              <a:gd name="connsiteY4" fmla="*/ 31631 h 299233"/>
              <a:gd name="connsiteX5" fmla="*/ 238001 w 254310"/>
              <a:gd name="connsiteY5" fmla="*/ 14924 h 299233"/>
              <a:gd name="connsiteX6" fmla="*/ 63353 w 254310"/>
              <a:gd name="connsiteY6" fmla="*/ 14967 h 299233"/>
              <a:gd name="connsiteX7" fmla="*/ 59360 w 254310"/>
              <a:gd name="connsiteY7" fmla="*/ 11923 h 299233"/>
              <a:gd name="connsiteX8" fmla="*/ 45999 w 254310"/>
              <a:gd name="connsiteY8" fmla="*/ 30 h 299233"/>
              <a:gd name="connsiteX9" fmla="*/ 30716 w 254310"/>
              <a:gd name="connsiteY9" fmla="*/ 9916 h 299233"/>
              <a:gd name="connsiteX10" fmla="*/ 29788 w 254310"/>
              <a:gd name="connsiteY10" fmla="*/ 17169 h 299233"/>
              <a:gd name="connsiteX11" fmla="*/ 29788 w 254310"/>
              <a:gd name="connsiteY11" fmla="*/ 140615 h 299233"/>
              <a:gd name="connsiteX12" fmla="*/ 29788 w 254310"/>
              <a:gd name="connsiteY12" fmla="*/ 156049 h 299233"/>
              <a:gd name="connsiteX13" fmla="*/ 29853 w 254310"/>
              <a:gd name="connsiteY13" fmla="*/ 265811 h 299233"/>
              <a:gd name="connsiteX14" fmla="*/ 26205 w 254310"/>
              <a:gd name="connsiteY14" fmla="*/ 269437 h 299233"/>
              <a:gd name="connsiteX15" fmla="*/ 14290 w 254310"/>
              <a:gd name="connsiteY15" fmla="*/ 269437 h 299233"/>
              <a:gd name="connsiteX16" fmla="*/ 0 w 254310"/>
              <a:gd name="connsiteY16" fmla="*/ 284180 h 299233"/>
              <a:gd name="connsiteX17" fmla="*/ 14052 w 254310"/>
              <a:gd name="connsiteY17" fmla="*/ 299095 h 299233"/>
              <a:gd name="connsiteX18" fmla="*/ 75420 w 254310"/>
              <a:gd name="connsiteY18" fmla="*/ 299095 h 299233"/>
              <a:gd name="connsiteX19" fmla="*/ 89752 w 254310"/>
              <a:gd name="connsiteY19" fmla="*/ 284331 h 299233"/>
              <a:gd name="connsiteX20" fmla="*/ 75182 w 254310"/>
              <a:gd name="connsiteY20" fmla="*/ 269415 h 299233"/>
              <a:gd name="connsiteX21" fmla="*/ 63267 w 254310"/>
              <a:gd name="connsiteY21" fmla="*/ 269437 h 299233"/>
              <a:gd name="connsiteX22" fmla="*/ 59706 w 254310"/>
              <a:gd name="connsiteY22" fmla="*/ 265746 h 299233"/>
              <a:gd name="connsiteX23" fmla="*/ 59706 w 254310"/>
              <a:gd name="connsiteY23" fmla="*/ 168245 h 299233"/>
              <a:gd name="connsiteX24" fmla="*/ 63440 w 254310"/>
              <a:gd name="connsiteY24" fmla="*/ 164381 h 299233"/>
              <a:gd name="connsiteX25" fmla="*/ 235994 w 254310"/>
              <a:gd name="connsiteY25" fmla="*/ 164467 h 299233"/>
              <a:gd name="connsiteX26" fmla="*/ 240548 w 254310"/>
              <a:gd name="connsiteY26" fmla="*/ 164381 h 299233"/>
              <a:gd name="connsiteX27" fmla="*/ 250823 w 254310"/>
              <a:gd name="connsiteY27" fmla="*/ 159092 h 299233"/>
              <a:gd name="connsiteX28" fmla="*/ 250542 w 254310"/>
              <a:gd name="connsiteY28" fmla="*/ 139471 h 299233"/>
              <a:gd name="connsiteX29" fmla="*/ 228374 w 254310"/>
              <a:gd name="connsiteY29" fmla="*/ 147091 h 299233"/>
              <a:gd name="connsiteX30" fmla="*/ 69311 w 254310"/>
              <a:gd name="connsiteY30" fmla="*/ 147091 h 299233"/>
              <a:gd name="connsiteX31" fmla="*/ 59749 w 254310"/>
              <a:gd name="connsiteY31" fmla="*/ 138349 h 299233"/>
              <a:gd name="connsiteX32" fmla="*/ 59749 w 254310"/>
              <a:gd name="connsiteY32" fmla="*/ 40999 h 299233"/>
              <a:gd name="connsiteX33" fmla="*/ 69311 w 254310"/>
              <a:gd name="connsiteY33" fmla="*/ 32257 h 299233"/>
              <a:gd name="connsiteX34" fmla="*/ 228374 w 254310"/>
              <a:gd name="connsiteY34" fmla="*/ 32257 h 299233"/>
              <a:gd name="connsiteX35" fmla="*/ 230166 w 254310"/>
              <a:gd name="connsiteY35" fmla="*/ 32321 h 299233"/>
              <a:gd name="connsiteX36" fmla="*/ 205191 w 254310"/>
              <a:gd name="connsiteY36" fmla="*/ 62757 h 299233"/>
              <a:gd name="connsiteX37" fmla="*/ 187901 w 254310"/>
              <a:gd name="connsiteY37" fmla="*/ 83824 h 299233"/>
              <a:gd name="connsiteX38" fmla="*/ 187901 w 254310"/>
              <a:gd name="connsiteY38" fmla="*/ 95524 h 299233"/>
              <a:gd name="connsiteX39" fmla="*/ 228763 w 254310"/>
              <a:gd name="connsiteY39" fmla="*/ 145343 h 299233"/>
              <a:gd name="connsiteX40" fmla="*/ 229842 w 254310"/>
              <a:gd name="connsiteY40" fmla="*/ 146702 h 299233"/>
              <a:gd name="connsiteX41" fmla="*/ 228309 w 254310"/>
              <a:gd name="connsiteY41" fmla="*/ 147069 h 299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4310" h="299233">
                <a:moveTo>
                  <a:pt x="250564" y="139515"/>
                </a:moveTo>
                <a:cubicBezTo>
                  <a:pt x="238951" y="123995"/>
                  <a:pt x="227338" y="108453"/>
                  <a:pt x="215595" y="93041"/>
                </a:cubicBezTo>
                <a:cubicBezTo>
                  <a:pt x="213782" y="90667"/>
                  <a:pt x="213458" y="89221"/>
                  <a:pt x="215466" y="86609"/>
                </a:cubicBezTo>
                <a:cubicBezTo>
                  <a:pt x="227273" y="71218"/>
                  <a:pt x="238800" y="55655"/>
                  <a:pt x="250434" y="40135"/>
                </a:cubicBezTo>
                <a:cubicBezTo>
                  <a:pt x="252355" y="37588"/>
                  <a:pt x="253910" y="34890"/>
                  <a:pt x="254190" y="31631"/>
                </a:cubicBezTo>
                <a:cubicBezTo>
                  <a:pt x="255054" y="21896"/>
                  <a:pt x="248341" y="14924"/>
                  <a:pt x="238001" y="14924"/>
                </a:cubicBezTo>
                <a:cubicBezTo>
                  <a:pt x="179785" y="14924"/>
                  <a:pt x="121569" y="14924"/>
                  <a:pt x="63353" y="14967"/>
                </a:cubicBezTo>
                <a:cubicBezTo>
                  <a:pt x="61001" y="14967"/>
                  <a:pt x="59835" y="14773"/>
                  <a:pt x="59360" y="11923"/>
                </a:cubicBezTo>
                <a:cubicBezTo>
                  <a:pt x="58173" y="5102"/>
                  <a:pt x="52539" y="418"/>
                  <a:pt x="45999" y="30"/>
                </a:cubicBezTo>
                <a:cubicBezTo>
                  <a:pt x="38962" y="-380"/>
                  <a:pt x="32983" y="3483"/>
                  <a:pt x="30716" y="9916"/>
                </a:cubicBezTo>
                <a:cubicBezTo>
                  <a:pt x="29896" y="12269"/>
                  <a:pt x="29788" y="14708"/>
                  <a:pt x="29788" y="17169"/>
                </a:cubicBezTo>
                <a:cubicBezTo>
                  <a:pt x="29788" y="58310"/>
                  <a:pt x="29788" y="99474"/>
                  <a:pt x="29788" y="140615"/>
                </a:cubicBezTo>
                <a:lnTo>
                  <a:pt x="29788" y="156049"/>
                </a:lnTo>
                <a:cubicBezTo>
                  <a:pt x="29788" y="192636"/>
                  <a:pt x="29745" y="229223"/>
                  <a:pt x="29853" y="265811"/>
                </a:cubicBezTo>
                <a:cubicBezTo>
                  <a:pt x="29853" y="268725"/>
                  <a:pt x="29141" y="269631"/>
                  <a:pt x="26205" y="269437"/>
                </a:cubicBezTo>
                <a:cubicBezTo>
                  <a:pt x="22255" y="269178"/>
                  <a:pt x="18262" y="269286"/>
                  <a:pt x="14290" y="269437"/>
                </a:cubicBezTo>
                <a:cubicBezTo>
                  <a:pt x="6152" y="269761"/>
                  <a:pt x="43" y="276129"/>
                  <a:pt x="0" y="284180"/>
                </a:cubicBezTo>
                <a:cubicBezTo>
                  <a:pt x="-43" y="292274"/>
                  <a:pt x="5979" y="299031"/>
                  <a:pt x="14052" y="299095"/>
                </a:cubicBezTo>
                <a:cubicBezTo>
                  <a:pt x="34515" y="299290"/>
                  <a:pt x="54957" y="299268"/>
                  <a:pt x="75420" y="299095"/>
                </a:cubicBezTo>
                <a:cubicBezTo>
                  <a:pt x="83493" y="299031"/>
                  <a:pt x="89709" y="292318"/>
                  <a:pt x="89752" y="284331"/>
                </a:cubicBezTo>
                <a:cubicBezTo>
                  <a:pt x="89796" y="276258"/>
                  <a:pt x="83449" y="269696"/>
                  <a:pt x="75182" y="269415"/>
                </a:cubicBezTo>
                <a:cubicBezTo>
                  <a:pt x="71211" y="269286"/>
                  <a:pt x="67217" y="269156"/>
                  <a:pt x="63267" y="269437"/>
                </a:cubicBezTo>
                <a:cubicBezTo>
                  <a:pt x="60202" y="269674"/>
                  <a:pt x="59706" y="268552"/>
                  <a:pt x="59706" y="265746"/>
                </a:cubicBezTo>
                <a:cubicBezTo>
                  <a:pt x="59813" y="233238"/>
                  <a:pt x="59813" y="200752"/>
                  <a:pt x="59706" y="168245"/>
                </a:cubicBezTo>
                <a:cubicBezTo>
                  <a:pt x="59706" y="165266"/>
                  <a:pt x="60245" y="164381"/>
                  <a:pt x="63440" y="164381"/>
                </a:cubicBezTo>
                <a:cubicBezTo>
                  <a:pt x="120965" y="164489"/>
                  <a:pt x="178469" y="164467"/>
                  <a:pt x="235994" y="164467"/>
                </a:cubicBezTo>
                <a:cubicBezTo>
                  <a:pt x="237505" y="164467"/>
                  <a:pt x="239037" y="164467"/>
                  <a:pt x="240548" y="164381"/>
                </a:cubicBezTo>
                <a:cubicBezTo>
                  <a:pt x="244736" y="164143"/>
                  <a:pt x="248146" y="162309"/>
                  <a:pt x="250823" y="159092"/>
                </a:cubicBezTo>
                <a:cubicBezTo>
                  <a:pt x="255550" y="153394"/>
                  <a:pt x="255485" y="146076"/>
                  <a:pt x="250542" y="139471"/>
                </a:cubicBezTo>
                <a:close/>
                <a:moveTo>
                  <a:pt x="228374" y="147091"/>
                </a:moveTo>
                <a:cubicBezTo>
                  <a:pt x="175360" y="147091"/>
                  <a:pt x="122325" y="147091"/>
                  <a:pt x="69311" y="147091"/>
                </a:cubicBezTo>
                <a:cubicBezTo>
                  <a:pt x="63375" y="147091"/>
                  <a:pt x="59770" y="143788"/>
                  <a:pt x="59749" y="138349"/>
                </a:cubicBezTo>
                <a:cubicBezTo>
                  <a:pt x="59749" y="105906"/>
                  <a:pt x="59749" y="73463"/>
                  <a:pt x="59749" y="40999"/>
                </a:cubicBezTo>
                <a:cubicBezTo>
                  <a:pt x="59749" y="35559"/>
                  <a:pt x="63353" y="32257"/>
                  <a:pt x="69311" y="32257"/>
                </a:cubicBezTo>
                <a:cubicBezTo>
                  <a:pt x="122325" y="32257"/>
                  <a:pt x="175360" y="32257"/>
                  <a:pt x="228374" y="32257"/>
                </a:cubicBezTo>
                <a:cubicBezTo>
                  <a:pt x="228849" y="32257"/>
                  <a:pt x="229302" y="32300"/>
                  <a:pt x="230166" y="32321"/>
                </a:cubicBezTo>
                <a:cubicBezTo>
                  <a:pt x="221661" y="42682"/>
                  <a:pt x="213437" y="52720"/>
                  <a:pt x="205191" y="62757"/>
                </a:cubicBezTo>
                <a:cubicBezTo>
                  <a:pt x="199428" y="69772"/>
                  <a:pt x="193665" y="76787"/>
                  <a:pt x="187901" y="83824"/>
                </a:cubicBezTo>
                <a:cubicBezTo>
                  <a:pt x="184469" y="88012"/>
                  <a:pt x="184491" y="91358"/>
                  <a:pt x="187901" y="95524"/>
                </a:cubicBezTo>
                <a:cubicBezTo>
                  <a:pt x="201522" y="112123"/>
                  <a:pt x="215142" y="128722"/>
                  <a:pt x="228763" y="145343"/>
                </a:cubicBezTo>
                <a:cubicBezTo>
                  <a:pt x="229130" y="145796"/>
                  <a:pt x="229496" y="146249"/>
                  <a:pt x="229842" y="146702"/>
                </a:cubicBezTo>
                <a:cubicBezTo>
                  <a:pt x="229410" y="147350"/>
                  <a:pt x="228806" y="147069"/>
                  <a:pt x="228309" y="147069"/>
                </a:cubicBezTo>
                <a:close/>
              </a:path>
            </a:pathLst>
          </a:custGeom>
          <a:solidFill>
            <a:srgbClr val="B4B5B2"/>
          </a:solidFill>
          <a:ln w="2099" cap="flat">
            <a:noFill/>
            <a:prstDash val="solid"/>
            <a:miter/>
          </a:ln>
        </p:spPr>
        <p:txBody>
          <a:bodyPr rtlCol="0" anchor="ctr"/>
          <a:lstStyle/>
          <a:p>
            <a:endParaRPr lang="en-IN"/>
          </a:p>
        </p:txBody>
      </p:sp>
      <p:sp>
        <p:nvSpPr>
          <p:cNvPr id="66" name="TextBox 65">
            <a:hlinkClick r:id="" action="ppaction://noaction"/>
            <a:extLst>
              <a:ext uri="{FF2B5EF4-FFF2-40B4-BE49-F238E27FC236}">
                <a16:creationId xmlns:a16="http://schemas.microsoft.com/office/drawing/2014/main" id="{D72CC54A-26A6-20D4-07B9-66D7998606FF}"/>
              </a:ext>
            </a:extLst>
          </p:cNvPr>
          <p:cNvSpPr txBox="1"/>
          <p:nvPr/>
        </p:nvSpPr>
        <p:spPr>
          <a:xfrm>
            <a:off x="869323" y="4837548"/>
            <a:ext cx="712054" cy="276999"/>
          </a:xfrm>
          <a:prstGeom prst="rect">
            <a:avLst/>
          </a:prstGeom>
          <a:noFill/>
        </p:spPr>
        <p:txBody>
          <a:bodyPr wrap="none" rtlCol="0">
            <a:spAutoFit/>
          </a:bodyPr>
          <a:lstStyle/>
          <a:p>
            <a:r>
              <a:rPr lang="en-IN" sz="1200" dirty="0">
                <a:solidFill>
                  <a:srgbClr val="B4B5B2"/>
                </a:solidFill>
                <a:latin typeface="Poppins Medium" panose="00000600000000000000" pitchFamily="50" charset="0"/>
                <a:cs typeface="Poppins Medium" panose="00000600000000000000" pitchFamily="50" charset="0"/>
              </a:rPr>
              <a:t>Pricing</a:t>
            </a:r>
          </a:p>
        </p:txBody>
      </p:sp>
      <p:grpSp>
        <p:nvGrpSpPr>
          <p:cNvPr id="74" name="Group 73">
            <a:extLst>
              <a:ext uri="{FF2B5EF4-FFF2-40B4-BE49-F238E27FC236}">
                <a16:creationId xmlns:a16="http://schemas.microsoft.com/office/drawing/2014/main" id="{E8E4F8DF-6F61-642E-140D-C9E9923458B8}"/>
              </a:ext>
            </a:extLst>
          </p:cNvPr>
          <p:cNvGrpSpPr/>
          <p:nvPr/>
        </p:nvGrpSpPr>
        <p:grpSpPr>
          <a:xfrm>
            <a:off x="431321" y="4863718"/>
            <a:ext cx="207664" cy="207733"/>
            <a:chOff x="6124575" y="3380359"/>
            <a:chExt cx="468618" cy="468774"/>
          </a:xfrm>
        </p:grpSpPr>
        <p:sp>
          <p:nvSpPr>
            <p:cNvPr id="78" name="Freeform: Shape 77">
              <a:hlinkClick r:id="" action="ppaction://noaction"/>
              <a:extLst>
                <a:ext uri="{FF2B5EF4-FFF2-40B4-BE49-F238E27FC236}">
                  <a16:creationId xmlns:a16="http://schemas.microsoft.com/office/drawing/2014/main" id="{77CABA8C-E67C-EE77-BD52-4E978DE612EB}"/>
                </a:ext>
              </a:extLst>
            </p:cNvPr>
            <p:cNvSpPr/>
            <p:nvPr/>
          </p:nvSpPr>
          <p:spPr>
            <a:xfrm>
              <a:off x="6124575" y="3380359"/>
              <a:ext cx="468618" cy="468774"/>
            </a:xfrm>
            <a:custGeom>
              <a:avLst/>
              <a:gdLst>
                <a:gd name="connsiteX0" fmla="*/ 468523 w 468618"/>
                <a:gd name="connsiteY0" fmla="*/ 56377 h 468774"/>
                <a:gd name="connsiteX1" fmla="*/ 467951 w 468618"/>
                <a:gd name="connsiteY1" fmla="*/ 47138 h 468774"/>
                <a:gd name="connsiteX2" fmla="*/ 412706 w 468618"/>
                <a:gd name="connsiteY2" fmla="*/ 85 h 468774"/>
                <a:gd name="connsiteX3" fmla="*/ 349270 w 468618"/>
                <a:gd name="connsiteY3" fmla="*/ 85 h 468774"/>
                <a:gd name="connsiteX4" fmla="*/ 290691 w 468618"/>
                <a:gd name="connsiteY4" fmla="*/ 85 h 468774"/>
                <a:gd name="connsiteX5" fmla="*/ 211538 w 468618"/>
                <a:gd name="connsiteY5" fmla="*/ 32946 h 468774"/>
                <a:gd name="connsiteX6" fmla="*/ 17800 w 468618"/>
                <a:gd name="connsiteY6" fmla="*/ 227065 h 468774"/>
                <a:gd name="connsiteX7" fmla="*/ 17705 w 468618"/>
                <a:gd name="connsiteY7" fmla="*/ 307837 h 468774"/>
                <a:gd name="connsiteX8" fmla="*/ 160484 w 468618"/>
                <a:gd name="connsiteY8" fmla="*/ 450808 h 468774"/>
                <a:gd name="connsiteX9" fmla="*/ 241542 w 468618"/>
                <a:gd name="connsiteY9" fmla="*/ 450808 h 468774"/>
                <a:gd name="connsiteX10" fmla="*/ 435947 w 468618"/>
                <a:gd name="connsiteY10" fmla="*/ 256688 h 468774"/>
                <a:gd name="connsiteX11" fmla="*/ 468618 w 468618"/>
                <a:gd name="connsiteY11" fmla="*/ 177916 h 468774"/>
                <a:gd name="connsiteX12" fmla="*/ 468618 w 468618"/>
                <a:gd name="connsiteY12" fmla="*/ 56377 h 468774"/>
                <a:gd name="connsiteX13" fmla="*/ 409944 w 468618"/>
                <a:gd name="connsiteY13" fmla="*/ 230875 h 468774"/>
                <a:gd name="connsiteX14" fmla="*/ 215920 w 468618"/>
                <a:gd name="connsiteY14" fmla="*/ 424709 h 468774"/>
                <a:gd name="connsiteX15" fmla="*/ 186202 w 468618"/>
                <a:gd name="connsiteY15" fmla="*/ 424709 h 468774"/>
                <a:gd name="connsiteX16" fmla="*/ 44851 w 468618"/>
                <a:gd name="connsiteY16" fmla="*/ 283168 h 468774"/>
                <a:gd name="connsiteX17" fmla="*/ 44851 w 468618"/>
                <a:gd name="connsiteY17" fmla="*/ 251735 h 468774"/>
                <a:gd name="connsiteX18" fmla="*/ 236494 w 468618"/>
                <a:gd name="connsiteY18" fmla="*/ 59711 h 468774"/>
                <a:gd name="connsiteX19" fmla="*/ 292406 w 468618"/>
                <a:gd name="connsiteY19" fmla="*/ 36565 h 468774"/>
                <a:gd name="connsiteX20" fmla="*/ 410516 w 468618"/>
                <a:gd name="connsiteY20" fmla="*/ 36565 h 468774"/>
                <a:gd name="connsiteX21" fmla="*/ 432233 w 468618"/>
                <a:gd name="connsiteY21" fmla="*/ 58473 h 468774"/>
                <a:gd name="connsiteX22" fmla="*/ 432233 w 468618"/>
                <a:gd name="connsiteY22" fmla="*/ 118957 h 468774"/>
                <a:gd name="connsiteX23" fmla="*/ 432233 w 468618"/>
                <a:gd name="connsiteY23" fmla="*/ 177059 h 468774"/>
                <a:gd name="connsiteX24" fmla="*/ 410039 w 468618"/>
                <a:gd name="connsiteY24" fmla="*/ 230875 h 468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68618" h="468774">
                  <a:moveTo>
                    <a:pt x="468523" y="56377"/>
                  </a:moveTo>
                  <a:cubicBezTo>
                    <a:pt x="468523" y="53329"/>
                    <a:pt x="468523" y="50186"/>
                    <a:pt x="467951" y="47138"/>
                  </a:cubicBezTo>
                  <a:cubicBezTo>
                    <a:pt x="463094" y="18849"/>
                    <a:pt x="441567" y="466"/>
                    <a:pt x="412706" y="85"/>
                  </a:cubicBezTo>
                  <a:cubicBezTo>
                    <a:pt x="391561" y="-106"/>
                    <a:pt x="370415" y="85"/>
                    <a:pt x="349270" y="85"/>
                  </a:cubicBezTo>
                  <a:cubicBezTo>
                    <a:pt x="329744" y="85"/>
                    <a:pt x="310217" y="85"/>
                    <a:pt x="290691" y="85"/>
                  </a:cubicBezTo>
                  <a:cubicBezTo>
                    <a:pt x="259640" y="-106"/>
                    <a:pt x="233446" y="10943"/>
                    <a:pt x="211538" y="32946"/>
                  </a:cubicBezTo>
                  <a:cubicBezTo>
                    <a:pt x="146959" y="97716"/>
                    <a:pt x="82379" y="162391"/>
                    <a:pt x="17800" y="227065"/>
                  </a:cubicBezTo>
                  <a:cubicBezTo>
                    <a:pt x="-5917" y="250878"/>
                    <a:pt x="-5917" y="284120"/>
                    <a:pt x="17705" y="307837"/>
                  </a:cubicBezTo>
                  <a:cubicBezTo>
                    <a:pt x="65234" y="355558"/>
                    <a:pt x="112859" y="403183"/>
                    <a:pt x="160484" y="450808"/>
                  </a:cubicBezTo>
                  <a:cubicBezTo>
                    <a:pt x="184392" y="474715"/>
                    <a:pt x="217539" y="474811"/>
                    <a:pt x="241542" y="450808"/>
                  </a:cubicBezTo>
                  <a:cubicBezTo>
                    <a:pt x="306407" y="386133"/>
                    <a:pt x="371177" y="321363"/>
                    <a:pt x="435947" y="256688"/>
                  </a:cubicBezTo>
                  <a:cubicBezTo>
                    <a:pt x="457664" y="234971"/>
                    <a:pt x="468713" y="208777"/>
                    <a:pt x="468618" y="177916"/>
                  </a:cubicBezTo>
                  <a:cubicBezTo>
                    <a:pt x="468523" y="137435"/>
                    <a:pt x="468618" y="96859"/>
                    <a:pt x="468618" y="56377"/>
                  </a:cubicBezTo>
                  <a:close/>
                  <a:moveTo>
                    <a:pt x="409944" y="230875"/>
                  </a:moveTo>
                  <a:cubicBezTo>
                    <a:pt x="345174" y="295455"/>
                    <a:pt x="280595" y="360034"/>
                    <a:pt x="215920" y="424709"/>
                  </a:cubicBezTo>
                  <a:cubicBezTo>
                    <a:pt x="206014" y="434615"/>
                    <a:pt x="196013" y="434615"/>
                    <a:pt x="186202" y="424709"/>
                  </a:cubicBezTo>
                  <a:cubicBezTo>
                    <a:pt x="139053" y="377560"/>
                    <a:pt x="92000" y="330316"/>
                    <a:pt x="44851" y="283168"/>
                  </a:cubicBezTo>
                  <a:cubicBezTo>
                    <a:pt x="33707" y="272023"/>
                    <a:pt x="33802" y="262879"/>
                    <a:pt x="44851" y="251735"/>
                  </a:cubicBezTo>
                  <a:cubicBezTo>
                    <a:pt x="108764" y="187727"/>
                    <a:pt x="172676" y="123814"/>
                    <a:pt x="236494" y="59711"/>
                  </a:cubicBezTo>
                  <a:cubicBezTo>
                    <a:pt x="252020" y="44090"/>
                    <a:pt x="270403" y="36375"/>
                    <a:pt x="292406" y="36565"/>
                  </a:cubicBezTo>
                  <a:cubicBezTo>
                    <a:pt x="331744" y="36756"/>
                    <a:pt x="371082" y="36565"/>
                    <a:pt x="410516" y="36565"/>
                  </a:cubicBezTo>
                  <a:cubicBezTo>
                    <a:pt x="425184" y="36565"/>
                    <a:pt x="432233" y="43709"/>
                    <a:pt x="432233" y="58473"/>
                  </a:cubicBezTo>
                  <a:cubicBezTo>
                    <a:pt x="432233" y="78666"/>
                    <a:pt x="432233" y="98859"/>
                    <a:pt x="432233" y="118957"/>
                  </a:cubicBezTo>
                  <a:cubicBezTo>
                    <a:pt x="432233" y="138292"/>
                    <a:pt x="432233" y="157628"/>
                    <a:pt x="432233" y="177059"/>
                  </a:cubicBezTo>
                  <a:cubicBezTo>
                    <a:pt x="432233" y="198109"/>
                    <a:pt x="424994" y="216016"/>
                    <a:pt x="410039" y="230875"/>
                  </a:cubicBezTo>
                  <a:close/>
                </a:path>
              </a:pathLst>
            </a:custGeom>
            <a:solidFill>
              <a:srgbClr val="B4B5B2"/>
            </a:solidFill>
            <a:ln w="9525" cap="flat">
              <a:noFill/>
              <a:prstDash val="solid"/>
              <a:miter/>
            </a:ln>
          </p:spPr>
          <p:txBody>
            <a:bodyPr rtlCol="0" anchor="ctr"/>
            <a:lstStyle/>
            <a:p>
              <a:endParaRPr lang="en-IN"/>
            </a:p>
          </p:txBody>
        </p:sp>
        <p:sp>
          <p:nvSpPr>
            <p:cNvPr id="82" name="Freeform: Shape 81">
              <a:hlinkClick r:id="" action="ppaction://noaction"/>
              <a:extLst>
                <a:ext uri="{FF2B5EF4-FFF2-40B4-BE49-F238E27FC236}">
                  <a16:creationId xmlns:a16="http://schemas.microsoft.com/office/drawing/2014/main" id="{8EF55A4A-E3D7-E6D1-4813-AB3F3590D6A3}"/>
                </a:ext>
              </a:extLst>
            </p:cNvPr>
            <p:cNvSpPr/>
            <p:nvPr/>
          </p:nvSpPr>
          <p:spPr>
            <a:xfrm>
              <a:off x="6405646" y="3456453"/>
              <a:ext cx="109824" cy="109728"/>
            </a:xfrm>
            <a:custGeom>
              <a:avLst/>
              <a:gdLst>
                <a:gd name="connsiteX0" fmla="*/ 55055 w 109824"/>
                <a:gd name="connsiteY0" fmla="*/ 0 h 109728"/>
                <a:gd name="connsiteX1" fmla="*/ 0 w 109824"/>
                <a:gd name="connsiteY1" fmla="*/ 54674 h 109728"/>
                <a:gd name="connsiteX2" fmla="*/ 54769 w 109824"/>
                <a:gd name="connsiteY2" fmla="*/ 109728 h 109728"/>
                <a:gd name="connsiteX3" fmla="*/ 109823 w 109824"/>
                <a:gd name="connsiteY3" fmla="*/ 55055 h 109728"/>
                <a:gd name="connsiteX4" fmla="*/ 55055 w 109824"/>
                <a:gd name="connsiteY4" fmla="*/ 96 h 109728"/>
                <a:gd name="connsiteX5" fmla="*/ 54673 w 109824"/>
                <a:gd name="connsiteY5" fmla="*/ 73152 h 109728"/>
                <a:gd name="connsiteX6" fmla="*/ 36671 w 109824"/>
                <a:gd name="connsiteY6" fmla="*/ 54579 h 109728"/>
                <a:gd name="connsiteX7" fmla="*/ 55150 w 109824"/>
                <a:gd name="connsiteY7" fmla="*/ 36481 h 109728"/>
                <a:gd name="connsiteX8" fmla="*/ 73152 w 109824"/>
                <a:gd name="connsiteY8" fmla="*/ 55055 h 109728"/>
                <a:gd name="connsiteX9" fmla="*/ 54673 w 109824"/>
                <a:gd name="connsiteY9" fmla="*/ 73152 h 109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824" h="109728">
                  <a:moveTo>
                    <a:pt x="55055" y="0"/>
                  </a:moveTo>
                  <a:cubicBezTo>
                    <a:pt x="24765" y="-95"/>
                    <a:pt x="95" y="24480"/>
                    <a:pt x="0" y="54674"/>
                  </a:cubicBezTo>
                  <a:cubicBezTo>
                    <a:pt x="0" y="84868"/>
                    <a:pt x="24575" y="109633"/>
                    <a:pt x="54769" y="109728"/>
                  </a:cubicBezTo>
                  <a:cubicBezTo>
                    <a:pt x="85058" y="109728"/>
                    <a:pt x="109633" y="85344"/>
                    <a:pt x="109823" y="55055"/>
                  </a:cubicBezTo>
                  <a:cubicBezTo>
                    <a:pt x="110014" y="24861"/>
                    <a:pt x="85344" y="191"/>
                    <a:pt x="55055" y="96"/>
                  </a:cubicBezTo>
                  <a:close/>
                  <a:moveTo>
                    <a:pt x="54673" y="73152"/>
                  </a:moveTo>
                  <a:cubicBezTo>
                    <a:pt x="44577" y="72962"/>
                    <a:pt x="36576" y="64675"/>
                    <a:pt x="36671" y="54579"/>
                  </a:cubicBezTo>
                  <a:cubicBezTo>
                    <a:pt x="36766" y="44482"/>
                    <a:pt x="45053" y="36386"/>
                    <a:pt x="55150" y="36481"/>
                  </a:cubicBezTo>
                  <a:cubicBezTo>
                    <a:pt x="65151" y="36576"/>
                    <a:pt x="73247" y="44958"/>
                    <a:pt x="73152" y="55055"/>
                  </a:cubicBezTo>
                  <a:cubicBezTo>
                    <a:pt x="73057" y="65151"/>
                    <a:pt x="64675" y="73248"/>
                    <a:pt x="54673" y="73152"/>
                  </a:cubicBezTo>
                  <a:close/>
                </a:path>
              </a:pathLst>
            </a:custGeom>
            <a:solidFill>
              <a:srgbClr val="B4B5B2"/>
            </a:solidFill>
            <a:ln w="9525" cap="flat">
              <a:noFill/>
              <a:prstDash val="solid"/>
              <a:miter/>
            </a:ln>
          </p:spPr>
          <p:txBody>
            <a:bodyPr rtlCol="0" anchor="ctr"/>
            <a:lstStyle/>
            <a:p>
              <a:endParaRPr lang="en-IN"/>
            </a:p>
          </p:txBody>
        </p:sp>
      </p:grpSp>
      <p:sp>
        <p:nvSpPr>
          <p:cNvPr id="83" name="TextBox 82">
            <a:hlinkClick r:id="" action="ppaction://noaction"/>
            <a:extLst>
              <a:ext uri="{FF2B5EF4-FFF2-40B4-BE49-F238E27FC236}">
                <a16:creationId xmlns:a16="http://schemas.microsoft.com/office/drawing/2014/main" id="{EECCB751-E259-83B5-8DAC-A342B78C343D}"/>
              </a:ext>
            </a:extLst>
          </p:cNvPr>
          <p:cNvSpPr txBox="1"/>
          <p:nvPr/>
        </p:nvSpPr>
        <p:spPr>
          <a:xfrm>
            <a:off x="869323" y="5290315"/>
            <a:ext cx="1040670" cy="276999"/>
          </a:xfrm>
          <a:prstGeom prst="rect">
            <a:avLst/>
          </a:prstGeom>
          <a:noFill/>
        </p:spPr>
        <p:txBody>
          <a:bodyPr wrap="none" rtlCol="0">
            <a:spAutoFit/>
          </a:bodyPr>
          <a:lstStyle/>
          <a:p>
            <a:r>
              <a:rPr lang="en-IN" sz="1200" dirty="0">
                <a:solidFill>
                  <a:srgbClr val="B4B5B2"/>
                </a:solidFill>
                <a:latin typeface="Poppins Medium" panose="00000600000000000000" pitchFamily="50" charset="0"/>
                <a:cs typeface="Poppins Medium" panose="00000600000000000000" pitchFamily="50" charset="0"/>
              </a:rPr>
              <a:t>Contact Us</a:t>
            </a:r>
          </a:p>
        </p:txBody>
      </p:sp>
      <p:sp>
        <p:nvSpPr>
          <p:cNvPr id="84" name="Freeform: Shape 83">
            <a:hlinkClick r:id="" action="ppaction://noaction"/>
            <a:extLst>
              <a:ext uri="{FF2B5EF4-FFF2-40B4-BE49-F238E27FC236}">
                <a16:creationId xmlns:a16="http://schemas.microsoft.com/office/drawing/2014/main" id="{347C2EFA-066A-BEDF-4E4F-67CEE4E968F6}"/>
              </a:ext>
            </a:extLst>
          </p:cNvPr>
          <p:cNvSpPr/>
          <p:nvPr/>
        </p:nvSpPr>
        <p:spPr>
          <a:xfrm>
            <a:off x="436263" y="5292935"/>
            <a:ext cx="198499" cy="198487"/>
          </a:xfrm>
          <a:custGeom>
            <a:avLst/>
            <a:gdLst>
              <a:gd name="connsiteX0" fmla="*/ 676275 w 692188"/>
              <a:gd name="connsiteY0" fmla="*/ 478060 h 692149"/>
              <a:gd name="connsiteX1" fmla="*/ 466154 w 692188"/>
              <a:gd name="connsiteY1" fmla="*/ 394049 h 692149"/>
              <a:gd name="connsiteX2" fmla="*/ 434150 w 692188"/>
              <a:gd name="connsiteY2" fmla="*/ 407956 h 692149"/>
              <a:gd name="connsiteX3" fmla="*/ 400907 w 692188"/>
              <a:gd name="connsiteY3" fmla="*/ 491871 h 692149"/>
              <a:gd name="connsiteX4" fmla="*/ 389096 w 692188"/>
              <a:gd name="connsiteY4" fmla="*/ 498729 h 692149"/>
              <a:gd name="connsiteX5" fmla="*/ 265462 w 692188"/>
              <a:gd name="connsiteY5" fmla="*/ 443675 h 692149"/>
              <a:gd name="connsiteX6" fmla="*/ 193453 w 692188"/>
              <a:gd name="connsiteY6" fmla="*/ 302038 h 692149"/>
              <a:gd name="connsiteX7" fmla="*/ 199644 w 692188"/>
              <a:gd name="connsiteY7" fmla="*/ 291751 h 692149"/>
              <a:gd name="connsiteX8" fmla="*/ 284131 w 692188"/>
              <a:gd name="connsiteY8" fmla="*/ 258223 h 692149"/>
              <a:gd name="connsiteX9" fmla="*/ 298037 w 692188"/>
              <a:gd name="connsiteY9" fmla="*/ 225647 h 692149"/>
              <a:gd name="connsiteX10" fmla="*/ 215360 w 692188"/>
              <a:gd name="connsiteY10" fmla="*/ 18669 h 692149"/>
              <a:gd name="connsiteX11" fmla="*/ 198787 w 692188"/>
              <a:gd name="connsiteY11" fmla="*/ 0 h 692149"/>
              <a:gd name="connsiteX12" fmla="*/ 192024 w 692188"/>
              <a:gd name="connsiteY12" fmla="*/ 0 h 692149"/>
              <a:gd name="connsiteX13" fmla="*/ 183928 w 692188"/>
              <a:gd name="connsiteY13" fmla="*/ 0 h 692149"/>
              <a:gd name="connsiteX14" fmla="*/ 174498 w 692188"/>
              <a:gd name="connsiteY14" fmla="*/ 0 h 692149"/>
              <a:gd name="connsiteX15" fmla="*/ 151924 w 692188"/>
              <a:gd name="connsiteY15" fmla="*/ 2858 h 692149"/>
              <a:gd name="connsiteX16" fmla="*/ 13335 w 692188"/>
              <a:gd name="connsiteY16" fmla="*/ 119063 h 692149"/>
              <a:gd name="connsiteX17" fmla="*/ 0 w 692188"/>
              <a:gd name="connsiteY17" fmla="*/ 173069 h 692149"/>
              <a:gd name="connsiteX18" fmla="*/ 0 w 692188"/>
              <a:gd name="connsiteY18" fmla="*/ 181166 h 692149"/>
              <a:gd name="connsiteX19" fmla="*/ 0 w 692188"/>
              <a:gd name="connsiteY19" fmla="*/ 189262 h 692149"/>
              <a:gd name="connsiteX20" fmla="*/ 0 w 692188"/>
              <a:gd name="connsiteY20" fmla="*/ 198692 h 692149"/>
              <a:gd name="connsiteX21" fmla="*/ 0 w 692188"/>
              <a:gd name="connsiteY21" fmla="*/ 208121 h 692149"/>
              <a:gd name="connsiteX22" fmla="*/ 0 w 692188"/>
              <a:gd name="connsiteY22" fmla="*/ 212217 h 692149"/>
              <a:gd name="connsiteX23" fmla="*/ 667 w 692188"/>
              <a:gd name="connsiteY23" fmla="*/ 215170 h 692149"/>
              <a:gd name="connsiteX24" fmla="*/ 667 w 692188"/>
              <a:gd name="connsiteY24" fmla="*/ 217551 h 692149"/>
              <a:gd name="connsiteX25" fmla="*/ 667 w 692188"/>
              <a:gd name="connsiteY25" fmla="*/ 219932 h 692149"/>
              <a:gd name="connsiteX26" fmla="*/ 0 w 692188"/>
              <a:gd name="connsiteY26" fmla="*/ 222885 h 692149"/>
              <a:gd name="connsiteX27" fmla="*/ 0 w 692188"/>
              <a:gd name="connsiteY27" fmla="*/ 228314 h 692149"/>
              <a:gd name="connsiteX28" fmla="*/ 1429 w 692188"/>
              <a:gd name="connsiteY28" fmla="*/ 233648 h 692149"/>
              <a:gd name="connsiteX29" fmla="*/ 56769 w 692188"/>
              <a:gd name="connsiteY29" fmla="*/ 424625 h 692149"/>
              <a:gd name="connsiteX30" fmla="*/ 401479 w 692188"/>
              <a:gd name="connsiteY30" fmla="*/ 682371 h 692149"/>
              <a:gd name="connsiteX31" fmla="*/ 517589 w 692188"/>
              <a:gd name="connsiteY31" fmla="*/ 690848 h 692149"/>
              <a:gd name="connsiteX32" fmla="*/ 692182 w 692188"/>
              <a:gd name="connsiteY32" fmla="*/ 501968 h 692149"/>
              <a:gd name="connsiteX33" fmla="*/ 676180 w 692188"/>
              <a:gd name="connsiteY33" fmla="*/ 477679 h 692149"/>
              <a:gd name="connsiteX34" fmla="*/ 650367 w 692188"/>
              <a:gd name="connsiteY34" fmla="*/ 520065 h 692149"/>
              <a:gd name="connsiteX35" fmla="*/ 538925 w 692188"/>
              <a:gd name="connsiteY35" fmla="*/ 646271 h 692149"/>
              <a:gd name="connsiteX36" fmla="*/ 493014 w 692188"/>
              <a:gd name="connsiteY36" fmla="*/ 651701 h 692149"/>
              <a:gd name="connsiteX37" fmla="*/ 58103 w 692188"/>
              <a:gd name="connsiteY37" fmla="*/ 320421 h 692149"/>
              <a:gd name="connsiteX38" fmla="*/ 40577 w 692188"/>
              <a:gd name="connsiteY38" fmla="*/ 194405 h 692149"/>
              <a:gd name="connsiteX39" fmla="*/ 171164 w 692188"/>
              <a:gd name="connsiteY39" fmla="*/ 42101 h 692149"/>
              <a:gd name="connsiteX40" fmla="*/ 184023 w 692188"/>
              <a:gd name="connsiteY40" fmla="*/ 49149 h 692149"/>
              <a:gd name="connsiteX41" fmla="*/ 252222 w 692188"/>
              <a:gd name="connsiteY41" fmla="*/ 219932 h 692149"/>
              <a:gd name="connsiteX42" fmla="*/ 248317 w 692188"/>
              <a:gd name="connsiteY42" fmla="*/ 228886 h 692149"/>
              <a:gd name="connsiteX43" fmla="*/ 167545 w 692188"/>
              <a:gd name="connsiteY43" fmla="*/ 260985 h 692149"/>
              <a:gd name="connsiteX44" fmla="*/ 152114 w 692188"/>
              <a:gd name="connsiteY44" fmla="*/ 283559 h 692149"/>
              <a:gd name="connsiteX45" fmla="*/ 307467 w 692188"/>
              <a:gd name="connsiteY45" fmla="*/ 518255 h 692149"/>
              <a:gd name="connsiteX46" fmla="*/ 410242 w 692188"/>
              <a:gd name="connsiteY46" fmla="*/ 540163 h 692149"/>
              <a:gd name="connsiteX47" fmla="*/ 431101 w 692188"/>
              <a:gd name="connsiteY47" fmla="*/ 525018 h 692149"/>
              <a:gd name="connsiteX48" fmla="*/ 463487 w 692188"/>
              <a:gd name="connsiteY48" fmla="*/ 443675 h 692149"/>
              <a:gd name="connsiteX49" fmla="*/ 471964 w 692188"/>
              <a:gd name="connsiteY49" fmla="*/ 439865 h 692149"/>
              <a:gd name="connsiteX50" fmla="*/ 643319 w 692188"/>
              <a:gd name="connsiteY50" fmla="*/ 508349 h 692149"/>
              <a:gd name="connsiteX51" fmla="*/ 650272 w 692188"/>
              <a:gd name="connsiteY51" fmla="*/ 520065 h 692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92188" h="692149">
                <a:moveTo>
                  <a:pt x="676275" y="478060"/>
                </a:moveTo>
                <a:cubicBezTo>
                  <a:pt x="606266" y="450056"/>
                  <a:pt x="536258" y="422053"/>
                  <a:pt x="466154" y="394049"/>
                </a:cubicBezTo>
                <a:cubicBezTo>
                  <a:pt x="450247" y="387668"/>
                  <a:pt x="440531" y="392049"/>
                  <a:pt x="434150" y="407956"/>
                </a:cubicBezTo>
                <a:cubicBezTo>
                  <a:pt x="423005" y="435864"/>
                  <a:pt x="411575" y="463677"/>
                  <a:pt x="400907" y="491871"/>
                </a:cubicBezTo>
                <a:cubicBezTo>
                  <a:pt x="398431" y="498443"/>
                  <a:pt x="395288" y="499491"/>
                  <a:pt x="389096" y="498729"/>
                </a:cubicBezTo>
                <a:cubicBezTo>
                  <a:pt x="342138" y="493205"/>
                  <a:pt x="300609" y="475393"/>
                  <a:pt x="265462" y="443675"/>
                </a:cubicBezTo>
                <a:cubicBezTo>
                  <a:pt x="223456" y="405765"/>
                  <a:pt x="199739" y="358235"/>
                  <a:pt x="193453" y="302038"/>
                </a:cubicBezTo>
                <a:cubicBezTo>
                  <a:pt x="192881" y="296609"/>
                  <a:pt x="194024" y="293942"/>
                  <a:pt x="199644" y="291751"/>
                </a:cubicBezTo>
                <a:cubicBezTo>
                  <a:pt x="227933" y="280892"/>
                  <a:pt x="255937" y="269462"/>
                  <a:pt x="284131" y="258223"/>
                </a:cubicBezTo>
                <a:cubicBezTo>
                  <a:pt x="300323" y="251746"/>
                  <a:pt x="304514" y="242030"/>
                  <a:pt x="298037" y="225647"/>
                </a:cubicBezTo>
                <a:cubicBezTo>
                  <a:pt x="270415" y="156686"/>
                  <a:pt x="242697" y="87725"/>
                  <a:pt x="215360" y="18669"/>
                </a:cubicBezTo>
                <a:cubicBezTo>
                  <a:pt x="211931" y="10096"/>
                  <a:pt x="207645" y="3239"/>
                  <a:pt x="198787" y="0"/>
                </a:cubicBezTo>
                <a:lnTo>
                  <a:pt x="192024" y="0"/>
                </a:lnTo>
                <a:cubicBezTo>
                  <a:pt x="189357" y="2000"/>
                  <a:pt x="186595" y="2191"/>
                  <a:pt x="183928" y="0"/>
                </a:cubicBezTo>
                <a:lnTo>
                  <a:pt x="174498" y="0"/>
                </a:lnTo>
                <a:cubicBezTo>
                  <a:pt x="167069" y="1619"/>
                  <a:pt x="159353" y="953"/>
                  <a:pt x="151924" y="2858"/>
                </a:cubicBezTo>
                <a:cubicBezTo>
                  <a:pt x="86582" y="18860"/>
                  <a:pt x="40291" y="57531"/>
                  <a:pt x="13335" y="119063"/>
                </a:cubicBezTo>
                <a:cubicBezTo>
                  <a:pt x="5810" y="136303"/>
                  <a:pt x="1524" y="154400"/>
                  <a:pt x="0" y="173069"/>
                </a:cubicBezTo>
                <a:lnTo>
                  <a:pt x="0" y="181166"/>
                </a:lnTo>
                <a:cubicBezTo>
                  <a:pt x="1143" y="183833"/>
                  <a:pt x="1143" y="186595"/>
                  <a:pt x="0" y="189262"/>
                </a:cubicBezTo>
                <a:lnTo>
                  <a:pt x="0" y="198692"/>
                </a:lnTo>
                <a:cubicBezTo>
                  <a:pt x="1143" y="201835"/>
                  <a:pt x="1143" y="204978"/>
                  <a:pt x="0" y="208121"/>
                </a:cubicBezTo>
                <a:lnTo>
                  <a:pt x="0" y="212217"/>
                </a:lnTo>
                <a:cubicBezTo>
                  <a:pt x="953" y="213074"/>
                  <a:pt x="667" y="214122"/>
                  <a:pt x="667" y="215170"/>
                </a:cubicBezTo>
                <a:cubicBezTo>
                  <a:pt x="667" y="215932"/>
                  <a:pt x="667" y="216789"/>
                  <a:pt x="667" y="217551"/>
                </a:cubicBezTo>
                <a:cubicBezTo>
                  <a:pt x="667" y="218313"/>
                  <a:pt x="667" y="219170"/>
                  <a:pt x="667" y="219932"/>
                </a:cubicBezTo>
                <a:cubicBezTo>
                  <a:pt x="667" y="220980"/>
                  <a:pt x="857" y="222123"/>
                  <a:pt x="0" y="222885"/>
                </a:cubicBezTo>
                <a:lnTo>
                  <a:pt x="0" y="228314"/>
                </a:lnTo>
                <a:cubicBezTo>
                  <a:pt x="2477" y="229553"/>
                  <a:pt x="1334" y="231934"/>
                  <a:pt x="1429" y="233648"/>
                </a:cubicBezTo>
                <a:cubicBezTo>
                  <a:pt x="7239" y="300990"/>
                  <a:pt x="24479" y="365189"/>
                  <a:pt x="56769" y="424625"/>
                </a:cubicBezTo>
                <a:cubicBezTo>
                  <a:pt x="132017" y="563213"/>
                  <a:pt x="246983" y="649605"/>
                  <a:pt x="401479" y="682371"/>
                </a:cubicBezTo>
                <a:cubicBezTo>
                  <a:pt x="439674" y="690467"/>
                  <a:pt x="478536" y="694373"/>
                  <a:pt x="517589" y="690848"/>
                </a:cubicBezTo>
                <a:cubicBezTo>
                  <a:pt x="614267" y="682276"/>
                  <a:pt x="690848" y="599218"/>
                  <a:pt x="692182" y="501968"/>
                </a:cubicBezTo>
                <a:cubicBezTo>
                  <a:pt x="692372" y="488537"/>
                  <a:pt x="688562" y="482632"/>
                  <a:pt x="676180" y="477679"/>
                </a:cubicBezTo>
                <a:close/>
                <a:moveTo>
                  <a:pt x="650367" y="520065"/>
                </a:moveTo>
                <a:cubicBezTo>
                  <a:pt x="642366" y="579215"/>
                  <a:pt x="596837" y="630936"/>
                  <a:pt x="538925" y="646271"/>
                </a:cubicBezTo>
                <a:cubicBezTo>
                  <a:pt x="523399" y="650367"/>
                  <a:pt x="507587" y="652272"/>
                  <a:pt x="493014" y="651701"/>
                </a:cubicBezTo>
                <a:cubicBezTo>
                  <a:pt x="292418" y="650653"/>
                  <a:pt x="113348" y="513683"/>
                  <a:pt x="58103" y="320421"/>
                </a:cubicBezTo>
                <a:cubicBezTo>
                  <a:pt x="46387" y="279273"/>
                  <a:pt x="40481" y="237268"/>
                  <a:pt x="40577" y="194405"/>
                </a:cubicBezTo>
                <a:cubicBezTo>
                  <a:pt x="40672" y="117920"/>
                  <a:pt x="95726" y="53912"/>
                  <a:pt x="171164" y="42101"/>
                </a:cubicBezTo>
                <a:cubicBezTo>
                  <a:pt x="177641" y="41053"/>
                  <a:pt x="181261" y="41910"/>
                  <a:pt x="184023" y="49149"/>
                </a:cubicBezTo>
                <a:cubicBezTo>
                  <a:pt x="206407" y="106204"/>
                  <a:pt x="229267" y="163163"/>
                  <a:pt x="252222" y="219932"/>
                </a:cubicBezTo>
                <a:cubicBezTo>
                  <a:pt x="254318" y="225076"/>
                  <a:pt x="253651" y="226790"/>
                  <a:pt x="248317" y="228886"/>
                </a:cubicBezTo>
                <a:cubicBezTo>
                  <a:pt x="221266" y="239268"/>
                  <a:pt x="194501" y="250222"/>
                  <a:pt x="167545" y="260985"/>
                </a:cubicBezTo>
                <a:cubicBezTo>
                  <a:pt x="156305" y="265462"/>
                  <a:pt x="151638" y="271939"/>
                  <a:pt x="152114" y="283559"/>
                </a:cubicBezTo>
                <a:cubicBezTo>
                  <a:pt x="156877" y="392906"/>
                  <a:pt x="208979" y="471202"/>
                  <a:pt x="307467" y="518255"/>
                </a:cubicBezTo>
                <a:cubicBezTo>
                  <a:pt x="339757" y="533686"/>
                  <a:pt x="374523" y="539877"/>
                  <a:pt x="410242" y="540163"/>
                </a:cubicBezTo>
                <a:cubicBezTo>
                  <a:pt x="420719" y="540163"/>
                  <a:pt x="427292" y="534543"/>
                  <a:pt x="431101" y="525018"/>
                </a:cubicBezTo>
                <a:cubicBezTo>
                  <a:pt x="441865" y="497872"/>
                  <a:pt x="452819" y="470821"/>
                  <a:pt x="463487" y="443675"/>
                </a:cubicBezTo>
                <a:cubicBezTo>
                  <a:pt x="465392" y="438912"/>
                  <a:pt x="467011" y="437864"/>
                  <a:pt x="471964" y="439865"/>
                </a:cubicBezTo>
                <a:cubicBezTo>
                  <a:pt x="529019" y="462915"/>
                  <a:pt x="586073" y="485775"/>
                  <a:pt x="643319" y="508349"/>
                </a:cubicBezTo>
                <a:cubicBezTo>
                  <a:pt x="649510" y="510826"/>
                  <a:pt x="651129" y="513683"/>
                  <a:pt x="650272" y="520065"/>
                </a:cubicBezTo>
                <a:close/>
              </a:path>
            </a:pathLst>
          </a:custGeom>
          <a:solidFill>
            <a:srgbClr val="B4B5B2"/>
          </a:solidFill>
          <a:ln w="9525" cap="flat">
            <a:noFill/>
            <a:prstDash val="solid"/>
            <a:miter/>
          </a:ln>
        </p:spPr>
        <p:txBody>
          <a:bodyPr rtlCol="0" anchor="ctr"/>
          <a:lstStyle/>
          <a:p>
            <a:endParaRPr lang="en-IN"/>
          </a:p>
        </p:txBody>
      </p:sp>
      <p:grpSp>
        <p:nvGrpSpPr>
          <p:cNvPr id="20" name="Group 19">
            <a:extLst>
              <a:ext uri="{FF2B5EF4-FFF2-40B4-BE49-F238E27FC236}">
                <a16:creationId xmlns:a16="http://schemas.microsoft.com/office/drawing/2014/main" id="{E7C78772-CF0D-FAE7-01E1-5AE6826A2D37}"/>
              </a:ext>
            </a:extLst>
          </p:cNvPr>
          <p:cNvGrpSpPr/>
          <p:nvPr/>
        </p:nvGrpSpPr>
        <p:grpSpPr>
          <a:xfrm>
            <a:off x="3258053" y="292100"/>
            <a:ext cx="297947" cy="297947"/>
            <a:chOff x="8892506" y="664914"/>
            <a:chExt cx="209401" cy="209401"/>
          </a:xfrm>
        </p:grpSpPr>
        <p:sp>
          <p:nvSpPr>
            <p:cNvPr id="21" name="Oval 20">
              <a:hlinkClick r:id="" action="ppaction://hlinkshowjump?jump=previousslide"/>
              <a:extLst>
                <a:ext uri="{FF2B5EF4-FFF2-40B4-BE49-F238E27FC236}">
                  <a16:creationId xmlns:a16="http://schemas.microsoft.com/office/drawing/2014/main" id="{B3381598-C206-30AD-42BC-5F9AB29C2FCD}"/>
                </a:ext>
              </a:extLst>
            </p:cNvPr>
            <p:cNvSpPr/>
            <p:nvPr/>
          </p:nvSpPr>
          <p:spPr>
            <a:xfrm>
              <a:off x="8892506" y="664914"/>
              <a:ext cx="209401" cy="209401"/>
            </a:xfrm>
            <a:prstGeom prst="ellipse">
              <a:avLst/>
            </a:prstGeom>
            <a:solidFill>
              <a:srgbClr val="0A07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Graphic 63" descr="Caret Left with solid fill">
              <a:hlinkClick r:id="" action="ppaction://hlinkshowjump?jump=previousslide"/>
              <a:extLst>
                <a:ext uri="{FF2B5EF4-FFF2-40B4-BE49-F238E27FC236}">
                  <a16:creationId xmlns:a16="http://schemas.microsoft.com/office/drawing/2014/main" id="{F26F555F-9904-2E41-F5B3-B4FCA0928F0B}"/>
                </a:ext>
              </a:extLst>
            </p:cNvPr>
            <p:cNvSpPr/>
            <p:nvPr/>
          </p:nvSpPr>
          <p:spPr>
            <a:xfrm>
              <a:off x="8960350" y="717942"/>
              <a:ext cx="59427" cy="103344"/>
            </a:xfrm>
            <a:custGeom>
              <a:avLst/>
              <a:gdLst>
                <a:gd name="connsiteX0" fmla="*/ 269081 w 309505"/>
                <a:gd name="connsiteY0" fmla="*/ 538229 h 538229"/>
                <a:gd name="connsiteX1" fmla="*/ 0 w 309505"/>
                <a:gd name="connsiteY1" fmla="*/ 269091 h 538229"/>
                <a:gd name="connsiteX2" fmla="*/ 269081 w 309505"/>
                <a:gd name="connsiteY2" fmla="*/ 0 h 538229"/>
                <a:gd name="connsiteX3" fmla="*/ 309496 w 309505"/>
                <a:gd name="connsiteY3" fmla="*/ 40405 h 538229"/>
                <a:gd name="connsiteX4" fmla="*/ 80810 w 309505"/>
                <a:gd name="connsiteY4" fmla="*/ 269091 h 538229"/>
                <a:gd name="connsiteX5" fmla="*/ 309505 w 309505"/>
                <a:gd name="connsiteY5" fmla="*/ 497824 h 538229"/>
                <a:gd name="connsiteX6" fmla="*/ 269081 w 309505"/>
                <a:gd name="connsiteY6" fmla="*/ 538229 h 53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505" h="538229">
                  <a:moveTo>
                    <a:pt x="269081" y="538229"/>
                  </a:moveTo>
                  <a:lnTo>
                    <a:pt x="0" y="269091"/>
                  </a:lnTo>
                  <a:lnTo>
                    <a:pt x="269081" y="0"/>
                  </a:lnTo>
                  <a:lnTo>
                    <a:pt x="309496" y="40405"/>
                  </a:lnTo>
                  <a:lnTo>
                    <a:pt x="80810" y="269091"/>
                  </a:lnTo>
                  <a:lnTo>
                    <a:pt x="309505" y="497824"/>
                  </a:lnTo>
                  <a:lnTo>
                    <a:pt x="269081" y="538229"/>
                  </a:lnTo>
                  <a:close/>
                </a:path>
              </a:pathLst>
            </a:custGeom>
            <a:solidFill>
              <a:schemeClr val="bg1"/>
            </a:solidFill>
            <a:ln w="9525" cap="flat">
              <a:noFill/>
              <a:prstDash val="solid"/>
              <a:miter/>
            </a:ln>
          </p:spPr>
          <p:txBody>
            <a:bodyPr rtlCol="0" anchor="ctr"/>
            <a:lstStyle/>
            <a:p>
              <a:endParaRPr lang="en-IN"/>
            </a:p>
          </p:txBody>
        </p:sp>
      </p:grpSp>
      <p:grpSp>
        <p:nvGrpSpPr>
          <p:cNvPr id="27" name="Group 26">
            <a:extLst>
              <a:ext uri="{FF2B5EF4-FFF2-40B4-BE49-F238E27FC236}">
                <a16:creationId xmlns:a16="http://schemas.microsoft.com/office/drawing/2014/main" id="{EA506E3E-B360-F6CC-2884-D76F97DE4294}"/>
              </a:ext>
            </a:extLst>
          </p:cNvPr>
          <p:cNvGrpSpPr/>
          <p:nvPr/>
        </p:nvGrpSpPr>
        <p:grpSpPr>
          <a:xfrm flipH="1">
            <a:off x="3665943" y="292100"/>
            <a:ext cx="297947" cy="297947"/>
            <a:chOff x="8892506" y="664914"/>
            <a:chExt cx="209401" cy="209401"/>
          </a:xfrm>
        </p:grpSpPr>
        <p:sp>
          <p:nvSpPr>
            <p:cNvPr id="28" name="Oval 27">
              <a:hlinkClick r:id="" action="ppaction://hlinkshowjump?jump=nextslide"/>
              <a:extLst>
                <a:ext uri="{FF2B5EF4-FFF2-40B4-BE49-F238E27FC236}">
                  <a16:creationId xmlns:a16="http://schemas.microsoft.com/office/drawing/2014/main" id="{8D1C0A7E-463D-967C-2847-7EBD6C3D88AF}"/>
                </a:ext>
              </a:extLst>
            </p:cNvPr>
            <p:cNvSpPr/>
            <p:nvPr/>
          </p:nvSpPr>
          <p:spPr>
            <a:xfrm>
              <a:off x="8892506" y="664914"/>
              <a:ext cx="209401" cy="209401"/>
            </a:xfrm>
            <a:prstGeom prst="ellipse">
              <a:avLst/>
            </a:prstGeom>
            <a:solidFill>
              <a:srgbClr val="120D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Graphic 63" descr="Caret Left with solid fill">
              <a:hlinkClick r:id="" action="ppaction://hlinkshowjump?jump=nextslide"/>
              <a:extLst>
                <a:ext uri="{FF2B5EF4-FFF2-40B4-BE49-F238E27FC236}">
                  <a16:creationId xmlns:a16="http://schemas.microsoft.com/office/drawing/2014/main" id="{14F77C75-4D59-9780-69C6-6137BEDF88E2}"/>
                </a:ext>
              </a:extLst>
            </p:cNvPr>
            <p:cNvSpPr/>
            <p:nvPr/>
          </p:nvSpPr>
          <p:spPr>
            <a:xfrm>
              <a:off x="8960350" y="717942"/>
              <a:ext cx="59427" cy="103344"/>
            </a:xfrm>
            <a:custGeom>
              <a:avLst/>
              <a:gdLst>
                <a:gd name="connsiteX0" fmla="*/ 269081 w 309505"/>
                <a:gd name="connsiteY0" fmla="*/ 538229 h 538229"/>
                <a:gd name="connsiteX1" fmla="*/ 0 w 309505"/>
                <a:gd name="connsiteY1" fmla="*/ 269091 h 538229"/>
                <a:gd name="connsiteX2" fmla="*/ 269081 w 309505"/>
                <a:gd name="connsiteY2" fmla="*/ 0 h 538229"/>
                <a:gd name="connsiteX3" fmla="*/ 309496 w 309505"/>
                <a:gd name="connsiteY3" fmla="*/ 40405 h 538229"/>
                <a:gd name="connsiteX4" fmla="*/ 80810 w 309505"/>
                <a:gd name="connsiteY4" fmla="*/ 269091 h 538229"/>
                <a:gd name="connsiteX5" fmla="*/ 309505 w 309505"/>
                <a:gd name="connsiteY5" fmla="*/ 497824 h 538229"/>
                <a:gd name="connsiteX6" fmla="*/ 269081 w 309505"/>
                <a:gd name="connsiteY6" fmla="*/ 538229 h 53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505" h="538229">
                  <a:moveTo>
                    <a:pt x="269081" y="538229"/>
                  </a:moveTo>
                  <a:lnTo>
                    <a:pt x="0" y="269091"/>
                  </a:lnTo>
                  <a:lnTo>
                    <a:pt x="269081" y="0"/>
                  </a:lnTo>
                  <a:lnTo>
                    <a:pt x="309496" y="40405"/>
                  </a:lnTo>
                  <a:lnTo>
                    <a:pt x="80810" y="269091"/>
                  </a:lnTo>
                  <a:lnTo>
                    <a:pt x="309505" y="497824"/>
                  </a:lnTo>
                  <a:lnTo>
                    <a:pt x="269081" y="538229"/>
                  </a:lnTo>
                  <a:close/>
                </a:path>
              </a:pathLst>
            </a:custGeom>
            <a:solidFill>
              <a:srgbClr val="B4B5B2"/>
            </a:solidFill>
            <a:ln w="9525" cap="flat">
              <a:noFill/>
              <a:prstDash val="solid"/>
              <a:miter/>
            </a:ln>
          </p:spPr>
          <p:txBody>
            <a:bodyPr rtlCol="0" anchor="ctr"/>
            <a:lstStyle/>
            <a:p>
              <a:endParaRPr lang="en-IN"/>
            </a:p>
          </p:txBody>
        </p:sp>
      </p:grpSp>
      <p:graphicFrame>
        <p:nvGraphicFramePr>
          <p:cNvPr id="17" name="Diagram 16"/>
          <p:cNvGraphicFramePr/>
          <p:nvPr>
            <p:extLst>
              <p:ext uri="{D42A27DB-BD31-4B8C-83A1-F6EECF244321}">
                <p14:modId xmlns:p14="http://schemas.microsoft.com/office/powerpoint/2010/main" val="1186724989"/>
              </p:ext>
            </p:extLst>
          </p:nvPr>
        </p:nvGraphicFramePr>
        <p:xfrm>
          <a:off x="3665943" y="1742268"/>
          <a:ext cx="6856839" cy="4843177"/>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21249075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2C2C2C"/>
            </a:gs>
            <a:gs pos="55000">
              <a:schemeClr val="tx1"/>
            </a:gs>
          </a:gsLst>
          <a:lin ang="5400000" scaled="1"/>
          <a:tileRect/>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025ACCD-BEFE-4057-D0DA-23300AB28132}"/>
              </a:ext>
            </a:extLst>
          </p:cNvPr>
          <p:cNvSpPr>
            <a:spLocks noGrp="1" noRot="1" noMove="1" noResize="1" noEditPoints="1" noAdjustHandles="1" noChangeArrowheads="1" noChangeShapeType="1"/>
          </p:cNvSpPr>
          <p:nvPr/>
        </p:nvSpPr>
        <p:spPr>
          <a:xfrm>
            <a:off x="0" y="0"/>
            <a:ext cx="3008671" cy="6858000"/>
          </a:xfrm>
          <a:prstGeom prst="rect">
            <a:avLst/>
          </a:prstGeom>
          <a:solidFill>
            <a:schemeClr val="tx1"/>
          </a:solidFill>
          <a:ln>
            <a:solidFill>
              <a:srgbClr val="12121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424F5E4E-9FDC-BD92-DDA4-122C91ADE39F}"/>
              </a:ext>
            </a:extLst>
          </p:cNvPr>
          <p:cNvGrpSpPr/>
          <p:nvPr/>
        </p:nvGrpSpPr>
        <p:grpSpPr>
          <a:xfrm>
            <a:off x="400078" y="221673"/>
            <a:ext cx="361410" cy="70427"/>
            <a:chOff x="249382" y="221673"/>
            <a:chExt cx="234616" cy="45719"/>
          </a:xfrm>
        </p:grpSpPr>
        <p:sp>
          <p:nvSpPr>
            <p:cNvPr id="4" name="Oval 3">
              <a:extLst>
                <a:ext uri="{FF2B5EF4-FFF2-40B4-BE49-F238E27FC236}">
                  <a16:creationId xmlns:a16="http://schemas.microsoft.com/office/drawing/2014/main" id="{F85C9BE8-F382-7DF0-2A23-EF042FD71119}"/>
                </a:ext>
              </a:extLst>
            </p:cNvPr>
            <p:cNvSpPr/>
            <p:nvPr/>
          </p:nvSpPr>
          <p:spPr>
            <a:xfrm>
              <a:off x="249382" y="221673"/>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3F54E8A3-668A-3F3A-D1EA-9A82C2E2130E}"/>
                </a:ext>
              </a:extLst>
            </p:cNvPr>
            <p:cNvSpPr/>
            <p:nvPr/>
          </p:nvSpPr>
          <p:spPr>
            <a:xfrm>
              <a:off x="344632" y="221673"/>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A3408F0E-7024-852D-650D-D6ED0C99B1A2}"/>
                </a:ext>
              </a:extLst>
            </p:cNvPr>
            <p:cNvSpPr/>
            <p:nvPr/>
          </p:nvSpPr>
          <p:spPr>
            <a:xfrm>
              <a:off x="438279" y="221673"/>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3" name="Group 72">
            <a:extLst>
              <a:ext uri="{FF2B5EF4-FFF2-40B4-BE49-F238E27FC236}">
                <a16:creationId xmlns:a16="http://schemas.microsoft.com/office/drawing/2014/main" id="{25268A36-91BD-F774-706B-5A541EC6E5D2}"/>
              </a:ext>
            </a:extLst>
          </p:cNvPr>
          <p:cNvGrpSpPr/>
          <p:nvPr/>
        </p:nvGrpSpPr>
        <p:grpSpPr>
          <a:xfrm>
            <a:off x="9104466" y="294121"/>
            <a:ext cx="1011084" cy="311801"/>
            <a:chOff x="9104466" y="294121"/>
            <a:chExt cx="1011084" cy="311801"/>
          </a:xfrm>
        </p:grpSpPr>
        <p:sp>
          <p:nvSpPr>
            <p:cNvPr id="71" name="Rectangle: Rounded Corners 70">
              <a:extLst>
                <a:ext uri="{FF2B5EF4-FFF2-40B4-BE49-F238E27FC236}">
                  <a16:creationId xmlns:a16="http://schemas.microsoft.com/office/drawing/2014/main" id="{ADD5BFBE-6641-D138-826B-10AF96D14A21}"/>
                </a:ext>
              </a:extLst>
            </p:cNvPr>
            <p:cNvSpPr/>
            <p:nvPr/>
          </p:nvSpPr>
          <p:spPr>
            <a:xfrm>
              <a:off x="9104466" y="294121"/>
              <a:ext cx="1011084" cy="297947"/>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TextBox 71">
              <a:extLst>
                <a:ext uri="{FF2B5EF4-FFF2-40B4-BE49-F238E27FC236}">
                  <a16:creationId xmlns:a16="http://schemas.microsoft.com/office/drawing/2014/main" id="{41CB0576-DF8B-34D7-6035-B4F1FE7BA261}"/>
                </a:ext>
              </a:extLst>
            </p:cNvPr>
            <p:cNvSpPr txBox="1"/>
            <p:nvPr/>
          </p:nvSpPr>
          <p:spPr>
            <a:xfrm>
              <a:off x="9179442" y="328923"/>
              <a:ext cx="861133" cy="276999"/>
            </a:xfrm>
            <a:prstGeom prst="rect">
              <a:avLst/>
            </a:prstGeom>
            <a:noFill/>
          </p:spPr>
          <p:txBody>
            <a:bodyPr wrap="none" rtlCol="0">
              <a:spAutoFit/>
            </a:bodyPr>
            <a:lstStyle/>
            <a:p>
              <a:r>
                <a:rPr lang="en-IN" sz="1200" dirty="0">
                  <a:solidFill>
                    <a:schemeClr val="bg1"/>
                  </a:solidFill>
                  <a:latin typeface="Poppins Medium" panose="00000600000000000000" pitchFamily="50" charset="0"/>
                  <a:cs typeface="Poppins Medium" panose="00000600000000000000" pitchFamily="50" charset="0"/>
                </a:rPr>
                <a:t>Upgrade</a:t>
              </a:r>
            </a:p>
          </p:txBody>
        </p:sp>
      </p:grpSp>
      <p:sp>
        <p:nvSpPr>
          <p:cNvPr id="75" name="Rectangle: Rounded Corners 74">
            <a:extLst>
              <a:ext uri="{FF2B5EF4-FFF2-40B4-BE49-F238E27FC236}">
                <a16:creationId xmlns:a16="http://schemas.microsoft.com/office/drawing/2014/main" id="{82381173-9D11-EA28-C232-8562E09E7A8A}"/>
              </a:ext>
            </a:extLst>
          </p:cNvPr>
          <p:cNvSpPr/>
          <p:nvPr/>
        </p:nvSpPr>
        <p:spPr>
          <a:xfrm>
            <a:off x="10428440" y="294121"/>
            <a:ext cx="1363509" cy="297947"/>
          </a:xfrm>
          <a:prstGeom prst="roundRect">
            <a:avLst>
              <a:gd name="adj" fmla="val 50000"/>
            </a:avLst>
          </a:prstGeom>
          <a:solidFill>
            <a:srgbClr val="0A080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TextBox 75">
            <a:extLst>
              <a:ext uri="{FF2B5EF4-FFF2-40B4-BE49-F238E27FC236}">
                <a16:creationId xmlns:a16="http://schemas.microsoft.com/office/drawing/2014/main" id="{49C2A340-4710-5833-FBEA-EC919DD51A6E}"/>
              </a:ext>
            </a:extLst>
          </p:cNvPr>
          <p:cNvSpPr txBox="1"/>
          <p:nvPr/>
        </p:nvSpPr>
        <p:spPr>
          <a:xfrm>
            <a:off x="10659597" y="328923"/>
            <a:ext cx="909223" cy="276999"/>
          </a:xfrm>
          <a:prstGeom prst="rect">
            <a:avLst/>
          </a:prstGeom>
          <a:noFill/>
        </p:spPr>
        <p:txBody>
          <a:bodyPr wrap="none" rtlCol="0">
            <a:spAutoFit/>
          </a:bodyPr>
          <a:lstStyle/>
          <a:p>
            <a:r>
              <a:rPr lang="en-IN" sz="1200" dirty="0">
                <a:solidFill>
                  <a:schemeClr val="bg1"/>
                </a:solidFill>
                <a:latin typeface="Poppins Medium" panose="00000600000000000000" pitchFamily="50" charset="0"/>
                <a:cs typeface="Poppins Medium" panose="00000600000000000000" pitchFamily="50" charset="0"/>
              </a:rPr>
              <a:t>John Doe</a:t>
            </a:r>
          </a:p>
        </p:txBody>
      </p:sp>
      <p:sp>
        <p:nvSpPr>
          <p:cNvPr id="77" name="Oval 76">
            <a:extLst>
              <a:ext uri="{FF2B5EF4-FFF2-40B4-BE49-F238E27FC236}">
                <a16:creationId xmlns:a16="http://schemas.microsoft.com/office/drawing/2014/main" id="{7859F75F-3F6A-F6DE-C7C4-920FB32200D1}"/>
              </a:ext>
            </a:extLst>
          </p:cNvPr>
          <p:cNvSpPr/>
          <p:nvPr/>
        </p:nvSpPr>
        <p:spPr>
          <a:xfrm>
            <a:off x="10465928" y="322008"/>
            <a:ext cx="238127" cy="238127"/>
          </a:xfrm>
          <a:prstGeom prst="ellipse">
            <a:avLst/>
          </a:prstGeom>
          <a:solidFill>
            <a:srgbClr val="5555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Graphic 78">
            <a:extLst>
              <a:ext uri="{FF2B5EF4-FFF2-40B4-BE49-F238E27FC236}">
                <a16:creationId xmlns:a16="http://schemas.microsoft.com/office/drawing/2014/main" id="{2770181D-94BB-87F9-9F1C-C577F5415446}"/>
              </a:ext>
            </a:extLst>
          </p:cNvPr>
          <p:cNvSpPr/>
          <p:nvPr/>
        </p:nvSpPr>
        <p:spPr>
          <a:xfrm>
            <a:off x="10526959" y="377048"/>
            <a:ext cx="116064" cy="128047"/>
          </a:xfrm>
          <a:custGeom>
            <a:avLst/>
            <a:gdLst>
              <a:gd name="connsiteX0" fmla="*/ 115527 w 116064"/>
              <a:gd name="connsiteY0" fmla="*/ 108391 h 128047"/>
              <a:gd name="connsiteX1" fmla="*/ 94646 w 116064"/>
              <a:gd name="connsiteY1" fmla="*/ 71344 h 128047"/>
              <a:gd name="connsiteX2" fmla="*/ 79582 w 116064"/>
              <a:gd name="connsiteY2" fmla="*/ 62465 h 128047"/>
              <a:gd name="connsiteX3" fmla="*/ 84052 w 116064"/>
              <a:gd name="connsiteY3" fmla="*/ 11702 h 128047"/>
              <a:gd name="connsiteX4" fmla="*/ 35187 w 116064"/>
              <a:gd name="connsiteY4" fmla="*/ 8640 h 128047"/>
              <a:gd name="connsiteX5" fmla="*/ 23308 w 116064"/>
              <a:gd name="connsiteY5" fmla="*/ 32889 h 128047"/>
              <a:gd name="connsiteX6" fmla="*/ 36534 w 116064"/>
              <a:gd name="connsiteY6" fmla="*/ 62404 h 128047"/>
              <a:gd name="connsiteX7" fmla="*/ 35432 w 116064"/>
              <a:gd name="connsiteY7" fmla="*/ 62894 h 128047"/>
              <a:gd name="connsiteX8" fmla="*/ 4448 w 116064"/>
              <a:gd name="connsiteY8" fmla="*/ 94123 h 128047"/>
              <a:gd name="connsiteX9" fmla="*/ 100 w 116064"/>
              <a:gd name="connsiteY9" fmla="*/ 122842 h 128047"/>
              <a:gd name="connsiteX10" fmla="*/ 1631 w 116064"/>
              <a:gd name="connsiteY10" fmla="*/ 126210 h 128047"/>
              <a:gd name="connsiteX11" fmla="*/ 6407 w 116064"/>
              <a:gd name="connsiteY11" fmla="*/ 128047 h 128047"/>
              <a:gd name="connsiteX12" fmla="*/ 109648 w 116064"/>
              <a:gd name="connsiteY12" fmla="*/ 128047 h 128047"/>
              <a:gd name="connsiteX13" fmla="*/ 110995 w 116064"/>
              <a:gd name="connsiteY13" fmla="*/ 127986 h 128047"/>
              <a:gd name="connsiteX14" fmla="*/ 116016 w 116064"/>
              <a:gd name="connsiteY14" fmla="*/ 122475 h 128047"/>
              <a:gd name="connsiteX15" fmla="*/ 115465 w 116064"/>
              <a:gd name="connsiteY15" fmla="*/ 108330 h 128047"/>
              <a:gd name="connsiteX16" fmla="*/ 34881 w 116064"/>
              <a:gd name="connsiteY16" fmla="*/ 35094 h 128047"/>
              <a:gd name="connsiteX17" fmla="*/ 57721 w 116064"/>
              <a:gd name="connsiteY17" fmla="*/ 11702 h 128047"/>
              <a:gd name="connsiteX18" fmla="*/ 81235 w 116064"/>
              <a:gd name="connsiteY18" fmla="*/ 34971 h 128047"/>
              <a:gd name="connsiteX19" fmla="*/ 57966 w 116064"/>
              <a:gd name="connsiteY19" fmla="*/ 58240 h 128047"/>
              <a:gd name="connsiteX20" fmla="*/ 34881 w 116064"/>
              <a:gd name="connsiteY20" fmla="*/ 35094 h 128047"/>
              <a:gd name="connsiteX21" fmla="*/ 103280 w 116064"/>
              <a:gd name="connsiteY21" fmla="*/ 116413 h 128047"/>
              <a:gd name="connsiteX22" fmla="*/ 57966 w 116064"/>
              <a:gd name="connsiteY22" fmla="*/ 116413 h 128047"/>
              <a:gd name="connsiteX23" fmla="*/ 13082 w 116064"/>
              <a:gd name="connsiteY23" fmla="*/ 116413 h 128047"/>
              <a:gd name="connsiteX24" fmla="*/ 11612 w 116064"/>
              <a:gd name="connsiteY24" fmla="*/ 114943 h 128047"/>
              <a:gd name="connsiteX25" fmla="*/ 41494 w 116064"/>
              <a:gd name="connsiteY25" fmla="*/ 72936 h 128047"/>
              <a:gd name="connsiteX26" fmla="*/ 103219 w 116064"/>
              <a:gd name="connsiteY26" fmla="*/ 105697 h 128047"/>
              <a:gd name="connsiteX27" fmla="*/ 104443 w 116064"/>
              <a:gd name="connsiteY27" fmla="*/ 115127 h 128047"/>
              <a:gd name="connsiteX28" fmla="*/ 103219 w 116064"/>
              <a:gd name="connsiteY28" fmla="*/ 116351 h 12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6064" h="128047">
                <a:moveTo>
                  <a:pt x="115527" y="108391"/>
                </a:moveTo>
                <a:cubicBezTo>
                  <a:pt x="113261" y="93389"/>
                  <a:pt x="106280" y="81019"/>
                  <a:pt x="94646" y="71344"/>
                </a:cubicBezTo>
                <a:cubicBezTo>
                  <a:pt x="90176" y="67609"/>
                  <a:pt x="85154" y="64731"/>
                  <a:pt x="79582" y="62465"/>
                </a:cubicBezTo>
                <a:cubicBezTo>
                  <a:pt x="95932" y="49177"/>
                  <a:pt x="96973" y="26153"/>
                  <a:pt x="84052" y="11702"/>
                </a:cubicBezTo>
                <a:cubicBezTo>
                  <a:pt x="71315" y="-2627"/>
                  <a:pt x="49516" y="-3974"/>
                  <a:pt x="35187" y="8640"/>
                </a:cubicBezTo>
                <a:cubicBezTo>
                  <a:pt x="27900" y="15070"/>
                  <a:pt x="23859" y="23214"/>
                  <a:pt x="23308" y="32889"/>
                </a:cubicBezTo>
                <a:cubicBezTo>
                  <a:pt x="22696" y="44891"/>
                  <a:pt x="27288" y="54689"/>
                  <a:pt x="36534" y="62404"/>
                </a:cubicBezTo>
                <a:cubicBezTo>
                  <a:pt x="36106" y="62588"/>
                  <a:pt x="35800" y="62771"/>
                  <a:pt x="35432" y="62894"/>
                </a:cubicBezTo>
                <a:cubicBezTo>
                  <a:pt x="20981" y="69201"/>
                  <a:pt x="10694" y="79611"/>
                  <a:pt x="4448" y="94123"/>
                </a:cubicBezTo>
                <a:cubicBezTo>
                  <a:pt x="529" y="103370"/>
                  <a:pt x="-329" y="112984"/>
                  <a:pt x="100" y="122842"/>
                </a:cubicBezTo>
                <a:cubicBezTo>
                  <a:pt x="100" y="124189"/>
                  <a:pt x="712" y="125292"/>
                  <a:pt x="1631" y="126210"/>
                </a:cubicBezTo>
                <a:cubicBezTo>
                  <a:pt x="2917" y="127557"/>
                  <a:pt x="4570" y="128047"/>
                  <a:pt x="6407" y="128047"/>
                </a:cubicBezTo>
                <a:cubicBezTo>
                  <a:pt x="40821" y="128047"/>
                  <a:pt x="75234" y="128047"/>
                  <a:pt x="109648" y="128047"/>
                </a:cubicBezTo>
                <a:cubicBezTo>
                  <a:pt x="110077" y="128047"/>
                  <a:pt x="110567" y="128047"/>
                  <a:pt x="110995" y="127986"/>
                </a:cubicBezTo>
                <a:cubicBezTo>
                  <a:pt x="113935" y="127557"/>
                  <a:pt x="116016" y="125414"/>
                  <a:pt x="116016" y="122475"/>
                </a:cubicBezTo>
                <a:cubicBezTo>
                  <a:pt x="116078" y="117760"/>
                  <a:pt x="116200" y="113045"/>
                  <a:pt x="115465" y="108330"/>
                </a:cubicBezTo>
                <a:close/>
                <a:moveTo>
                  <a:pt x="34881" y="35094"/>
                </a:moveTo>
                <a:cubicBezTo>
                  <a:pt x="34881" y="22234"/>
                  <a:pt x="45107" y="11763"/>
                  <a:pt x="57721" y="11702"/>
                </a:cubicBezTo>
                <a:cubicBezTo>
                  <a:pt x="70764" y="11641"/>
                  <a:pt x="81174" y="21928"/>
                  <a:pt x="81235" y="34971"/>
                </a:cubicBezTo>
                <a:cubicBezTo>
                  <a:pt x="81297" y="47769"/>
                  <a:pt x="70826" y="58240"/>
                  <a:pt x="57966" y="58240"/>
                </a:cubicBezTo>
                <a:cubicBezTo>
                  <a:pt x="45291" y="58240"/>
                  <a:pt x="34881" y="47769"/>
                  <a:pt x="34881" y="35094"/>
                </a:cubicBezTo>
                <a:close/>
                <a:moveTo>
                  <a:pt x="103280" y="116413"/>
                </a:moveTo>
                <a:cubicBezTo>
                  <a:pt x="88155" y="116413"/>
                  <a:pt x="73091" y="116413"/>
                  <a:pt x="57966" y="116413"/>
                </a:cubicBezTo>
                <a:cubicBezTo>
                  <a:pt x="42842" y="116413"/>
                  <a:pt x="28023" y="116413"/>
                  <a:pt x="13082" y="116413"/>
                </a:cubicBezTo>
                <a:cubicBezTo>
                  <a:pt x="11918" y="116413"/>
                  <a:pt x="11551" y="116229"/>
                  <a:pt x="11612" y="114943"/>
                </a:cubicBezTo>
                <a:cubicBezTo>
                  <a:pt x="13021" y="94797"/>
                  <a:pt x="22879" y="80529"/>
                  <a:pt x="41494" y="72936"/>
                </a:cubicBezTo>
                <a:cubicBezTo>
                  <a:pt x="67274" y="62465"/>
                  <a:pt x="97156" y="78509"/>
                  <a:pt x="103219" y="105697"/>
                </a:cubicBezTo>
                <a:cubicBezTo>
                  <a:pt x="103892" y="108820"/>
                  <a:pt x="104259" y="111943"/>
                  <a:pt x="104443" y="115127"/>
                </a:cubicBezTo>
                <a:cubicBezTo>
                  <a:pt x="104504" y="116229"/>
                  <a:pt x="104198" y="116351"/>
                  <a:pt x="103219" y="116351"/>
                </a:cubicBezTo>
                <a:close/>
              </a:path>
            </a:pathLst>
          </a:custGeom>
          <a:solidFill>
            <a:schemeClr val="bg1"/>
          </a:solidFill>
          <a:ln w="6016" cap="flat">
            <a:noFill/>
            <a:prstDash val="solid"/>
            <a:miter/>
          </a:ln>
        </p:spPr>
        <p:txBody>
          <a:bodyPr rtlCol="0" anchor="ctr"/>
          <a:lstStyle/>
          <a:p>
            <a:endParaRPr lang="en-IN"/>
          </a:p>
        </p:txBody>
      </p:sp>
      <p:sp>
        <p:nvSpPr>
          <p:cNvPr id="81" name="Isosceles Triangle 80">
            <a:extLst>
              <a:ext uri="{FF2B5EF4-FFF2-40B4-BE49-F238E27FC236}">
                <a16:creationId xmlns:a16="http://schemas.microsoft.com/office/drawing/2014/main" id="{59106057-6687-7436-2443-36CF82D5A997}"/>
              </a:ext>
            </a:extLst>
          </p:cNvPr>
          <p:cNvSpPr/>
          <p:nvPr/>
        </p:nvSpPr>
        <p:spPr>
          <a:xfrm rot="3600000">
            <a:off x="11583174" y="388252"/>
            <a:ext cx="86542" cy="7460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2" name="TextBox 91">
            <a:extLst>
              <a:ext uri="{FF2B5EF4-FFF2-40B4-BE49-F238E27FC236}">
                <a16:creationId xmlns:a16="http://schemas.microsoft.com/office/drawing/2014/main" id="{232C2ADA-8B7B-4990-FB78-B27C9A79E87E}"/>
              </a:ext>
            </a:extLst>
          </p:cNvPr>
          <p:cNvSpPr txBox="1"/>
          <p:nvPr/>
        </p:nvSpPr>
        <p:spPr>
          <a:xfrm>
            <a:off x="3235604" y="1056482"/>
            <a:ext cx="3313728" cy="2739211"/>
          </a:xfrm>
          <a:prstGeom prst="rect">
            <a:avLst/>
          </a:prstGeom>
          <a:noFill/>
        </p:spPr>
        <p:txBody>
          <a:bodyPr wrap="none" rtlCol="0">
            <a:spAutoFit/>
          </a:bodyPr>
          <a:lstStyle/>
          <a:p>
            <a:r>
              <a:rPr lang="en-IN" sz="4400" b="1" dirty="0" smtClean="0">
                <a:solidFill>
                  <a:srgbClr val="1ED760"/>
                </a:solidFill>
                <a:latin typeface="Poppins Medium" panose="00000600000000000000" pitchFamily="50" charset="0"/>
                <a:cs typeface="Poppins Medium" panose="00000600000000000000" pitchFamily="50" charset="0"/>
              </a:rPr>
              <a:t>Demo</a:t>
            </a:r>
          </a:p>
          <a:p>
            <a:endParaRPr lang="en-IN" sz="4400" dirty="0">
              <a:solidFill>
                <a:srgbClr val="1ED760"/>
              </a:solidFill>
              <a:latin typeface="Poppins Medium" panose="00000600000000000000" pitchFamily="50" charset="0"/>
              <a:cs typeface="Poppins Medium" panose="00000600000000000000" pitchFamily="50" charset="0"/>
            </a:endParaRPr>
          </a:p>
          <a:p>
            <a:endParaRPr lang="en-IN" sz="4400" dirty="0" smtClean="0">
              <a:solidFill>
                <a:srgbClr val="1ED760"/>
              </a:solidFill>
              <a:latin typeface="Poppins Medium" panose="00000600000000000000" pitchFamily="50" charset="0"/>
              <a:cs typeface="Poppins Medium" panose="00000600000000000000" pitchFamily="50" charset="0"/>
            </a:endParaRPr>
          </a:p>
          <a:p>
            <a:r>
              <a:rPr lang="en-IN" sz="2000" dirty="0" smtClean="0">
                <a:solidFill>
                  <a:srgbClr val="B4B5B2"/>
                </a:solidFill>
                <a:latin typeface="Poppins Medium" panose="00000600000000000000" pitchFamily="50" charset="0"/>
                <a:cs typeface="Poppins Medium" panose="00000600000000000000" pitchFamily="50" charset="0"/>
              </a:rPr>
              <a:t>Mời Các Bạn Và Thầy Cô </a:t>
            </a:r>
          </a:p>
          <a:p>
            <a:r>
              <a:rPr lang="en-IN" sz="2000" dirty="0" smtClean="0">
                <a:solidFill>
                  <a:srgbClr val="B4B5B2"/>
                </a:solidFill>
                <a:latin typeface="Poppins Medium" panose="00000600000000000000" pitchFamily="50" charset="0"/>
                <a:cs typeface="Poppins Medium" panose="00000600000000000000" pitchFamily="50" charset="0"/>
              </a:rPr>
              <a:t>Xem Qua App Em Ạ</a:t>
            </a:r>
          </a:p>
        </p:txBody>
      </p:sp>
      <p:sp>
        <p:nvSpPr>
          <p:cNvPr id="39" name="Rectangle: Rounded Corners 38">
            <a:extLst>
              <a:ext uri="{FF2B5EF4-FFF2-40B4-BE49-F238E27FC236}">
                <a16:creationId xmlns:a16="http://schemas.microsoft.com/office/drawing/2014/main" id="{84CB2A03-F658-93C7-05A0-E19A53B2B170}"/>
              </a:ext>
            </a:extLst>
          </p:cNvPr>
          <p:cNvSpPr/>
          <p:nvPr/>
        </p:nvSpPr>
        <p:spPr>
          <a:xfrm rot="16200000">
            <a:off x="6293036" y="968191"/>
            <a:ext cx="3133078" cy="2493163"/>
          </a:xfrm>
          <a:prstGeom prst="roundRect">
            <a:avLst>
              <a:gd name="adj" fmla="val 6568"/>
            </a:avLst>
          </a:prstGeom>
          <a:solidFill>
            <a:srgbClr val="171717"/>
          </a:solidFill>
          <a:ln>
            <a:noFill/>
          </a:ln>
          <a:effectLst>
            <a:outerShdw blurRad="127000" dist="381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0" name="Rectangle: Rounded Corners 59">
            <a:extLst>
              <a:ext uri="{FF2B5EF4-FFF2-40B4-BE49-F238E27FC236}">
                <a16:creationId xmlns:a16="http://schemas.microsoft.com/office/drawing/2014/main" id="{3428904D-27D3-9BF1-D864-C817A0232D45}"/>
              </a:ext>
            </a:extLst>
          </p:cNvPr>
          <p:cNvSpPr/>
          <p:nvPr/>
        </p:nvSpPr>
        <p:spPr>
          <a:xfrm rot="16200000">
            <a:off x="8627186" y="2805805"/>
            <a:ext cx="4064174" cy="2249488"/>
          </a:xfrm>
          <a:prstGeom prst="roundRect">
            <a:avLst>
              <a:gd name="adj" fmla="val 6568"/>
            </a:avLst>
          </a:prstGeom>
          <a:solidFill>
            <a:srgbClr val="171717"/>
          </a:solidFill>
          <a:ln>
            <a:noFill/>
          </a:ln>
          <a:effectLst>
            <a:outerShdw blurRad="127000" dist="381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4" name="Picture Placeholder 123" descr="A picture containing text, book&#10;&#10;Description automatically generated">
            <a:extLst>
              <a:ext uri="{FF2B5EF4-FFF2-40B4-BE49-F238E27FC236}">
                <a16:creationId xmlns:a16="http://schemas.microsoft.com/office/drawing/2014/main" id="{7CE375F9-48EE-BBDD-445D-C52D717CDE68}"/>
              </a:ext>
            </a:extLst>
          </p:cNvPr>
          <p:cNvPicPr>
            <a:picLocks noGrp="1" noChangeAspect="1"/>
          </p:cNvPicPr>
          <p:nvPr>
            <p:ph type="pic" sz="quarter" idx="13"/>
          </p:nvPr>
        </p:nvPicPr>
        <p:blipFill>
          <a:blip r:embed="rId2" cstate="hqprint">
            <a:extLst>
              <a:ext uri="{28A0092B-C50C-407E-A947-70E740481C1C}">
                <a14:useLocalDpi xmlns:a14="http://schemas.microsoft.com/office/drawing/2010/main" val="0"/>
              </a:ext>
            </a:extLst>
          </a:blip>
          <a:srcRect l="799" r="799"/>
          <a:stretch>
            <a:fillRect/>
          </a:stretch>
        </p:blipFill>
        <p:spPr/>
      </p:pic>
      <p:pic>
        <p:nvPicPr>
          <p:cNvPr id="142" name="Picture Placeholder 141" descr="A person standing on a stage&#10;&#10;Description automatically generated with low confidence">
            <a:extLst>
              <a:ext uri="{FF2B5EF4-FFF2-40B4-BE49-F238E27FC236}">
                <a16:creationId xmlns:a16="http://schemas.microsoft.com/office/drawing/2014/main" id="{90B6364E-8761-FD15-92F4-20737325ED51}"/>
              </a:ext>
            </a:extLst>
          </p:cNvPr>
          <p:cNvPicPr>
            <a:picLocks noGrp="1" noChangeAspect="1"/>
          </p:cNvPicPr>
          <p:nvPr>
            <p:ph type="pic" sz="quarter" idx="10"/>
          </p:nvPr>
        </p:nvPicPr>
        <p:blipFill>
          <a:blip r:embed="rId3">
            <a:extLst>
              <a:ext uri="{28A0092B-C50C-407E-A947-70E740481C1C}">
                <a14:useLocalDpi xmlns:a14="http://schemas.microsoft.com/office/drawing/2010/main" val="0"/>
              </a:ext>
            </a:extLst>
          </a:blip>
          <a:srcRect l="9148" r="9148"/>
          <a:stretch>
            <a:fillRect/>
          </a:stretch>
        </p:blipFill>
        <p:spPr>
          <a:xfrm>
            <a:off x="6654720" y="689175"/>
            <a:ext cx="2493163" cy="3133078"/>
          </a:xfrm>
        </p:spPr>
      </p:pic>
      <p:sp>
        <p:nvSpPr>
          <p:cNvPr id="143" name="TextBox 142">
            <a:hlinkClick r:id="rId4" action="ppaction://hlinksldjump"/>
            <a:extLst>
              <a:ext uri="{FF2B5EF4-FFF2-40B4-BE49-F238E27FC236}">
                <a16:creationId xmlns:a16="http://schemas.microsoft.com/office/drawing/2014/main" id="{2ED2C615-8928-5712-BD21-EC1722D16AC9}"/>
              </a:ext>
            </a:extLst>
          </p:cNvPr>
          <p:cNvSpPr txBox="1"/>
          <p:nvPr/>
        </p:nvSpPr>
        <p:spPr>
          <a:xfrm>
            <a:off x="869323" y="845770"/>
            <a:ext cx="918841" cy="276999"/>
          </a:xfrm>
          <a:prstGeom prst="rect">
            <a:avLst/>
          </a:prstGeom>
          <a:noFill/>
        </p:spPr>
        <p:txBody>
          <a:bodyPr wrap="none" rtlCol="0">
            <a:spAutoFit/>
          </a:bodyPr>
          <a:lstStyle/>
          <a:p>
            <a:r>
              <a:rPr lang="en-IN" sz="1200" dirty="0">
                <a:solidFill>
                  <a:srgbClr val="B4B5B2"/>
                </a:solidFill>
                <a:latin typeface="Poppins Medium" panose="00000600000000000000" pitchFamily="50" charset="0"/>
                <a:cs typeface="Poppins Medium" panose="00000600000000000000" pitchFamily="50" charset="0"/>
              </a:rPr>
              <a:t>About Me</a:t>
            </a:r>
            <a:endParaRPr lang="en-IN" sz="1200" dirty="0">
              <a:solidFill>
                <a:srgbClr val="B4B5B2"/>
              </a:solidFill>
              <a:latin typeface="Poppins Medium" panose="00000600000000000000" pitchFamily="50" charset="0"/>
              <a:cs typeface="Poppins Medium" panose="00000600000000000000" pitchFamily="50" charset="0"/>
            </a:endParaRPr>
          </a:p>
        </p:txBody>
      </p:sp>
      <p:sp>
        <p:nvSpPr>
          <p:cNvPr id="144" name="Graphic 14">
            <a:hlinkClick r:id="rId4" action="ppaction://hlinksldjump"/>
            <a:extLst>
              <a:ext uri="{FF2B5EF4-FFF2-40B4-BE49-F238E27FC236}">
                <a16:creationId xmlns:a16="http://schemas.microsoft.com/office/drawing/2014/main" id="{0B5F13FE-E242-EC5A-9FAA-F873BC403524}"/>
              </a:ext>
            </a:extLst>
          </p:cNvPr>
          <p:cNvSpPr/>
          <p:nvPr/>
        </p:nvSpPr>
        <p:spPr>
          <a:xfrm>
            <a:off x="392729" y="1318676"/>
            <a:ext cx="205404" cy="204111"/>
          </a:xfrm>
          <a:custGeom>
            <a:avLst/>
            <a:gdLst>
              <a:gd name="connsiteX0" fmla="*/ 535467 w 535484"/>
              <a:gd name="connsiteY0" fmla="*/ 325659 h 532115"/>
              <a:gd name="connsiteX1" fmla="*/ 535467 w 535484"/>
              <a:gd name="connsiteY1" fmla="*/ 468764 h 532115"/>
              <a:gd name="connsiteX2" fmla="*/ 472362 w 535484"/>
              <a:gd name="connsiteY2" fmla="*/ 532084 h 532115"/>
              <a:gd name="connsiteX3" fmla="*/ 379443 w 535484"/>
              <a:gd name="connsiteY3" fmla="*/ 532084 h 532115"/>
              <a:gd name="connsiteX4" fmla="*/ 337191 w 535484"/>
              <a:gd name="connsiteY4" fmla="*/ 489882 h 532115"/>
              <a:gd name="connsiteX5" fmla="*/ 337191 w 535484"/>
              <a:gd name="connsiteY5" fmla="*/ 386429 h 532115"/>
              <a:gd name="connsiteX6" fmla="*/ 314400 w 535484"/>
              <a:gd name="connsiteY6" fmla="*/ 363555 h 532115"/>
              <a:gd name="connsiteX7" fmla="*/ 220852 w 535484"/>
              <a:gd name="connsiteY7" fmla="*/ 363555 h 532115"/>
              <a:gd name="connsiteX8" fmla="*/ 198393 w 535484"/>
              <a:gd name="connsiteY8" fmla="*/ 386114 h 532115"/>
              <a:gd name="connsiteX9" fmla="*/ 198393 w 535484"/>
              <a:gd name="connsiteY9" fmla="*/ 489567 h 532115"/>
              <a:gd name="connsiteX10" fmla="*/ 155825 w 535484"/>
              <a:gd name="connsiteY10" fmla="*/ 532084 h 532115"/>
              <a:gd name="connsiteX11" fmla="*/ 62277 w 535484"/>
              <a:gd name="connsiteY11" fmla="*/ 532084 h 532115"/>
              <a:gd name="connsiteX12" fmla="*/ 83 w 535484"/>
              <a:gd name="connsiteY12" fmla="*/ 469691 h 532115"/>
              <a:gd name="connsiteX13" fmla="*/ 0 w 535484"/>
              <a:gd name="connsiteY13" fmla="*/ 179772 h 532115"/>
              <a:gd name="connsiteX14" fmla="*/ 22277 w 535484"/>
              <a:gd name="connsiteY14" fmla="*/ 140584 h 532115"/>
              <a:gd name="connsiteX15" fmla="*/ 245448 w 535484"/>
              <a:gd name="connsiteY15" fmla="*/ 6737 h 532115"/>
              <a:gd name="connsiteX16" fmla="*/ 289854 w 535484"/>
              <a:gd name="connsiteY16" fmla="*/ 6605 h 532115"/>
              <a:gd name="connsiteX17" fmla="*/ 514548 w 535484"/>
              <a:gd name="connsiteY17" fmla="*/ 141412 h 532115"/>
              <a:gd name="connsiteX18" fmla="*/ 535484 w 535484"/>
              <a:gd name="connsiteY18" fmla="*/ 178844 h 532115"/>
              <a:gd name="connsiteX19" fmla="*/ 535451 w 535484"/>
              <a:gd name="connsiteY19" fmla="*/ 325676 h 532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35484" h="532115">
                <a:moveTo>
                  <a:pt x="535467" y="325659"/>
                </a:moveTo>
                <a:cubicBezTo>
                  <a:pt x="535467" y="373361"/>
                  <a:pt x="535467" y="421062"/>
                  <a:pt x="535467" y="468764"/>
                </a:cubicBezTo>
                <a:cubicBezTo>
                  <a:pt x="535467" y="506826"/>
                  <a:pt x="510308" y="532051"/>
                  <a:pt x="472362" y="532084"/>
                </a:cubicBezTo>
                <a:cubicBezTo>
                  <a:pt x="441389" y="532101"/>
                  <a:pt x="410416" y="532118"/>
                  <a:pt x="379443" y="532084"/>
                </a:cubicBezTo>
                <a:cubicBezTo>
                  <a:pt x="353853" y="532051"/>
                  <a:pt x="337224" y="515439"/>
                  <a:pt x="337191" y="489882"/>
                </a:cubicBezTo>
                <a:cubicBezTo>
                  <a:pt x="337158" y="455398"/>
                  <a:pt x="337191" y="420913"/>
                  <a:pt x="337191" y="386429"/>
                </a:cubicBezTo>
                <a:cubicBezTo>
                  <a:pt x="337191" y="371307"/>
                  <a:pt x="329473" y="363555"/>
                  <a:pt x="314400" y="363555"/>
                </a:cubicBezTo>
                <a:cubicBezTo>
                  <a:pt x="283212" y="363555"/>
                  <a:pt x="252040" y="363539"/>
                  <a:pt x="220852" y="363555"/>
                </a:cubicBezTo>
                <a:cubicBezTo>
                  <a:pt x="206127" y="363555"/>
                  <a:pt x="198409" y="371323"/>
                  <a:pt x="198393" y="386114"/>
                </a:cubicBezTo>
                <a:cubicBezTo>
                  <a:pt x="198376" y="420599"/>
                  <a:pt x="198409" y="455083"/>
                  <a:pt x="198393" y="489567"/>
                </a:cubicBezTo>
                <a:cubicBezTo>
                  <a:pt x="198376" y="515538"/>
                  <a:pt x="181813" y="532068"/>
                  <a:pt x="155825" y="532084"/>
                </a:cubicBezTo>
                <a:cubicBezTo>
                  <a:pt x="124637" y="532118"/>
                  <a:pt x="93465" y="532134"/>
                  <a:pt x="62277" y="532084"/>
                </a:cubicBezTo>
                <a:cubicBezTo>
                  <a:pt x="25573" y="532018"/>
                  <a:pt x="99" y="506461"/>
                  <a:pt x="83" y="469691"/>
                </a:cubicBezTo>
                <a:cubicBezTo>
                  <a:pt x="50" y="373046"/>
                  <a:pt x="149" y="276401"/>
                  <a:pt x="0" y="179772"/>
                </a:cubicBezTo>
                <a:cubicBezTo>
                  <a:pt x="-33" y="162215"/>
                  <a:pt x="7288" y="149544"/>
                  <a:pt x="22277" y="140584"/>
                </a:cubicBezTo>
                <a:cubicBezTo>
                  <a:pt x="96728" y="96062"/>
                  <a:pt x="171080" y="51375"/>
                  <a:pt x="245448" y="6737"/>
                </a:cubicBezTo>
                <a:cubicBezTo>
                  <a:pt x="260239" y="-2140"/>
                  <a:pt x="275030" y="-2306"/>
                  <a:pt x="289854" y="6605"/>
                </a:cubicBezTo>
                <a:cubicBezTo>
                  <a:pt x="364752" y="51541"/>
                  <a:pt x="439650" y="96493"/>
                  <a:pt x="514548" y="141412"/>
                </a:cubicBezTo>
                <a:cubicBezTo>
                  <a:pt x="528693" y="149892"/>
                  <a:pt x="535501" y="162364"/>
                  <a:pt x="535484" y="178844"/>
                </a:cubicBezTo>
                <a:cubicBezTo>
                  <a:pt x="535418" y="227788"/>
                  <a:pt x="535451" y="276732"/>
                  <a:pt x="535451" y="325676"/>
                </a:cubicBezTo>
                <a:close/>
              </a:path>
            </a:pathLst>
          </a:custGeom>
          <a:solidFill>
            <a:srgbClr val="B4B5B2"/>
          </a:solidFill>
          <a:ln w="1651" cap="flat">
            <a:noFill/>
            <a:prstDash val="solid"/>
            <a:miter/>
          </a:ln>
        </p:spPr>
        <p:txBody>
          <a:bodyPr rtlCol="0" anchor="ctr"/>
          <a:lstStyle/>
          <a:p>
            <a:endParaRPr lang="en-IN"/>
          </a:p>
        </p:txBody>
      </p:sp>
      <p:sp>
        <p:nvSpPr>
          <p:cNvPr id="145" name="TextBox 144">
            <a:hlinkClick r:id="rId5" action="ppaction://hlinksldjump"/>
            <a:extLst>
              <a:ext uri="{FF2B5EF4-FFF2-40B4-BE49-F238E27FC236}">
                <a16:creationId xmlns:a16="http://schemas.microsoft.com/office/drawing/2014/main" id="{693798C2-D83E-3B70-1313-BE4D6CB97E0E}"/>
              </a:ext>
            </a:extLst>
          </p:cNvPr>
          <p:cNvSpPr txBox="1"/>
          <p:nvPr/>
        </p:nvSpPr>
        <p:spPr>
          <a:xfrm>
            <a:off x="869323" y="1302704"/>
            <a:ext cx="1007007" cy="276999"/>
          </a:xfrm>
          <a:prstGeom prst="rect">
            <a:avLst/>
          </a:prstGeom>
          <a:noFill/>
        </p:spPr>
        <p:txBody>
          <a:bodyPr wrap="none" rtlCol="0">
            <a:spAutoFit/>
          </a:bodyPr>
          <a:lstStyle/>
          <a:p>
            <a:r>
              <a:rPr lang="en-IN" sz="1200" dirty="0">
                <a:solidFill>
                  <a:srgbClr val="B4B5B2"/>
                </a:solidFill>
                <a:latin typeface="Poppins Medium" panose="00000600000000000000" pitchFamily="50" charset="0"/>
                <a:cs typeface="Poppins Medium" panose="00000600000000000000" pitchFamily="50" charset="0"/>
              </a:rPr>
              <a:t>About </a:t>
            </a:r>
            <a:r>
              <a:rPr lang="en-IN" sz="1200" dirty="0" smtClean="0">
                <a:solidFill>
                  <a:srgbClr val="B4B5B2"/>
                </a:solidFill>
                <a:latin typeface="Poppins Medium" panose="00000600000000000000" pitchFamily="50" charset="0"/>
                <a:cs typeface="Poppins Medium" panose="00000600000000000000" pitchFamily="50" charset="0"/>
              </a:rPr>
              <a:t>App</a:t>
            </a:r>
            <a:endParaRPr lang="en-IN" sz="1200" dirty="0">
              <a:solidFill>
                <a:srgbClr val="B4B5B2"/>
              </a:solidFill>
              <a:latin typeface="Poppins Medium" panose="00000600000000000000" pitchFamily="50" charset="0"/>
              <a:cs typeface="Poppins Medium" panose="00000600000000000000" pitchFamily="50" charset="0"/>
            </a:endParaRPr>
          </a:p>
        </p:txBody>
      </p:sp>
      <p:sp>
        <p:nvSpPr>
          <p:cNvPr id="146" name="Graphic 19">
            <a:hlinkClick r:id="rId5" action="ppaction://hlinksldjump"/>
            <a:extLst>
              <a:ext uri="{FF2B5EF4-FFF2-40B4-BE49-F238E27FC236}">
                <a16:creationId xmlns:a16="http://schemas.microsoft.com/office/drawing/2014/main" id="{0123B626-8DEC-EB98-3743-CCAD7C20C17A}"/>
              </a:ext>
            </a:extLst>
          </p:cNvPr>
          <p:cNvSpPr/>
          <p:nvPr/>
        </p:nvSpPr>
        <p:spPr>
          <a:xfrm>
            <a:off x="386684" y="905210"/>
            <a:ext cx="197120" cy="204111"/>
          </a:xfrm>
          <a:custGeom>
            <a:avLst/>
            <a:gdLst>
              <a:gd name="connsiteX0" fmla="*/ 3715304 w 3788950"/>
              <a:gd name="connsiteY0" fmla="*/ 3556921 h 3923333"/>
              <a:gd name="connsiteX1" fmla="*/ 2822431 w 3788950"/>
              <a:gd name="connsiteY1" fmla="*/ 2629852 h 3923333"/>
              <a:gd name="connsiteX2" fmla="*/ 2820430 w 3788950"/>
              <a:gd name="connsiteY2" fmla="*/ 2571845 h 3923333"/>
              <a:gd name="connsiteX3" fmla="*/ 3065128 w 3788950"/>
              <a:gd name="connsiteY3" fmla="*/ 2146459 h 3923333"/>
              <a:gd name="connsiteX4" fmla="*/ 3148186 w 3788950"/>
              <a:gd name="connsiteY4" fmla="*/ 1330071 h 3923333"/>
              <a:gd name="connsiteX5" fmla="*/ 2612214 w 3788950"/>
              <a:gd name="connsiteY5" fmla="*/ 381476 h 3923333"/>
              <a:gd name="connsiteX6" fmla="*/ 1888600 w 3788950"/>
              <a:gd name="connsiteY6" fmla="*/ 29432 h 3923333"/>
              <a:gd name="connsiteX7" fmla="*/ 1718483 w 3788950"/>
              <a:gd name="connsiteY7" fmla="*/ 0 h 3923333"/>
              <a:gd name="connsiteX8" fmla="*/ 1695528 w 3788950"/>
              <a:gd name="connsiteY8" fmla="*/ 0 h 3923333"/>
              <a:gd name="connsiteX9" fmla="*/ 1672573 w 3788950"/>
              <a:gd name="connsiteY9" fmla="*/ 3905 h 3923333"/>
              <a:gd name="connsiteX10" fmla="*/ 1649617 w 3788950"/>
              <a:gd name="connsiteY10" fmla="*/ 0 h 3923333"/>
              <a:gd name="connsiteX11" fmla="*/ 1511695 w 3788950"/>
              <a:gd name="connsiteY11" fmla="*/ 0 h 3923333"/>
              <a:gd name="connsiteX12" fmla="*/ 1495312 w 3788950"/>
              <a:gd name="connsiteY12" fmla="*/ 3905 h 3923333"/>
              <a:gd name="connsiteX13" fmla="*/ 1482073 w 3788950"/>
              <a:gd name="connsiteY13" fmla="*/ 3905 h 3923333"/>
              <a:gd name="connsiteX14" fmla="*/ 1465690 w 3788950"/>
              <a:gd name="connsiteY14" fmla="*/ 0 h 3923333"/>
              <a:gd name="connsiteX15" fmla="*/ 1442734 w 3788950"/>
              <a:gd name="connsiteY15" fmla="*/ 0 h 3923333"/>
              <a:gd name="connsiteX16" fmla="*/ 1374726 w 3788950"/>
              <a:gd name="connsiteY16" fmla="*/ 14288 h 3923333"/>
              <a:gd name="connsiteX17" fmla="*/ 686926 w 3788950"/>
              <a:gd name="connsiteY17" fmla="*/ 281369 h 3923333"/>
              <a:gd name="connsiteX18" fmla="*/ 143429 w 3788950"/>
              <a:gd name="connsiteY18" fmla="*/ 930402 h 3923333"/>
              <a:gd name="connsiteX19" fmla="*/ 20366 w 3788950"/>
              <a:gd name="connsiteY19" fmla="*/ 1830229 h 3923333"/>
              <a:gd name="connsiteX20" fmla="*/ 534145 w 3788950"/>
              <a:gd name="connsiteY20" fmla="*/ 2766251 h 3923333"/>
              <a:gd name="connsiteX21" fmla="*/ 1337102 w 3788950"/>
              <a:gd name="connsiteY21" fmla="*/ 3148298 h 3923333"/>
              <a:gd name="connsiteX22" fmla="*/ 2460385 w 3788950"/>
              <a:gd name="connsiteY22" fmla="*/ 2901791 h 3923333"/>
              <a:gd name="connsiteX23" fmla="*/ 2519059 w 3788950"/>
              <a:gd name="connsiteY23" fmla="*/ 2908364 h 3923333"/>
              <a:gd name="connsiteX24" fmla="*/ 3416219 w 3788950"/>
              <a:gd name="connsiteY24" fmla="*/ 3842004 h 3923333"/>
              <a:gd name="connsiteX25" fmla="*/ 3449461 w 3788950"/>
              <a:gd name="connsiteY25" fmla="*/ 3873722 h 3923333"/>
              <a:gd name="connsiteX26" fmla="*/ 3761786 w 3788950"/>
              <a:gd name="connsiteY26" fmla="*/ 3818192 h 3923333"/>
              <a:gd name="connsiteX27" fmla="*/ 3715400 w 3788950"/>
              <a:gd name="connsiteY27" fmla="*/ 3557016 h 3923333"/>
              <a:gd name="connsiteX28" fmla="*/ 1586086 w 3788950"/>
              <a:gd name="connsiteY28" fmla="*/ 2754535 h 3923333"/>
              <a:gd name="connsiteX29" fmla="*/ 414701 w 3788950"/>
              <a:gd name="connsiteY29" fmla="*/ 1584389 h 3923333"/>
              <a:gd name="connsiteX30" fmla="*/ 1585609 w 3788950"/>
              <a:gd name="connsiteY30" fmla="*/ 413480 h 3923333"/>
              <a:gd name="connsiteX31" fmla="*/ 2754803 w 3788950"/>
              <a:gd name="connsiteY31" fmla="*/ 1585817 h 3923333"/>
              <a:gd name="connsiteX32" fmla="*/ 1586086 w 3788950"/>
              <a:gd name="connsiteY32" fmla="*/ 2754440 h 3923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788950" h="3923333">
                <a:moveTo>
                  <a:pt x="3715304" y="3556921"/>
                </a:moveTo>
                <a:cubicBezTo>
                  <a:pt x="3417934" y="3247644"/>
                  <a:pt x="3120754" y="2938177"/>
                  <a:pt x="2822431" y="2629852"/>
                </a:cubicBezTo>
                <a:cubicBezTo>
                  <a:pt x="2800618" y="2607278"/>
                  <a:pt x="2801380" y="2594896"/>
                  <a:pt x="2820430" y="2571845"/>
                </a:cubicBezTo>
                <a:cubicBezTo>
                  <a:pt x="2925872" y="2444020"/>
                  <a:pt x="3006740" y="2301240"/>
                  <a:pt x="3065128" y="2146459"/>
                </a:cubicBezTo>
                <a:cubicBezTo>
                  <a:pt x="3164950" y="1881950"/>
                  <a:pt x="3194668" y="1608868"/>
                  <a:pt x="3148186" y="1330071"/>
                </a:cubicBezTo>
                <a:cubicBezTo>
                  <a:pt x="3084749" y="949643"/>
                  <a:pt x="2904060" y="632936"/>
                  <a:pt x="2612214" y="381476"/>
                </a:cubicBezTo>
                <a:cubicBezTo>
                  <a:pt x="2402569" y="200787"/>
                  <a:pt x="2160824" y="83630"/>
                  <a:pt x="1888600" y="29432"/>
                </a:cubicBezTo>
                <a:cubicBezTo>
                  <a:pt x="1832116" y="18193"/>
                  <a:pt x="1773823" y="17336"/>
                  <a:pt x="1718483" y="0"/>
                </a:cubicBezTo>
                <a:lnTo>
                  <a:pt x="1695528" y="0"/>
                </a:lnTo>
                <a:cubicBezTo>
                  <a:pt x="1688765" y="6668"/>
                  <a:pt x="1680288" y="2953"/>
                  <a:pt x="1672573" y="3905"/>
                </a:cubicBezTo>
                <a:cubicBezTo>
                  <a:pt x="1664857" y="2858"/>
                  <a:pt x="1656285" y="6572"/>
                  <a:pt x="1649617" y="0"/>
                </a:cubicBezTo>
                <a:lnTo>
                  <a:pt x="1511695" y="0"/>
                </a:lnTo>
                <a:cubicBezTo>
                  <a:pt x="1507123" y="5048"/>
                  <a:pt x="1501027" y="3715"/>
                  <a:pt x="1495312" y="3905"/>
                </a:cubicBezTo>
                <a:cubicBezTo>
                  <a:pt x="1490931" y="3905"/>
                  <a:pt x="1486549" y="3905"/>
                  <a:pt x="1482073" y="3905"/>
                </a:cubicBezTo>
                <a:cubicBezTo>
                  <a:pt x="1476358" y="3619"/>
                  <a:pt x="1470262" y="4953"/>
                  <a:pt x="1465690" y="0"/>
                </a:cubicBezTo>
                <a:lnTo>
                  <a:pt x="1442734" y="0"/>
                </a:lnTo>
                <a:cubicBezTo>
                  <a:pt x="1422256" y="14764"/>
                  <a:pt x="1397491" y="11240"/>
                  <a:pt x="1374726" y="14288"/>
                </a:cubicBezTo>
                <a:cubicBezTo>
                  <a:pt x="1123456" y="46958"/>
                  <a:pt x="894475" y="137827"/>
                  <a:pt x="686926" y="281369"/>
                </a:cubicBezTo>
                <a:cubicBezTo>
                  <a:pt x="446705" y="447485"/>
                  <a:pt x="265635" y="664464"/>
                  <a:pt x="143429" y="930402"/>
                </a:cubicBezTo>
                <a:cubicBezTo>
                  <a:pt x="11317" y="1218057"/>
                  <a:pt x="-29069" y="1519142"/>
                  <a:pt x="20366" y="1830229"/>
                </a:cubicBezTo>
                <a:cubicBezTo>
                  <a:pt x="79516" y="2202275"/>
                  <a:pt x="252967" y="2514886"/>
                  <a:pt x="534145" y="2766251"/>
                </a:cubicBezTo>
                <a:cubicBezTo>
                  <a:pt x="764269" y="2971895"/>
                  <a:pt x="1032112" y="3102293"/>
                  <a:pt x="1337102" y="3148298"/>
                </a:cubicBezTo>
                <a:cubicBezTo>
                  <a:pt x="1741724" y="3209354"/>
                  <a:pt x="2118057" y="3128963"/>
                  <a:pt x="2460385" y="2901791"/>
                </a:cubicBezTo>
                <a:cubicBezTo>
                  <a:pt x="2485722" y="2885027"/>
                  <a:pt x="2498009" y="2886456"/>
                  <a:pt x="2519059" y="2908364"/>
                </a:cubicBezTo>
                <a:cubicBezTo>
                  <a:pt x="2817383" y="3220212"/>
                  <a:pt x="3116944" y="3531013"/>
                  <a:pt x="3416219" y="3842004"/>
                </a:cubicBezTo>
                <a:cubicBezTo>
                  <a:pt x="3426792" y="3853053"/>
                  <a:pt x="3437841" y="3863721"/>
                  <a:pt x="3449461" y="3873722"/>
                </a:cubicBezTo>
                <a:cubicBezTo>
                  <a:pt x="3547950" y="3958304"/>
                  <a:pt x="3698635" y="3931444"/>
                  <a:pt x="3761786" y="3818192"/>
                </a:cubicBezTo>
                <a:cubicBezTo>
                  <a:pt x="3810078" y="3731609"/>
                  <a:pt x="3793600" y="3638360"/>
                  <a:pt x="3715400" y="3557016"/>
                </a:cubicBezTo>
                <a:close/>
                <a:moveTo>
                  <a:pt x="1586086" y="2754535"/>
                </a:moveTo>
                <a:cubicBezTo>
                  <a:pt x="944291" y="2758059"/>
                  <a:pt x="415273" y="2229517"/>
                  <a:pt x="414701" y="1584389"/>
                </a:cubicBezTo>
                <a:cubicBezTo>
                  <a:pt x="414225" y="939832"/>
                  <a:pt x="941434" y="412623"/>
                  <a:pt x="1585609" y="413480"/>
                </a:cubicBezTo>
                <a:cubicBezTo>
                  <a:pt x="2230738" y="414337"/>
                  <a:pt x="2758137" y="943261"/>
                  <a:pt x="2754803" y="1585817"/>
                </a:cubicBezTo>
                <a:cubicBezTo>
                  <a:pt x="2751469" y="2232374"/>
                  <a:pt x="2232833" y="2750915"/>
                  <a:pt x="1586086" y="2754440"/>
                </a:cubicBezTo>
                <a:close/>
              </a:path>
            </a:pathLst>
          </a:custGeom>
          <a:solidFill>
            <a:srgbClr val="C1C1C1"/>
          </a:solidFill>
          <a:ln w="9525" cap="flat">
            <a:noFill/>
            <a:prstDash val="solid"/>
            <a:miter/>
          </a:ln>
        </p:spPr>
        <p:txBody>
          <a:bodyPr rtlCol="0" anchor="ctr"/>
          <a:lstStyle/>
          <a:p>
            <a:endParaRPr lang="en-IN"/>
          </a:p>
        </p:txBody>
      </p:sp>
      <p:sp>
        <p:nvSpPr>
          <p:cNvPr id="147" name="TextBox 146">
            <a:hlinkClick r:id="rId6" action="ppaction://hlinksldjump"/>
            <a:extLst>
              <a:ext uri="{FF2B5EF4-FFF2-40B4-BE49-F238E27FC236}">
                <a16:creationId xmlns:a16="http://schemas.microsoft.com/office/drawing/2014/main" id="{BC95DEFB-E4F5-3937-99D3-B1130364943B}"/>
              </a:ext>
            </a:extLst>
          </p:cNvPr>
          <p:cNvSpPr txBox="1"/>
          <p:nvPr/>
        </p:nvSpPr>
        <p:spPr>
          <a:xfrm>
            <a:off x="869323" y="1751789"/>
            <a:ext cx="1665841" cy="276999"/>
          </a:xfrm>
          <a:prstGeom prst="rect">
            <a:avLst/>
          </a:prstGeom>
          <a:noFill/>
        </p:spPr>
        <p:txBody>
          <a:bodyPr wrap="none" rtlCol="0">
            <a:spAutoFit/>
          </a:bodyPr>
          <a:lstStyle/>
          <a:p>
            <a:r>
              <a:rPr lang="en-IN" sz="1200" dirty="0">
                <a:solidFill>
                  <a:srgbClr val="B4B5B2"/>
                </a:solidFill>
                <a:latin typeface="Poppins Medium" panose="00000600000000000000" pitchFamily="50" charset="0"/>
                <a:cs typeface="Poppins Medium" panose="00000600000000000000" pitchFamily="50" charset="0"/>
              </a:rPr>
              <a:t>Kế Hoạch Phát Triển</a:t>
            </a:r>
            <a:endParaRPr lang="en-IN" sz="1200" dirty="0">
              <a:solidFill>
                <a:srgbClr val="B4B5B2"/>
              </a:solidFill>
              <a:latin typeface="Poppins Medium" panose="00000600000000000000" pitchFamily="50" charset="0"/>
              <a:cs typeface="Poppins Medium" panose="00000600000000000000" pitchFamily="50" charset="0"/>
            </a:endParaRPr>
          </a:p>
        </p:txBody>
      </p:sp>
      <p:grpSp>
        <p:nvGrpSpPr>
          <p:cNvPr id="148" name="Group 147">
            <a:extLst>
              <a:ext uri="{FF2B5EF4-FFF2-40B4-BE49-F238E27FC236}">
                <a16:creationId xmlns:a16="http://schemas.microsoft.com/office/drawing/2014/main" id="{5DD7B624-9934-A274-6D26-4B7C2E84A28E}"/>
              </a:ext>
            </a:extLst>
          </p:cNvPr>
          <p:cNvGrpSpPr/>
          <p:nvPr/>
        </p:nvGrpSpPr>
        <p:grpSpPr>
          <a:xfrm>
            <a:off x="431322" y="1764517"/>
            <a:ext cx="177294" cy="204783"/>
            <a:chOff x="431322" y="1764517"/>
            <a:chExt cx="177294" cy="204783"/>
          </a:xfrm>
        </p:grpSpPr>
        <p:sp>
          <p:nvSpPr>
            <p:cNvPr id="149" name="Freeform: Shape 148">
              <a:hlinkClick r:id="rId6" action="ppaction://hlinksldjump"/>
              <a:extLst>
                <a:ext uri="{FF2B5EF4-FFF2-40B4-BE49-F238E27FC236}">
                  <a16:creationId xmlns:a16="http://schemas.microsoft.com/office/drawing/2014/main" id="{B8779075-D4F4-FBC2-48EF-1978D405C488}"/>
                </a:ext>
              </a:extLst>
            </p:cNvPr>
            <p:cNvSpPr/>
            <p:nvPr/>
          </p:nvSpPr>
          <p:spPr>
            <a:xfrm>
              <a:off x="431322" y="1765205"/>
              <a:ext cx="15953" cy="203670"/>
            </a:xfrm>
            <a:custGeom>
              <a:avLst/>
              <a:gdLst>
                <a:gd name="connsiteX0" fmla="*/ 42232 w 84464"/>
                <a:gd name="connsiteY0" fmla="*/ 0 h 1078327"/>
                <a:gd name="connsiteX1" fmla="*/ 84464 w 84464"/>
                <a:gd name="connsiteY1" fmla="*/ 42232 h 1078327"/>
                <a:gd name="connsiteX2" fmla="*/ 84464 w 84464"/>
                <a:gd name="connsiteY2" fmla="*/ 1036095 h 1078327"/>
                <a:gd name="connsiteX3" fmla="*/ 42232 w 84464"/>
                <a:gd name="connsiteY3" fmla="*/ 1078327 h 1078327"/>
                <a:gd name="connsiteX4" fmla="*/ 42232 w 84464"/>
                <a:gd name="connsiteY4" fmla="*/ 1078327 h 1078327"/>
                <a:gd name="connsiteX5" fmla="*/ 0 w 84464"/>
                <a:gd name="connsiteY5" fmla="*/ 1036095 h 1078327"/>
                <a:gd name="connsiteX6" fmla="*/ 0 w 84464"/>
                <a:gd name="connsiteY6" fmla="*/ 42232 h 1078327"/>
                <a:gd name="connsiteX7" fmla="*/ 42232 w 84464"/>
                <a:gd name="connsiteY7" fmla="*/ 0 h 107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464" h="1078327">
                  <a:moveTo>
                    <a:pt x="42232" y="0"/>
                  </a:moveTo>
                  <a:cubicBezTo>
                    <a:pt x="65556" y="0"/>
                    <a:pt x="84464" y="18908"/>
                    <a:pt x="84464" y="42232"/>
                  </a:cubicBezTo>
                  <a:lnTo>
                    <a:pt x="84464" y="1036095"/>
                  </a:lnTo>
                  <a:cubicBezTo>
                    <a:pt x="84464" y="1059419"/>
                    <a:pt x="65556" y="1078327"/>
                    <a:pt x="42232" y="1078327"/>
                  </a:cubicBezTo>
                  <a:lnTo>
                    <a:pt x="42232" y="1078327"/>
                  </a:lnTo>
                  <a:cubicBezTo>
                    <a:pt x="18908" y="1078327"/>
                    <a:pt x="0" y="1059419"/>
                    <a:pt x="0" y="1036095"/>
                  </a:cubicBezTo>
                  <a:lnTo>
                    <a:pt x="0" y="42232"/>
                  </a:lnTo>
                  <a:cubicBezTo>
                    <a:pt x="0" y="18908"/>
                    <a:pt x="18908" y="0"/>
                    <a:pt x="42232" y="0"/>
                  </a:cubicBezTo>
                  <a:close/>
                </a:path>
              </a:pathLst>
            </a:custGeom>
            <a:solidFill>
              <a:srgbClr val="C1C1C1"/>
            </a:solidFill>
            <a:ln w="56029" cap="flat">
              <a:noFill/>
              <a:prstDash val="solid"/>
              <a:miter/>
            </a:ln>
          </p:spPr>
          <p:txBody>
            <a:bodyPr rtlCol="0" anchor="ctr"/>
            <a:lstStyle/>
            <a:p>
              <a:endParaRPr lang="en-IN"/>
            </a:p>
          </p:txBody>
        </p:sp>
        <p:sp>
          <p:nvSpPr>
            <p:cNvPr id="150" name="Freeform: Shape 149">
              <a:hlinkClick r:id="rId6" action="ppaction://hlinksldjump"/>
              <a:extLst>
                <a:ext uri="{FF2B5EF4-FFF2-40B4-BE49-F238E27FC236}">
                  <a16:creationId xmlns:a16="http://schemas.microsoft.com/office/drawing/2014/main" id="{9354CB75-0E1C-561E-888F-A331665EAD02}"/>
                </a:ext>
              </a:extLst>
            </p:cNvPr>
            <p:cNvSpPr/>
            <p:nvPr/>
          </p:nvSpPr>
          <p:spPr>
            <a:xfrm>
              <a:off x="469291" y="1765205"/>
              <a:ext cx="15953" cy="203670"/>
            </a:xfrm>
            <a:custGeom>
              <a:avLst/>
              <a:gdLst>
                <a:gd name="connsiteX0" fmla="*/ 42232 w 84464"/>
                <a:gd name="connsiteY0" fmla="*/ 0 h 1078327"/>
                <a:gd name="connsiteX1" fmla="*/ 84464 w 84464"/>
                <a:gd name="connsiteY1" fmla="*/ 42232 h 1078327"/>
                <a:gd name="connsiteX2" fmla="*/ 84464 w 84464"/>
                <a:gd name="connsiteY2" fmla="*/ 1036095 h 1078327"/>
                <a:gd name="connsiteX3" fmla="*/ 42232 w 84464"/>
                <a:gd name="connsiteY3" fmla="*/ 1078327 h 1078327"/>
                <a:gd name="connsiteX4" fmla="*/ 42232 w 84464"/>
                <a:gd name="connsiteY4" fmla="*/ 1078327 h 1078327"/>
                <a:gd name="connsiteX5" fmla="*/ 0 w 84464"/>
                <a:gd name="connsiteY5" fmla="*/ 1036095 h 1078327"/>
                <a:gd name="connsiteX6" fmla="*/ 0 w 84464"/>
                <a:gd name="connsiteY6" fmla="*/ 42232 h 1078327"/>
                <a:gd name="connsiteX7" fmla="*/ 42232 w 84464"/>
                <a:gd name="connsiteY7" fmla="*/ 0 h 107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464" h="1078327">
                  <a:moveTo>
                    <a:pt x="42232" y="0"/>
                  </a:moveTo>
                  <a:cubicBezTo>
                    <a:pt x="65556" y="0"/>
                    <a:pt x="84464" y="18908"/>
                    <a:pt x="84464" y="42232"/>
                  </a:cubicBezTo>
                  <a:lnTo>
                    <a:pt x="84464" y="1036095"/>
                  </a:lnTo>
                  <a:cubicBezTo>
                    <a:pt x="84464" y="1059419"/>
                    <a:pt x="65556" y="1078327"/>
                    <a:pt x="42232" y="1078327"/>
                  </a:cubicBezTo>
                  <a:lnTo>
                    <a:pt x="42232" y="1078327"/>
                  </a:lnTo>
                  <a:cubicBezTo>
                    <a:pt x="18908" y="1078327"/>
                    <a:pt x="0" y="1059419"/>
                    <a:pt x="0" y="1036095"/>
                  </a:cubicBezTo>
                  <a:lnTo>
                    <a:pt x="0" y="42232"/>
                  </a:lnTo>
                  <a:cubicBezTo>
                    <a:pt x="0" y="18908"/>
                    <a:pt x="18908" y="0"/>
                    <a:pt x="42232" y="0"/>
                  </a:cubicBezTo>
                  <a:close/>
                </a:path>
              </a:pathLst>
            </a:custGeom>
            <a:solidFill>
              <a:srgbClr val="C1C1C1"/>
            </a:solidFill>
            <a:ln w="56029" cap="flat">
              <a:noFill/>
              <a:prstDash val="solid"/>
              <a:miter/>
            </a:ln>
          </p:spPr>
          <p:txBody>
            <a:bodyPr rtlCol="0" anchor="ctr"/>
            <a:lstStyle/>
            <a:p>
              <a:endParaRPr lang="en-IN"/>
            </a:p>
          </p:txBody>
        </p:sp>
        <p:sp>
          <p:nvSpPr>
            <p:cNvPr id="151" name="Freeform: Shape 150">
              <a:hlinkClick r:id="rId6" action="ppaction://hlinksldjump"/>
              <a:extLst>
                <a:ext uri="{FF2B5EF4-FFF2-40B4-BE49-F238E27FC236}">
                  <a16:creationId xmlns:a16="http://schemas.microsoft.com/office/drawing/2014/main" id="{F46B049A-045A-3A8A-7471-3170FA6E30DB}"/>
                </a:ext>
              </a:extLst>
            </p:cNvPr>
            <p:cNvSpPr/>
            <p:nvPr/>
          </p:nvSpPr>
          <p:spPr>
            <a:xfrm>
              <a:off x="509599" y="1764517"/>
              <a:ext cx="99017" cy="204783"/>
            </a:xfrm>
            <a:custGeom>
              <a:avLst/>
              <a:gdLst>
                <a:gd name="connsiteX0" fmla="*/ 482010 w 524241"/>
                <a:gd name="connsiteY0" fmla="*/ 1083659 h 1084222"/>
                <a:gd name="connsiteX1" fmla="*/ 42232 w 524241"/>
                <a:gd name="connsiteY1" fmla="*/ 1083659 h 1084222"/>
                <a:gd name="connsiteX2" fmla="*/ 0 w 524241"/>
                <a:gd name="connsiteY2" fmla="*/ 1041427 h 1084222"/>
                <a:gd name="connsiteX3" fmla="*/ 0 w 524241"/>
                <a:gd name="connsiteY3" fmla="*/ 41933 h 1084222"/>
                <a:gd name="connsiteX4" fmla="*/ 19708 w 524241"/>
                <a:gd name="connsiteY4" fmla="*/ 6458 h 1084222"/>
                <a:gd name="connsiteX5" fmla="*/ 60251 w 524241"/>
                <a:gd name="connsiteY5" fmla="*/ 4206 h 1084222"/>
                <a:gd name="connsiteX6" fmla="*/ 500029 w 524241"/>
                <a:gd name="connsiteY6" fmla="*/ 213114 h 1084222"/>
                <a:gd name="connsiteX7" fmla="*/ 524242 w 524241"/>
                <a:gd name="connsiteY7" fmla="*/ 251405 h 1084222"/>
                <a:gd name="connsiteX8" fmla="*/ 524242 w 524241"/>
                <a:gd name="connsiteY8" fmla="*/ 1041990 h 1084222"/>
                <a:gd name="connsiteX9" fmla="*/ 482010 w 524241"/>
                <a:gd name="connsiteY9" fmla="*/ 1084222 h 1084222"/>
                <a:gd name="connsiteX10" fmla="*/ 84464 w 524241"/>
                <a:gd name="connsiteY10" fmla="*/ 999195 h 1084222"/>
                <a:gd name="connsiteX11" fmla="*/ 439777 w 524241"/>
                <a:gd name="connsiteY11" fmla="*/ 999195 h 1084222"/>
                <a:gd name="connsiteX12" fmla="*/ 439777 w 524241"/>
                <a:gd name="connsiteY12" fmla="*/ 277307 h 1084222"/>
                <a:gd name="connsiteX13" fmla="*/ 84464 w 524241"/>
                <a:gd name="connsiteY13" fmla="*/ 108941 h 1084222"/>
                <a:gd name="connsiteX14" fmla="*/ 84464 w 524241"/>
                <a:gd name="connsiteY14" fmla="*/ 999195 h 1084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4241" h="1084222">
                  <a:moveTo>
                    <a:pt x="482010" y="1083659"/>
                  </a:moveTo>
                  <a:lnTo>
                    <a:pt x="42232" y="1083659"/>
                  </a:lnTo>
                  <a:cubicBezTo>
                    <a:pt x="19145" y="1083659"/>
                    <a:pt x="0" y="1064514"/>
                    <a:pt x="0" y="1041427"/>
                  </a:cubicBezTo>
                  <a:lnTo>
                    <a:pt x="0" y="41933"/>
                  </a:lnTo>
                  <a:cubicBezTo>
                    <a:pt x="0" y="27293"/>
                    <a:pt x="7320" y="13778"/>
                    <a:pt x="19708" y="6458"/>
                  </a:cubicBezTo>
                  <a:cubicBezTo>
                    <a:pt x="31533" y="-1425"/>
                    <a:pt x="47300" y="-1988"/>
                    <a:pt x="60251" y="4206"/>
                  </a:cubicBezTo>
                  <a:lnTo>
                    <a:pt x="500029" y="213114"/>
                  </a:lnTo>
                  <a:cubicBezTo>
                    <a:pt x="514669" y="219871"/>
                    <a:pt x="524242" y="235075"/>
                    <a:pt x="524242" y="251405"/>
                  </a:cubicBezTo>
                  <a:lnTo>
                    <a:pt x="524242" y="1041990"/>
                  </a:lnTo>
                  <a:cubicBezTo>
                    <a:pt x="524242" y="1065077"/>
                    <a:pt x="505096" y="1084222"/>
                    <a:pt x="482010" y="1084222"/>
                  </a:cubicBezTo>
                  <a:close/>
                  <a:moveTo>
                    <a:pt x="84464" y="999195"/>
                  </a:moveTo>
                  <a:lnTo>
                    <a:pt x="439777" y="999195"/>
                  </a:lnTo>
                  <a:lnTo>
                    <a:pt x="439777" y="277307"/>
                  </a:lnTo>
                  <a:lnTo>
                    <a:pt x="84464" y="108941"/>
                  </a:lnTo>
                  <a:lnTo>
                    <a:pt x="84464" y="999195"/>
                  </a:lnTo>
                  <a:close/>
                </a:path>
              </a:pathLst>
            </a:custGeom>
            <a:solidFill>
              <a:srgbClr val="C1C1C1"/>
            </a:solidFill>
            <a:ln w="56029" cap="flat">
              <a:noFill/>
              <a:prstDash val="solid"/>
              <a:miter/>
            </a:ln>
          </p:spPr>
          <p:txBody>
            <a:bodyPr rtlCol="0" anchor="ctr"/>
            <a:lstStyle/>
            <a:p>
              <a:endParaRPr lang="en-IN" dirty="0"/>
            </a:p>
          </p:txBody>
        </p:sp>
      </p:grpSp>
      <p:sp>
        <p:nvSpPr>
          <p:cNvPr id="152" name="TextBox 151">
            <a:hlinkClick r:id="rId7" action="ppaction://hlinksldjump"/>
            <a:extLst>
              <a:ext uri="{FF2B5EF4-FFF2-40B4-BE49-F238E27FC236}">
                <a16:creationId xmlns:a16="http://schemas.microsoft.com/office/drawing/2014/main" id="{AEFBB995-19F7-480D-F600-9C8748632F44}"/>
              </a:ext>
            </a:extLst>
          </p:cNvPr>
          <p:cNvSpPr txBox="1"/>
          <p:nvPr/>
        </p:nvSpPr>
        <p:spPr>
          <a:xfrm>
            <a:off x="869323" y="2208803"/>
            <a:ext cx="646331" cy="276999"/>
          </a:xfrm>
          <a:prstGeom prst="rect">
            <a:avLst/>
          </a:prstGeom>
          <a:noFill/>
        </p:spPr>
        <p:txBody>
          <a:bodyPr wrap="none" rtlCol="0">
            <a:spAutoFit/>
          </a:bodyPr>
          <a:lstStyle/>
          <a:p>
            <a:r>
              <a:rPr lang="en-IN" sz="1200" dirty="0" smtClean="0">
                <a:solidFill>
                  <a:srgbClr val="1ED760"/>
                </a:solidFill>
                <a:latin typeface="Poppins Medium" panose="00000600000000000000" pitchFamily="50" charset="0"/>
                <a:cs typeface="Poppins Medium" panose="00000600000000000000" pitchFamily="50" charset="0"/>
              </a:rPr>
              <a:t>Demo</a:t>
            </a:r>
            <a:endParaRPr lang="en-IN" sz="1200" dirty="0">
              <a:solidFill>
                <a:srgbClr val="1ED760"/>
              </a:solidFill>
              <a:latin typeface="Poppins Medium" panose="00000600000000000000" pitchFamily="50" charset="0"/>
              <a:cs typeface="Poppins Medium" panose="00000600000000000000" pitchFamily="50" charset="0"/>
            </a:endParaRPr>
          </a:p>
        </p:txBody>
      </p:sp>
      <p:grpSp>
        <p:nvGrpSpPr>
          <p:cNvPr id="153" name="Group 152">
            <a:extLst>
              <a:ext uri="{FF2B5EF4-FFF2-40B4-BE49-F238E27FC236}">
                <a16:creationId xmlns:a16="http://schemas.microsoft.com/office/drawing/2014/main" id="{0A1B5201-0A58-C4EA-4F1D-130D1852D1B3}"/>
              </a:ext>
            </a:extLst>
          </p:cNvPr>
          <p:cNvGrpSpPr/>
          <p:nvPr/>
        </p:nvGrpSpPr>
        <p:grpSpPr>
          <a:xfrm>
            <a:off x="431322" y="2214773"/>
            <a:ext cx="203670" cy="203670"/>
            <a:chOff x="431322" y="2214773"/>
            <a:chExt cx="203670" cy="203670"/>
          </a:xfrm>
          <a:solidFill>
            <a:srgbClr val="1ED760"/>
          </a:solidFill>
        </p:grpSpPr>
        <p:sp>
          <p:nvSpPr>
            <p:cNvPr id="154" name="Rectangle: Rounded Corners 153">
              <a:hlinkClick r:id="rId7" action="ppaction://hlinksldjump"/>
              <a:extLst>
                <a:ext uri="{FF2B5EF4-FFF2-40B4-BE49-F238E27FC236}">
                  <a16:creationId xmlns:a16="http://schemas.microsoft.com/office/drawing/2014/main" id="{1A6AEACA-C69E-F99E-A7DC-D2C4BDE7B20F}"/>
                </a:ext>
              </a:extLst>
            </p:cNvPr>
            <p:cNvSpPr/>
            <p:nvPr/>
          </p:nvSpPr>
          <p:spPr>
            <a:xfrm>
              <a:off x="431322" y="2214773"/>
              <a:ext cx="203670" cy="203670"/>
            </a:xfrm>
            <a:prstGeom prst="roundRect">
              <a:avLst>
                <a:gd name="adj" fmla="val 12600"/>
              </a:avLst>
            </a:prstGeom>
            <a:grpFill/>
            <a:ln>
              <a:solidFill>
                <a:srgbClr val="1ED7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rgbClr val="1ED760"/>
                </a:solidFill>
              </a:endParaRPr>
            </a:p>
          </p:txBody>
        </p:sp>
        <p:pic>
          <p:nvPicPr>
            <p:cNvPr id="155" name="Graphic 154" descr="Add with solid fill">
              <a:hlinkClick r:id="rId7" action="ppaction://hlinksldjump"/>
              <a:extLst>
                <a:ext uri="{FF2B5EF4-FFF2-40B4-BE49-F238E27FC236}">
                  <a16:creationId xmlns:a16="http://schemas.microsoft.com/office/drawing/2014/main" id="{8EBC64F6-52E4-C7D3-C8E0-063624D82FC8}"/>
                </a:ext>
              </a:extLst>
            </p:cNvPr>
            <p:cNvPicPr>
              <a:picLocks noChangeAspect="1"/>
            </p:cNvPicPr>
            <p:nvPr/>
          </p:nvPicPr>
          <p:blipFill>
            <a:blip r:embed="rId8" cstate="hqprint">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472263" y="2255714"/>
              <a:ext cx="121788" cy="121788"/>
            </a:xfrm>
            <a:prstGeom prst="rect">
              <a:avLst/>
            </a:prstGeom>
            <a:grpFill/>
            <a:ln>
              <a:solidFill>
                <a:srgbClr val="1ED760"/>
              </a:solidFill>
            </a:ln>
          </p:spPr>
        </p:pic>
      </p:grpSp>
      <p:sp>
        <p:nvSpPr>
          <p:cNvPr id="161" name="TextBox 160">
            <a:hlinkClick r:id="rId7" action="ppaction://hlinksldjump"/>
            <a:extLst>
              <a:ext uri="{FF2B5EF4-FFF2-40B4-BE49-F238E27FC236}">
                <a16:creationId xmlns:a16="http://schemas.microsoft.com/office/drawing/2014/main" id="{72A752BF-8058-8504-0E25-036A6BB2E287}"/>
              </a:ext>
            </a:extLst>
          </p:cNvPr>
          <p:cNvSpPr txBox="1"/>
          <p:nvPr/>
        </p:nvSpPr>
        <p:spPr>
          <a:xfrm>
            <a:off x="875257" y="2791286"/>
            <a:ext cx="1295547" cy="276999"/>
          </a:xfrm>
          <a:prstGeom prst="rect">
            <a:avLst/>
          </a:prstGeom>
          <a:noFill/>
        </p:spPr>
        <p:txBody>
          <a:bodyPr wrap="none" rtlCol="0">
            <a:spAutoFit/>
          </a:bodyPr>
          <a:lstStyle/>
          <a:p>
            <a:r>
              <a:rPr lang="en-IN" sz="1200" dirty="0">
                <a:solidFill>
                  <a:srgbClr val="B4B5B2"/>
                </a:solidFill>
                <a:latin typeface="Microsoft PhagsPa" panose="020B0502040204020203" pitchFamily="34" charset="0"/>
                <a:cs typeface="Poppins Medium" panose="00000600000000000000" pitchFamily="50" charset="0"/>
              </a:rPr>
              <a:t>Ưu Nhược Điểm</a:t>
            </a:r>
            <a:endParaRPr lang="en-IN" sz="1200" dirty="0">
              <a:solidFill>
                <a:srgbClr val="B4B5B2"/>
              </a:solidFill>
              <a:latin typeface="Microsoft PhagsPa" panose="020B0502040204020203" pitchFamily="34" charset="0"/>
              <a:cs typeface="Poppins Medium" panose="00000600000000000000" pitchFamily="50" charset="0"/>
            </a:endParaRPr>
          </a:p>
        </p:txBody>
      </p:sp>
      <p:sp>
        <p:nvSpPr>
          <p:cNvPr id="162" name="Freeform: Shape 161">
            <a:hlinkClick r:id="rId7" action="ppaction://hlinksldjump"/>
            <a:extLst>
              <a:ext uri="{FF2B5EF4-FFF2-40B4-BE49-F238E27FC236}">
                <a16:creationId xmlns:a16="http://schemas.microsoft.com/office/drawing/2014/main" id="{D2FC7B67-4B55-CE2D-EFFB-19A6EC58FBC9}"/>
              </a:ext>
            </a:extLst>
          </p:cNvPr>
          <p:cNvSpPr/>
          <p:nvPr/>
        </p:nvSpPr>
        <p:spPr>
          <a:xfrm>
            <a:off x="444989" y="2827208"/>
            <a:ext cx="154752" cy="204786"/>
          </a:xfrm>
          <a:custGeom>
            <a:avLst/>
            <a:gdLst>
              <a:gd name="connsiteX0" fmla="*/ 467584 w 469298"/>
              <a:gd name="connsiteY0" fmla="*/ 62389 h 621030"/>
              <a:gd name="connsiteX1" fmla="*/ 394242 w 469298"/>
              <a:gd name="connsiteY1" fmla="*/ 0 h 621030"/>
              <a:gd name="connsiteX2" fmla="*/ 75059 w 469298"/>
              <a:gd name="connsiteY2" fmla="*/ 191 h 621030"/>
              <a:gd name="connsiteX3" fmla="*/ 51913 w 469298"/>
              <a:gd name="connsiteY3" fmla="*/ 3715 h 621030"/>
              <a:gd name="connsiteX4" fmla="*/ 1240 w 469298"/>
              <a:gd name="connsiteY4" fmla="*/ 65342 h 621030"/>
              <a:gd name="connsiteX5" fmla="*/ 192 w 469298"/>
              <a:gd name="connsiteY5" fmla="*/ 96203 h 621030"/>
              <a:gd name="connsiteX6" fmla="*/ 192 w 469298"/>
              <a:gd name="connsiteY6" fmla="*/ 590455 h 621030"/>
              <a:gd name="connsiteX7" fmla="*/ 22671 w 469298"/>
              <a:gd name="connsiteY7" fmla="*/ 621030 h 621030"/>
              <a:gd name="connsiteX8" fmla="*/ 32387 w 469298"/>
              <a:gd name="connsiteY8" fmla="*/ 621030 h 621030"/>
              <a:gd name="connsiteX9" fmla="*/ 46674 w 469298"/>
              <a:gd name="connsiteY9" fmla="*/ 615315 h 621030"/>
              <a:gd name="connsiteX10" fmla="*/ 61819 w 469298"/>
              <a:gd name="connsiteY10" fmla="*/ 604171 h 621030"/>
              <a:gd name="connsiteX11" fmla="*/ 227364 w 469298"/>
              <a:gd name="connsiteY11" fmla="*/ 479965 h 621030"/>
              <a:gd name="connsiteX12" fmla="*/ 242223 w 469298"/>
              <a:gd name="connsiteY12" fmla="*/ 479774 h 621030"/>
              <a:gd name="connsiteX13" fmla="*/ 420912 w 469298"/>
              <a:gd name="connsiteY13" fmla="*/ 613791 h 621030"/>
              <a:gd name="connsiteX14" fmla="*/ 435866 w 469298"/>
              <a:gd name="connsiteY14" fmla="*/ 621030 h 621030"/>
              <a:gd name="connsiteX15" fmla="*/ 445581 w 469298"/>
              <a:gd name="connsiteY15" fmla="*/ 621030 h 621030"/>
              <a:gd name="connsiteX16" fmla="*/ 469299 w 469298"/>
              <a:gd name="connsiteY16" fmla="*/ 592265 h 621030"/>
              <a:gd name="connsiteX17" fmla="*/ 469299 w 469298"/>
              <a:gd name="connsiteY17" fmla="*/ 588645 h 621030"/>
              <a:gd name="connsiteX18" fmla="*/ 469299 w 469298"/>
              <a:gd name="connsiteY18" fmla="*/ 79915 h 621030"/>
              <a:gd name="connsiteX19" fmla="*/ 467679 w 469298"/>
              <a:gd name="connsiteY19" fmla="*/ 62484 h 621030"/>
              <a:gd name="connsiteX20" fmla="*/ 415292 w 469298"/>
              <a:gd name="connsiteY20" fmla="*/ 543211 h 621030"/>
              <a:gd name="connsiteX21" fmla="*/ 319470 w 469298"/>
              <a:gd name="connsiteY21" fmla="*/ 471297 h 621030"/>
              <a:gd name="connsiteX22" fmla="*/ 253176 w 469298"/>
              <a:gd name="connsiteY22" fmla="*/ 421577 h 621030"/>
              <a:gd name="connsiteX23" fmla="*/ 216315 w 469298"/>
              <a:gd name="connsiteY23" fmla="*/ 421577 h 621030"/>
              <a:gd name="connsiteX24" fmla="*/ 59438 w 469298"/>
              <a:gd name="connsiteY24" fmla="*/ 539211 h 621030"/>
              <a:gd name="connsiteX25" fmla="*/ 55152 w 469298"/>
              <a:gd name="connsiteY25" fmla="*/ 542354 h 621030"/>
              <a:gd name="connsiteX26" fmla="*/ 54009 w 469298"/>
              <a:gd name="connsiteY26" fmla="*/ 537877 h 621030"/>
              <a:gd name="connsiteX27" fmla="*/ 54009 w 469298"/>
              <a:gd name="connsiteY27" fmla="*/ 79915 h 621030"/>
              <a:gd name="connsiteX28" fmla="*/ 81536 w 469298"/>
              <a:gd name="connsiteY28" fmla="*/ 52388 h 621030"/>
              <a:gd name="connsiteX29" fmla="*/ 388050 w 469298"/>
              <a:gd name="connsiteY29" fmla="*/ 52388 h 621030"/>
              <a:gd name="connsiteX30" fmla="*/ 415578 w 469298"/>
              <a:gd name="connsiteY30" fmla="*/ 79915 h 621030"/>
              <a:gd name="connsiteX31" fmla="*/ 415578 w 469298"/>
              <a:gd name="connsiteY31" fmla="*/ 537877 h 621030"/>
              <a:gd name="connsiteX32" fmla="*/ 415387 w 469298"/>
              <a:gd name="connsiteY32" fmla="*/ 543020 h 62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9298" h="621030">
                <a:moveTo>
                  <a:pt x="467584" y="62389"/>
                </a:moveTo>
                <a:cubicBezTo>
                  <a:pt x="461298" y="29813"/>
                  <a:pt x="431294" y="-95"/>
                  <a:pt x="394242" y="0"/>
                </a:cubicBezTo>
                <a:cubicBezTo>
                  <a:pt x="287847" y="286"/>
                  <a:pt x="181453" y="0"/>
                  <a:pt x="75059" y="191"/>
                </a:cubicBezTo>
                <a:cubicBezTo>
                  <a:pt x="67248" y="191"/>
                  <a:pt x="59343" y="762"/>
                  <a:pt x="51913" y="3715"/>
                </a:cubicBezTo>
                <a:cubicBezTo>
                  <a:pt x="23910" y="15145"/>
                  <a:pt x="6860" y="35624"/>
                  <a:pt x="1240" y="65342"/>
                </a:cubicBezTo>
                <a:cubicBezTo>
                  <a:pt x="-665" y="75533"/>
                  <a:pt x="192" y="85916"/>
                  <a:pt x="192" y="96203"/>
                </a:cubicBezTo>
                <a:cubicBezTo>
                  <a:pt x="192" y="260985"/>
                  <a:pt x="192" y="425672"/>
                  <a:pt x="192" y="590455"/>
                </a:cubicBezTo>
                <a:cubicBezTo>
                  <a:pt x="192" y="608838"/>
                  <a:pt x="6384" y="617125"/>
                  <a:pt x="22671" y="621030"/>
                </a:cubicBezTo>
                <a:lnTo>
                  <a:pt x="32387" y="621030"/>
                </a:lnTo>
                <a:cubicBezTo>
                  <a:pt x="37626" y="620268"/>
                  <a:pt x="42483" y="618744"/>
                  <a:pt x="46674" y="615315"/>
                </a:cubicBezTo>
                <a:cubicBezTo>
                  <a:pt x="51437" y="611315"/>
                  <a:pt x="56771" y="607981"/>
                  <a:pt x="61819" y="604171"/>
                </a:cubicBezTo>
                <a:cubicBezTo>
                  <a:pt x="117064" y="562737"/>
                  <a:pt x="172214" y="521399"/>
                  <a:pt x="227364" y="479965"/>
                </a:cubicBezTo>
                <a:cubicBezTo>
                  <a:pt x="232380" y="476155"/>
                  <a:pt x="237333" y="476091"/>
                  <a:pt x="242223" y="479774"/>
                </a:cubicBezTo>
                <a:cubicBezTo>
                  <a:pt x="301754" y="524447"/>
                  <a:pt x="361380" y="569119"/>
                  <a:pt x="420912" y="613791"/>
                </a:cubicBezTo>
                <a:cubicBezTo>
                  <a:pt x="425484" y="617220"/>
                  <a:pt x="430151" y="620078"/>
                  <a:pt x="435866" y="621030"/>
                </a:cubicBezTo>
                <a:lnTo>
                  <a:pt x="445581" y="621030"/>
                </a:lnTo>
                <a:cubicBezTo>
                  <a:pt x="462155" y="617792"/>
                  <a:pt x="469108" y="609410"/>
                  <a:pt x="469299" y="592265"/>
                </a:cubicBezTo>
                <a:cubicBezTo>
                  <a:pt x="469299" y="591027"/>
                  <a:pt x="469299" y="589884"/>
                  <a:pt x="469299" y="588645"/>
                </a:cubicBezTo>
                <a:cubicBezTo>
                  <a:pt x="469299" y="419100"/>
                  <a:pt x="469299" y="249460"/>
                  <a:pt x="469299" y="79915"/>
                </a:cubicBezTo>
                <a:cubicBezTo>
                  <a:pt x="469299" y="74009"/>
                  <a:pt x="468822" y="68199"/>
                  <a:pt x="467679" y="62484"/>
                </a:cubicBezTo>
                <a:close/>
                <a:moveTo>
                  <a:pt x="415292" y="543211"/>
                </a:moveTo>
                <a:cubicBezTo>
                  <a:pt x="382716" y="518732"/>
                  <a:pt x="351093" y="495015"/>
                  <a:pt x="319470" y="471297"/>
                </a:cubicBezTo>
                <a:cubicBezTo>
                  <a:pt x="297372" y="454724"/>
                  <a:pt x="275274" y="438055"/>
                  <a:pt x="253176" y="421577"/>
                </a:cubicBezTo>
                <a:cubicBezTo>
                  <a:pt x="239937" y="411671"/>
                  <a:pt x="229459" y="411766"/>
                  <a:pt x="216315" y="421577"/>
                </a:cubicBezTo>
                <a:cubicBezTo>
                  <a:pt x="164022" y="460820"/>
                  <a:pt x="111730" y="500063"/>
                  <a:pt x="59438" y="539211"/>
                </a:cubicBezTo>
                <a:cubicBezTo>
                  <a:pt x="58009" y="540258"/>
                  <a:pt x="56580" y="541306"/>
                  <a:pt x="55152" y="542354"/>
                </a:cubicBezTo>
                <a:cubicBezTo>
                  <a:pt x="53151" y="541116"/>
                  <a:pt x="54009" y="539306"/>
                  <a:pt x="54009" y="537877"/>
                </a:cubicBezTo>
                <a:cubicBezTo>
                  <a:pt x="54009" y="385191"/>
                  <a:pt x="54009" y="232601"/>
                  <a:pt x="54009" y="79915"/>
                </a:cubicBezTo>
                <a:cubicBezTo>
                  <a:pt x="54009" y="62770"/>
                  <a:pt x="64391" y="52388"/>
                  <a:pt x="81536" y="52388"/>
                </a:cubicBezTo>
                <a:cubicBezTo>
                  <a:pt x="183739" y="52388"/>
                  <a:pt x="285847" y="52388"/>
                  <a:pt x="388050" y="52388"/>
                </a:cubicBezTo>
                <a:cubicBezTo>
                  <a:pt x="405195" y="52388"/>
                  <a:pt x="415578" y="62770"/>
                  <a:pt x="415578" y="79915"/>
                </a:cubicBezTo>
                <a:cubicBezTo>
                  <a:pt x="415578" y="232601"/>
                  <a:pt x="415578" y="385191"/>
                  <a:pt x="415578" y="537877"/>
                </a:cubicBezTo>
                <a:cubicBezTo>
                  <a:pt x="415578" y="539211"/>
                  <a:pt x="415482" y="540544"/>
                  <a:pt x="415387" y="543020"/>
                </a:cubicBezTo>
                <a:close/>
              </a:path>
            </a:pathLst>
          </a:custGeom>
          <a:solidFill>
            <a:srgbClr val="B4B5B2"/>
          </a:solidFill>
          <a:ln w="9525" cap="flat">
            <a:noFill/>
            <a:prstDash val="solid"/>
            <a:miter/>
          </a:ln>
        </p:spPr>
        <p:txBody>
          <a:bodyPr rtlCol="0" anchor="ctr"/>
          <a:lstStyle/>
          <a:p>
            <a:endParaRPr lang="en-IN"/>
          </a:p>
        </p:txBody>
      </p:sp>
      <p:sp>
        <p:nvSpPr>
          <p:cNvPr id="163" name="TextBox 162">
            <a:hlinkClick r:id="rId12" action="ppaction://hlinksldjump"/>
            <a:extLst>
              <a:ext uri="{FF2B5EF4-FFF2-40B4-BE49-F238E27FC236}">
                <a16:creationId xmlns:a16="http://schemas.microsoft.com/office/drawing/2014/main" id="{D6FD6B3E-CFE7-10A0-C6B6-A478E16DA06D}"/>
              </a:ext>
            </a:extLst>
          </p:cNvPr>
          <p:cNvSpPr txBox="1"/>
          <p:nvPr/>
        </p:nvSpPr>
        <p:spPr>
          <a:xfrm>
            <a:off x="879742" y="3398875"/>
            <a:ext cx="1709250" cy="276999"/>
          </a:xfrm>
          <a:prstGeom prst="rect">
            <a:avLst/>
          </a:prstGeom>
          <a:noFill/>
        </p:spPr>
        <p:txBody>
          <a:bodyPr wrap="none" rtlCol="0">
            <a:spAutoFit/>
          </a:bodyPr>
          <a:lstStyle/>
          <a:p>
            <a:r>
              <a:rPr lang="en-IN" sz="1200" dirty="0">
                <a:solidFill>
                  <a:srgbClr val="B4B5B2"/>
                </a:solidFill>
                <a:latin typeface="Poppins Medium" panose="00000600000000000000" pitchFamily="50" charset="0"/>
                <a:cs typeface="Poppins Medium" panose="00000600000000000000" pitchFamily="50" charset="0"/>
              </a:rPr>
              <a:t>Phát Triển Tương Lai</a:t>
            </a:r>
            <a:endParaRPr lang="en-IN" sz="1200" dirty="0">
              <a:solidFill>
                <a:srgbClr val="B4B5B2"/>
              </a:solidFill>
              <a:latin typeface="Poppins Medium" panose="00000600000000000000" pitchFamily="50" charset="0"/>
              <a:cs typeface="Poppins Medium" panose="00000600000000000000" pitchFamily="50" charset="0"/>
            </a:endParaRPr>
          </a:p>
        </p:txBody>
      </p:sp>
      <p:sp>
        <p:nvSpPr>
          <p:cNvPr id="164" name="Freeform: Shape 163">
            <a:hlinkClick r:id="rId12" action="ppaction://hlinksldjump"/>
            <a:extLst>
              <a:ext uri="{FF2B5EF4-FFF2-40B4-BE49-F238E27FC236}">
                <a16:creationId xmlns:a16="http://schemas.microsoft.com/office/drawing/2014/main" id="{2D884566-ED83-E244-C1E7-03D41A6BBF1B}"/>
              </a:ext>
            </a:extLst>
          </p:cNvPr>
          <p:cNvSpPr/>
          <p:nvPr/>
        </p:nvSpPr>
        <p:spPr>
          <a:xfrm>
            <a:off x="431321" y="3451683"/>
            <a:ext cx="174926" cy="205826"/>
          </a:xfrm>
          <a:custGeom>
            <a:avLst/>
            <a:gdLst>
              <a:gd name="connsiteX0" fmla="*/ 250564 w 254310"/>
              <a:gd name="connsiteY0" fmla="*/ 139515 h 299233"/>
              <a:gd name="connsiteX1" fmla="*/ 215595 w 254310"/>
              <a:gd name="connsiteY1" fmla="*/ 93041 h 299233"/>
              <a:gd name="connsiteX2" fmla="*/ 215466 w 254310"/>
              <a:gd name="connsiteY2" fmla="*/ 86609 h 299233"/>
              <a:gd name="connsiteX3" fmla="*/ 250434 w 254310"/>
              <a:gd name="connsiteY3" fmla="*/ 40135 h 299233"/>
              <a:gd name="connsiteX4" fmla="*/ 254190 w 254310"/>
              <a:gd name="connsiteY4" fmla="*/ 31631 h 299233"/>
              <a:gd name="connsiteX5" fmla="*/ 238001 w 254310"/>
              <a:gd name="connsiteY5" fmla="*/ 14924 h 299233"/>
              <a:gd name="connsiteX6" fmla="*/ 63353 w 254310"/>
              <a:gd name="connsiteY6" fmla="*/ 14967 h 299233"/>
              <a:gd name="connsiteX7" fmla="*/ 59360 w 254310"/>
              <a:gd name="connsiteY7" fmla="*/ 11923 h 299233"/>
              <a:gd name="connsiteX8" fmla="*/ 45999 w 254310"/>
              <a:gd name="connsiteY8" fmla="*/ 30 h 299233"/>
              <a:gd name="connsiteX9" fmla="*/ 30716 w 254310"/>
              <a:gd name="connsiteY9" fmla="*/ 9916 h 299233"/>
              <a:gd name="connsiteX10" fmla="*/ 29788 w 254310"/>
              <a:gd name="connsiteY10" fmla="*/ 17169 h 299233"/>
              <a:gd name="connsiteX11" fmla="*/ 29788 w 254310"/>
              <a:gd name="connsiteY11" fmla="*/ 140615 h 299233"/>
              <a:gd name="connsiteX12" fmla="*/ 29788 w 254310"/>
              <a:gd name="connsiteY12" fmla="*/ 156049 h 299233"/>
              <a:gd name="connsiteX13" fmla="*/ 29853 w 254310"/>
              <a:gd name="connsiteY13" fmla="*/ 265811 h 299233"/>
              <a:gd name="connsiteX14" fmla="*/ 26205 w 254310"/>
              <a:gd name="connsiteY14" fmla="*/ 269437 h 299233"/>
              <a:gd name="connsiteX15" fmla="*/ 14290 w 254310"/>
              <a:gd name="connsiteY15" fmla="*/ 269437 h 299233"/>
              <a:gd name="connsiteX16" fmla="*/ 0 w 254310"/>
              <a:gd name="connsiteY16" fmla="*/ 284180 h 299233"/>
              <a:gd name="connsiteX17" fmla="*/ 14052 w 254310"/>
              <a:gd name="connsiteY17" fmla="*/ 299095 h 299233"/>
              <a:gd name="connsiteX18" fmla="*/ 75420 w 254310"/>
              <a:gd name="connsiteY18" fmla="*/ 299095 h 299233"/>
              <a:gd name="connsiteX19" fmla="*/ 89752 w 254310"/>
              <a:gd name="connsiteY19" fmla="*/ 284331 h 299233"/>
              <a:gd name="connsiteX20" fmla="*/ 75182 w 254310"/>
              <a:gd name="connsiteY20" fmla="*/ 269415 h 299233"/>
              <a:gd name="connsiteX21" fmla="*/ 63267 w 254310"/>
              <a:gd name="connsiteY21" fmla="*/ 269437 h 299233"/>
              <a:gd name="connsiteX22" fmla="*/ 59706 w 254310"/>
              <a:gd name="connsiteY22" fmla="*/ 265746 h 299233"/>
              <a:gd name="connsiteX23" fmla="*/ 59706 w 254310"/>
              <a:gd name="connsiteY23" fmla="*/ 168245 h 299233"/>
              <a:gd name="connsiteX24" fmla="*/ 63440 w 254310"/>
              <a:gd name="connsiteY24" fmla="*/ 164381 h 299233"/>
              <a:gd name="connsiteX25" fmla="*/ 235994 w 254310"/>
              <a:gd name="connsiteY25" fmla="*/ 164467 h 299233"/>
              <a:gd name="connsiteX26" fmla="*/ 240548 w 254310"/>
              <a:gd name="connsiteY26" fmla="*/ 164381 h 299233"/>
              <a:gd name="connsiteX27" fmla="*/ 250823 w 254310"/>
              <a:gd name="connsiteY27" fmla="*/ 159092 h 299233"/>
              <a:gd name="connsiteX28" fmla="*/ 250542 w 254310"/>
              <a:gd name="connsiteY28" fmla="*/ 139471 h 299233"/>
              <a:gd name="connsiteX29" fmla="*/ 228374 w 254310"/>
              <a:gd name="connsiteY29" fmla="*/ 147091 h 299233"/>
              <a:gd name="connsiteX30" fmla="*/ 69311 w 254310"/>
              <a:gd name="connsiteY30" fmla="*/ 147091 h 299233"/>
              <a:gd name="connsiteX31" fmla="*/ 59749 w 254310"/>
              <a:gd name="connsiteY31" fmla="*/ 138349 h 299233"/>
              <a:gd name="connsiteX32" fmla="*/ 59749 w 254310"/>
              <a:gd name="connsiteY32" fmla="*/ 40999 h 299233"/>
              <a:gd name="connsiteX33" fmla="*/ 69311 w 254310"/>
              <a:gd name="connsiteY33" fmla="*/ 32257 h 299233"/>
              <a:gd name="connsiteX34" fmla="*/ 228374 w 254310"/>
              <a:gd name="connsiteY34" fmla="*/ 32257 h 299233"/>
              <a:gd name="connsiteX35" fmla="*/ 230166 w 254310"/>
              <a:gd name="connsiteY35" fmla="*/ 32321 h 299233"/>
              <a:gd name="connsiteX36" fmla="*/ 205191 w 254310"/>
              <a:gd name="connsiteY36" fmla="*/ 62757 h 299233"/>
              <a:gd name="connsiteX37" fmla="*/ 187901 w 254310"/>
              <a:gd name="connsiteY37" fmla="*/ 83824 h 299233"/>
              <a:gd name="connsiteX38" fmla="*/ 187901 w 254310"/>
              <a:gd name="connsiteY38" fmla="*/ 95524 h 299233"/>
              <a:gd name="connsiteX39" fmla="*/ 228763 w 254310"/>
              <a:gd name="connsiteY39" fmla="*/ 145343 h 299233"/>
              <a:gd name="connsiteX40" fmla="*/ 229842 w 254310"/>
              <a:gd name="connsiteY40" fmla="*/ 146702 h 299233"/>
              <a:gd name="connsiteX41" fmla="*/ 228309 w 254310"/>
              <a:gd name="connsiteY41" fmla="*/ 147069 h 299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4310" h="299233">
                <a:moveTo>
                  <a:pt x="250564" y="139515"/>
                </a:moveTo>
                <a:cubicBezTo>
                  <a:pt x="238951" y="123995"/>
                  <a:pt x="227338" y="108453"/>
                  <a:pt x="215595" y="93041"/>
                </a:cubicBezTo>
                <a:cubicBezTo>
                  <a:pt x="213782" y="90667"/>
                  <a:pt x="213458" y="89221"/>
                  <a:pt x="215466" y="86609"/>
                </a:cubicBezTo>
                <a:cubicBezTo>
                  <a:pt x="227273" y="71218"/>
                  <a:pt x="238800" y="55655"/>
                  <a:pt x="250434" y="40135"/>
                </a:cubicBezTo>
                <a:cubicBezTo>
                  <a:pt x="252355" y="37588"/>
                  <a:pt x="253910" y="34890"/>
                  <a:pt x="254190" y="31631"/>
                </a:cubicBezTo>
                <a:cubicBezTo>
                  <a:pt x="255054" y="21896"/>
                  <a:pt x="248341" y="14924"/>
                  <a:pt x="238001" y="14924"/>
                </a:cubicBezTo>
                <a:cubicBezTo>
                  <a:pt x="179785" y="14924"/>
                  <a:pt x="121569" y="14924"/>
                  <a:pt x="63353" y="14967"/>
                </a:cubicBezTo>
                <a:cubicBezTo>
                  <a:pt x="61001" y="14967"/>
                  <a:pt x="59835" y="14773"/>
                  <a:pt x="59360" y="11923"/>
                </a:cubicBezTo>
                <a:cubicBezTo>
                  <a:pt x="58173" y="5102"/>
                  <a:pt x="52539" y="418"/>
                  <a:pt x="45999" y="30"/>
                </a:cubicBezTo>
                <a:cubicBezTo>
                  <a:pt x="38962" y="-380"/>
                  <a:pt x="32983" y="3483"/>
                  <a:pt x="30716" y="9916"/>
                </a:cubicBezTo>
                <a:cubicBezTo>
                  <a:pt x="29896" y="12269"/>
                  <a:pt x="29788" y="14708"/>
                  <a:pt x="29788" y="17169"/>
                </a:cubicBezTo>
                <a:cubicBezTo>
                  <a:pt x="29788" y="58310"/>
                  <a:pt x="29788" y="99474"/>
                  <a:pt x="29788" y="140615"/>
                </a:cubicBezTo>
                <a:lnTo>
                  <a:pt x="29788" y="156049"/>
                </a:lnTo>
                <a:cubicBezTo>
                  <a:pt x="29788" y="192636"/>
                  <a:pt x="29745" y="229223"/>
                  <a:pt x="29853" y="265811"/>
                </a:cubicBezTo>
                <a:cubicBezTo>
                  <a:pt x="29853" y="268725"/>
                  <a:pt x="29141" y="269631"/>
                  <a:pt x="26205" y="269437"/>
                </a:cubicBezTo>
                <a:cubicBezTo>
                  <a:pt x="22255" y="269178"/>
                  <a:pt x="18262" y="269286"/>
                  <a:pt x="14290" y="269437"/>
                </a:cubicBezTo>
                <a:cubicBezTo>
                  <a:pt x="6152" y="269761"/>
                  <a:pt x="43" y="276129"/>
                  <a:pt x="0" y="284180"/>
                </a:cubicBezTo>
                <a:cubicBezTo>
                  <a:pt x="-43" y="292274"/>
                  <a:pt x="5979" y="299031"/>
                  <a:pt x="14052" y="299095"/>
                </a:cubicBezTo>
                <a:cubicBezTo>
                  <a:pt x="34515" y="299290"/>
                  <a:pt x="54957" y="299268"/>
                  <a:pt x="75420" y="299095"/>
                </a:cubicBezTo>
                <a:cubicBezTo>
                  <a:pt x="83493" y="299031"/>
                  <a:pt x="89709" y="292318"/>
                  <a:pt x="89752" y="284331"/>
                </a:cubicBezTo>
                <a:cubicBezTo>
                  <a:pt x="89796" y="276258"/>
                  <a:pt x="83449" y="269696"/>
                  <a:pt x="75182" y="269415"/>
                </a:cubicBezTo>
                <a:cubicBezTo>
                  <a:pt x="71211" y="269286"/>
                  <a:pt x="67217" y="269156"/>
                  <a:pt x="63267" y="269437"/>
                </a:cubicBezTo>
                <a:cubicBezTo>
                  <a:pt x="60202" y="269674"/>
                  <a:pt x="59706" y="268552"/>
                  <a:pt x="59706" y="265746"/>
                </a:cubicBezTo>
                <a:cubicBezTo>
                  <a:pt x="59813" y="233238"/>
                  <a:pt x="59813" y="200752"/>
                  <a:pt x="59706" y="168245"/>
                </a:cubicBezTo>
                <a:cubicBezTo>
                  <a:pt x="59706" y="165266"/>
                  <a:pt x="60245" y="164381"/>
                  <a:pt x="63440" y="164381"/>
                </a:cubicBezTo>
                <a:cubicBezTo>
                  <a:pt x="120965" y="164489"/>
                  <a:pt x="178469" y="164467"/>
                  <a:pt x="235994" y="164467"/>
                </a:cubicBezTo>
                <a:cubicBezTo>
                  <a:pt x="237505" y="164467"/>
                  <a:pt x="239037" y="164467"/>
                  <a:pt x="240548" y="164381"/>
                </a:cubicBezTo>
                <a:cubicBezTo>
                  <a:pt x="244736" y="164143"/>
                  <a:pt x="248146" y="162309"/>
                  <a:pt x="250823" y="159092"/>
                </a:cubicBezTo>
                <a:cubicBezTo>
                  <a:pt x="255550" y="153394"/>
                  <a:pt x="255485" y="146076"/>
                  <a:pt x="250542" y="139471"/>
                </a:cubicBezTo>
                <a:close/>
                <a:moveTo>
                  <a:pt x="228374" y="147091"/>
                </a:moveTo>
                <a:cubicBezTo>
                  <a:pt x="175360" y="147091"/>
                  <a:pt x="122325" y="147091"/>
                  <a:pt x="69311" y="147091"/>
                </a:cubicBezTo>
                <a:cubicBezTo>
                  <a:pt x="63375" y="147091"/>
                  <a:pt x="59770" y="143788"/>
                  <a:pt x="59749" y="138349"/>
                </a:cubicBezTo>
                <a:cubicBezTo>
                  <a:pt x="59749" y="105906"/>
                  <a:pt x="59749" y="73463"/>
                  <a:pt x="59749" y="40999"/>
                </a:cubicBezTo>
                <a:cubicBezTo>
                  <a:pt x="59749" y="35559"/>
                  <a:pt x="63353" y="32257"/>
                  <a:pt x="69311" y="32257"/>
                </a:cubicBezTo>
                <a:cubicBezTo>
                  <a:pt x="122325" y="32257"/>
                  <a:pt x="175360" y="32257"/>
                  <a:pt x="228374" y="32257"/>
                </a:cubicBezTo>
                <a:cubicBezTo>
                  <a:pt x="228849" y="32257"/>
                  <a:pt x="229302" y="32300"/>
                  <a:pt x="230166" y="32321"/>
                </a:cubicBezTo>
                <a:cubicBezTo>
                  <a:pt x="221661" y="42682"/>
                  <a:pt x="213437" y="52720"/>
                  <a:pt x="205191" y="62757"/>
                </a:cubicBezTo>
                <a:cubicBezTo>
                  <a:pt x="199428" y="69772"/>
                  <a:pt x="193665" y="76787"/>
                  <a:pt x="187901" y="83824"/>
                </a:cubicBezTo>
                <a:cubicBezTo>
                  <a:pt x="184469" y="88012"/>
                  <a:pt x="184491" y="91358"/>
                  <a:pt x="187901" y="95524"/>
                </a:cubicBezTo>
                <a:cubicBezTo>
                  <a:pt x="201522" y="112123"/>
                  <a:pt x="215142" y="128722"/>
                  <a:pt x="228763" y="145343"/>
                </a:cubicBezTo>
                <a:cubicBezTo>
                  <a:pt x="229130" y="145796"/>
                  <a:pt x="229496" y="146249"/>
                  <a:pt x="229842" y="146702"/>
                </a:cubicBezTo>
                <a:cubicBezTo>
                  <a:pt x="229410" y="147350"/>
                  <a:pt x="228806" y="147069"/>
                  <a:pt x="228309" y="147069"/>
                </a:cubicBezTo>
                <a:close/>
              </a:path>
            </a:pathLst>
          </a:custGeom>
          <a:solidFill>
            <a:srgbClr val="B4B5B2"/>
          </a:solidFill>
          <a:ln w="2099" cap="flat">
            <a:noFill/>
            <a:prstDash val="solid"/>
            <a:miter/>
          </a:ln>
        </p:spPr>
        <p:txBody>
          <a:bodyPr rtlCol="0" anchor="ctr"/>
          <a:lstStyle/>
          <a:p>
            <a:endParaRPr lang="en-IN"/>
          </a:p>
        </p:txBody>
      </p:sp>
      <p:grpSp>
        <p:nvGrpSpPr>
          <p:cNvPr id="2" name="Group 1">
            <a:extLst>
              <a:ext uri="{FF2B5EF4-FFF2-40B4-BE49-F238E27FC236}">
                <a16:creationId xmlns:a16="http://schemas.microsoft.com/office/drawing/2014/main" id="{E9978119-D727-EA68-78A8-4C4B0F0AB257}"/>
              </a:ext>
            </a:extLst>
          </p:cNvPr>
          <p:cNvGrpSpPr/>
          <p:nvPr/>
        </p:nvGrpSpPr>
        <p:grpSpPr>
          <a:xfrm>
            <a:off x="3258053" y="292100"/>
            <a:ext cx="297947" cy="297947"/>
            <a:chOff x="8892506" y="664914"/>
            <a:chExt cx="209401" cy="209401"/>
          </a:xfrm>
        </p:grpSpPr>
        <p:sp>
          <p:nvSpPr>
            <p:cNvPr id="7" name="Oval 6">
              <a:hlinkClick r:id="" action="ppaction://hlinkshowjump?jump=previousslide"/>
              <a:extLst>
                <a:ext uri="{FF2B5EF4-FFF2-40B4-BE49-F238E27FC236}">
                  <a16:creationId xmlns:a16="http://schemas.microsoft.com/office/drawing/2014/main" id="{5458944F-1CDF-5B4A-5346-0713F71E6D97}"/>
                </a:ext>
              </a:extLst>
            </p:cNvPr>
            <p:cNvSpPr/>
            <p:nvPr/>
          </p:nvSpPr>
          <p:spPr>
            <a:xfrm>
              <a:off x="8892506" y="664914"/>
              <a:ext cx="209401" cy="209401"/>
            </a:xfrm>
            <a:prstGeom prst="ellipse">
              <a:avLst/>
            </a:prstGeom>
            <a:solidFill>
              <a:srgbClr val="0A07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Graphic 63" descr="Caret Left with solid fill">
              <a:hlinkClick r:id="" action="ppaction://hlinkshowjump?jump=previousslide"/>
              <a:extLst>
                <a:ext uri="{FF2B5EF4-FFF2-40B4-BE49-F238E27FC236}">
                  <a16:creationId xmlns:a16="http://schemas.microsoft.com/office/drawing/2014/main" id="{7AB15AB0-772B-E0A7-91C9-CD35E5756C46}"/>
                </a:ext>
              </a:extLst>
            </p:cNvPr>
            <p:cNvSpPr/>
            <p:nvPr/>
          </p:nvSpPr>
          <p:spPr>
            <a:xfrm>
              <a:off x="8960350" y="717942"/>
              <a:ext cx="59427" cy="103344"/>
            </a:xfrm>
            <a:custGeom>
              <a:avLst/>
              <a:gdLst>
                <a:gd name="connsiteX0" fmla="*/ 269081 w 309505"/>
                <a:gd name="connsiteY0" fmla="*/ 538229 h 538229"/>
                <a:gd name="connsiteX1" fmla="*/ 0 w 309505"/>
                <a:gd name="connsiteY1" fmla="*/ 269091 h 538229"/>
                <a:gd name="connsiteX2" fmla="*/ 269081 w 309505"/>
                <a:gd name="connsiteY2" fmla="*/ 0 h 538229"/>
                <a:gd name="connsiteX3" fmla="*/ 309496 w 309505"/>
                <a:gd name="connsiteY3" fmla="*/ 40405 h 538229"/>
                <a:gd name="connsiteX4" fmla="*/ 80810 w 309505"/>
                <a:gd name="connsiteY4" fmla="*/ 269091 h 538229"/>
                <a:gd name="connsiteX5" fmla="*/ 309505 w 309505"/>
                <a:gd name="connsiteY5" fmla="*/ 497824 h 538229"/>
                <a:gd name="connsiteX6" fmla="*/ 269081 w 309505"/>
                <a:gd name="connsiteY6" fmla="*/ 538229 h 53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505" h="538229">
                  <a:moveTo>
                    <a:pt x="269081" y="538229"/>
                  </a:moveTo>
                  <a:lnTo>
                    <a:pt x="0" y="269091"/>
                  </a:lnTo>
                  <a:lnTo>
                    <a:pt x="269081" y="0"/>
                  </a:lnTo>
                  <a:lnTo>
                    <a:pt x="309496" y="40405"/>
                  </a:lnTo>
                  <a:lnTo>
                    <a:pt x="80810" y="269091"/>
                  </a:lnTo>
                  <a:lnTo>
                    <a:pt x="309505" y="497824"/>
                  </a:lnTo>
                  <a:lnTo>
                    <a:pt x="269081" y="538229"/>
                  </a:lnTo>
                  <a:close/>
                </a:path>
              </a:pathLst>
            </a:custGeom>
            <a:solidFill>
              <a:schemeClr val="bg1"/>
            </a:solidFill>
            <a:ln w="9525" cap="flat">
              <a:noFill/>
              <a:prstDash val="solid"/>
              <a:miter/>
            </a:ln>
          </p:spPr>
          <p:txBody>
            <a:bodyPr rtlCol="0" anchor="ctr"/>
            <a:lstStyle/>
            <a:p>
              <a:endParaRPr lang="en-IN"/>
            </a:p>
          </p:txBody>
        </p:sp>
      </p:grpSp>
      <p:grpSp>
        <p:nvGrpSpPr>
          <p:cNvPr id="10" name="Group 9">
            <a:extLst>
              <a:ext uri="{FF2B5EF4-FFF2-40B4-BE49-F238E27FC236}">
                <a16:creationId xmlns:a16="http://schemas.microsoft.com/office/drawing/2014/main" id="{D8CDB6E0-FC45-87A7-040F-631604538EFE}"/>
              </a:ext>
            </a:extLst>
          </p:cNvPr>
          <p:cNvGrpSpPr/>
          <p:nvPr/>
        </p:nvGrpSpPr>
        <p:grpSpPr>
          <a:xfrm flipH="1">
            <a:off x="3665943" y="292100"/>
            <a:ext cx="297947" cy="297947"/>
            <a:chOff x="8892506" y="664914"/>
            <a:chExt cx="209401" cy="209401"/>
          </a:xfrm>
        </p:grpSpPr>
        <p:sp>
          <p:nvSpPr>
            <p:cNvPr id="11" name="Oval 10">
              <a:hlinkClick r:id="" action="ppaction://hlinkshowjump?jump=nextslide"/>
              <a:extLst>
                <a:ext uri="{FF2B5EF4-FFF2-40B4-BE49-F238E27FC236}">
                  <a16:creationId xmlns:a16="http://schemas.microsoft.com/office/drawing/2014/main" id="{2C3AB44A-EF80-51C7-549B-5939C01866EB}"/>
                </a:ext>
              </a:extLst>
            </p:cNvPr>
            <p:cNvSpPr/>
            <p:nvPr/>
          </p:nvSpPr>
          <p:spPr>
            <a:xfrm>
              <a:off x="8892506" y="664914"/>
              <a:ext cx="209401" cy="209401"/>
            </a:xfrm>
            <a:prstGeom prst="ellipse">
              <a:avLst/>
            </a:prstGeom>
            <a:solidFill>
              <a:srgbClr val="120D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Graphic 63" descr="Caret Left with solid fill">
              <a:hlinkClick r:id="" action="ppaction://hlinkshowjump?jump=nextslide"/>
              <a:extLst>
                <a:ext uri="{FF2B5EF4-FFF2-40B4-BE49-F238E27FC236}">
                  <a16:creationId xmlns:a16="http://schemas.microsoft.com/office/drawing/2014/main" id="{463E51DB-D0E0-8BDE-E9A2-55EF692A0FFE}"/>
                </a:ext>
              </a:extLst>
            </p:cNvPr>
            <p:cNvSpPr/>
            <p:nvPr/>
          </p:nvSpPr>
          <p:spPr>
            <a:xfrm>
              <a:off x="8960350" y="717942"/>
              <a:ext cx="59427" cy="103344"/>
            </a:xfrm>
            <a:custGeom>
              <a:avLst/>
              <a:gdLst>
                <a:gd name="connsiteX0" fmla="*/ 269081 w 309505"/>
                <a:gd name="connsiteY0" fmla="*/ 538229 h 538229"/>
                <a:gd name="connsiteX1" fmla="*/ 0 w 309505"/>
                <a:gd name="connsiteY1" fmla="*/ 269091 h 538229"/>
                <a:gd name="connsiteX2" fmla="*/ 269081 w 309505"/>
                <a:gd name="connsiteY2" fmla="*/ 0 h 538229"/>
                <a:gd name="connsiteX3" fmla="*/ 309496 w 309505"/>
                <a:gd name="connsiteY3" fmla="*/ 40405 h 538229"/>
                <a:gd name="connsiteX4" fmla="*/ 80810 w 309505"/>
                <a:gd name="connsiteY4" fmla="*/ 269091 h 538229"/>
                <a:gd name="connsiteX5" fmla="*/ 309505 w 309505"/>
                <a:gd name="connsiteY5" fmla="*/ 497824 h 538229"/>
                <a:gd name="connsiteX6" fmla="*/ 269081 w 309505"/>
                <a:gd name="connsiteY6" fmla="*/ 538229 h 53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505" h="538229">
                  <a:moveTo>
                    <a:pt x="269081" y="538229"/>
                  </a:moveTo>
                  <a:lnTo>
                    <a:pt x="0" y="269091"/>
                  </a:lnTo>
                  <a:lnTo>
                    <a:pt x="269081" y="0"/>
                  </a:lnTo>
                  <a:lnTo>
                    <a:pt x="309496" y="40405"/>
                  </a:lnTo>
                  <a:lnTo>
                    <a:pt x="80810" y="269091"/>
                  </a:lnTo>
                  <a:lnTo>
                    <a:pt x="309505" y="497824"/>
                  </a:lnTo>
                  <a:lnTo>
                    <a:pt x="269081" y="538229"/>
                  </a:lnTo>
                  <a:close/>
                </a:path>
              </a:pathLst>
            </a:custGeom>
            <a:solidFill>
              <a:srgbClr val="B4B5B2"/>
            </a:solidFill>
            <a:ln w="9525" cap="flat">
              <a:noFill/>
              <a:prstDash val="solid"/>
              <a:miter/>
            </a:ln>
          </p:spPr>
          <p:txBody>
            <a:bodyPr rtlCol="0" anchor="ctr"/>
            <a:lstStyle/>
            <a:p>
              <a:endParaRPr lang="en-IN"/>
            </a:p>
          </p:txBody>
        </p:sp>
      </p:grpSp>
    </p:spTree>
    <p:extLst>
      <p:ext uri="{BB962C8B-B14F-4D97-AF65-F5344CB8AC3E}">
        <p14:creationId xmlns:p14="http://schemas.microsoft.com/office/powerpoint/2010/main" val="37550682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2C2C2C"/>
            </a:gs>
            <a:gs pos="55000">
              <a:schemeClr val="tx1"/>
            </a:gs>
          </a:gsLst>
          <a:lin ang="5400000" scaled="1"/>
          <a:tileRect/>
        </a:gra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025ACCD-BEFE-4057-D0DA-23300AB28132}"/>
              </a:ext>
            </a:extLst>
          </p:cNvPr>
          <p:cNvSpPr>
            <a:spLocks noGrp="1" noRot="1" noMove="1" noResize="1" noEditPoints="1" noAdjustHandles="1" noChangeArrowheads="1" noChangeShapeType="1"/>
          </p:cNvSpPr>
          <p:nvPr/>
        </p:nvSpPr>
        <p:spPr>
          <a:xfrm>
            <a:off x="0" y="0"/>
            <a:ext cx="300867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8" name="Group 7">
            <a:extLst>
              <a:ext uri="{FF2B5EF4-FFF2-40B4-BE49-F238E27FC236}">
                <a16:creationId xmlns:a16="http://schemas.microsoft.com/office/drawing/2014/main" id="{424F5E4E-9FDC-BD92-DDA4-122C91ADE39F}"/>
              </a:ext>
            </a:extLst>
          </p:cNvPr>
          <p:cNvGrpSpPr/>
          <p:nvPr/>
        </p:nvGrpSpPr>
        <p:grpSpPr>
          <a:xfrm>
            <a:off x="400078" y="221673"/>
            <a:ext cx="361410" cy="70427"/>
            <a:chOff x="249382" y="221673"/>
            <a:chExt cx="234616" cy="45719"/>
          </a:xfrm>
        </p:grpSpPr>
        <p:sp>
          <p:nvSpPr>
            <p:cNvPr id="4" name="Oval 3">
              <a:extLst>
                <a:ext uri="{FF2B5EF4-FFF2-40B4-BE49-F238E27FC236}">
                  <a16:creationId xmlns:a16="http://schemas.microsoft.com/office/drawing/2014/main" id="{F85C9BE8-F382-7DF0-2A23-EF042FD71119}"/>
                </a:ext>
              </a:extLst>
            </p:cNvPr>
            <p:cNvSpPr/>
            <p:nvPr/>
          </p:nvSpPr>
          <p:spPr>
            <a:xfrm>
              <a:off x="249382" y="221673"/>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3F54E8A3-668A-3F3A-D1EA-9A82C2E2130E}"/>
                </a:ext>
              </a:extLst>
            </p:cNvPr>
            <p:cNvSpPr/>
            <p:nvPr/>
          </p:nvSpPr>
          <p:spPr>
            <a:xfrm>
              <a:off x="344632" y="221673"/>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A3408F0E-7024-852D-650D-D6ED0C99B1A2}"/>
                </a:ext>
              </a:extLst>
            </p:cNvPr>
            <p:cNvSpPr/>
            <p:nvPr/>
          </p:nvSpPr>
          <p:spPr>
            <a:xfrm>
              <a:off x="438279" y="221673"/>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3" name="Group 72">
            <a:extLst>
              <a:ext uri="{FF2B5EF4-FFF2-40B4-BE49-F238E27FC236}">
                <a16:creationId xmlns:a16="http://schemas.microsoft.com/office/drawing/2014/main" id="{25268A36-91BD-F774-706B-5A541EC6E5D2}"/>
              </a:ext>
            </a:extLst>
          </p:cNvPr>
          <p:cNvGrpSpPr/>
          <p:nvPr/>
        </p:nvGrpSpPr>
        <p:grpSpPr>
          <a:xfrm>
            <a:off x="9104466" y="294121"/>
            <a:ext cx="1011084" cy="311801"/>
            <a:chOff x="9104466" y="294121"/>
            <a:chExt cx="1011084" cy="311801"/>
          </a:xfrm>
        </p:grpSpPr>
        <p:sp>
          <p:nvSpPr>
            <p:cNvPr id="71" name="Rectangle: Rounded Corners 70">
              <a:extLst>
                <a:ext uri="{FF2B5EF4-FFF2-40B4-BE49-F238E27FC236}">
                  <a16:creationId xmlns:a16="http://schemas.microsoft.com/office/drawing/2014/main" id="{ADD5BFBE-6641-D138-826B-10AF96D14A21}"/>
                </a:ext>
              </a:extLst>
            </p:cNvPr>
            <p:cNvSpPr/>
            <p:nvPr/>
          </p:nvSpPr>
          <p:spPr>
            <a:xfrm>
              <a:off x="9104466" y="294121"/>
              <a:ext cx="1011084" cy="297947"/>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TextBox 71">
              <a:extLst>
                <a:ext uri="{FF2B5EF4-FFF2-40B4-BE49-F238E27FC236}">
                  <a16:creationId xmlns:a16="http://schemas.microsoft.com/office/drawing/2014/main" id="{41CB0576-DF8B-34D7-6035-B4F1FE7BA261}"/>
                </a:ext>
              </a:extLst>
            </p:cNvPr>
            <p:cNvSpPr txBox="1"/>
            <p:nvPr/>
          </p:nvSpPr>
          <p:spPr>
            <a:xfrm>
              <a:off x="9179442" y="328923"/>
              <a:ext cx="861133" cy="276999"/>
            </a:xfrm>
            <a:prstGeom prst="rect">
              <a:avLst/>
            </a:prstGeom>
            <a:noFill/>
          </p:spPr>
          <p:txBody>
            <a:bodyPr wrap="none" rtlCol="0">
              <a:spAutoFit/>
            </a:bodyPr>
            <a:lstStyle/>
            <a:p>
              <a:r>
                <a:rPr lang="en-IN" sz="1200" dirty="0">
                  <a:solidFill>
                    <a:schemeClr val="bg1"/>
                  </a:solidFill>
                  <a:latin typeface="Poppins Medium" panose="00000600000000000000" pitchFamily="50" charset="0"/>
                  <a:cs typeface="Poppins Medium" panose="00000600000000000000" pitchFamily="50" charset="0"/>
                </a:rPr>
                <a:t>Upgrade</a:t>
              </a:r>
            </a:p>
          </p:txBody>
        </p:sp>
      </p:grpSp>
      <p:sp>
        <p:nvSpPr>
          <p:cNvPr id="75" name="Rectangle: Rounded Corners 74">
            <a:extLst>
              <a:ext uri="{FF2B5EF4-FFF2-40B4-BE49-F238E27FC236}">
                <a16:creationId xmlns:a16="http://schemas.microsoft.com/office/drawing/2014/main" id="{82381173-9D11-EA28-C232-8562E09E7A8A}"/>
              </a:ext>
            </a:extLst>
          </p:cNvPr>
          <p:cNvSpPr/>
          <p:nvPr/>
        </p:nvSpPr>
        <p:spPr>
          <a:xfrm>
            <a:off x="10428440" y="294121"/>
            <a:ext cx="1363509" cy="297947"/>
          </a:xfrm>
          <a:prstGeom prst="roundRect">
            <a:avLst>
              <a:gd name="adj" fmla="val 50000"/>
            </a:avLst>
          </a:prstGeom>
          <a:solidFill>
            <a:srgbClr val="0A080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TextBox 75">
            <a:extLst>
              <a:ext uri="{FF2B5EF4-FFF2-40B4-BE49-F238E27FC236}">
                <a16:creationId xmlns:a16="http://schemas.microsoft.com/office/drawing/2014/main" id="{49C2A340-4710-5833-FBEA-EC919DD51A6E}"/>
              </a:ext>
            </a:extLst>
          </p:cNvPr>
          <p:cNvSpPr txBox="1"/>
          <p:nvPr/>
        </p:nvSpPr>
        <p:spPr>
          <a:xfrm>
            <a:off x="10659597" y="328923"/>
            <a:ext cx="909223" cy="276999"/>
          </a:xfrm>
          <a:prstGeom prst="rect">
            <a:avLst/>
          </a:prstGeom>
          <a:noFill/>
        </p:spPr>
        <p:txBody>
          <a:bodyPr wrap="none" rtlCol="0">
            <a:spAutoFit/>
          </a:bodyPr>
          <a:lstStyle/>
          <a:p>
            <a:r>
              <a:rPr lang="en-IN" sz="1200" dirty="0">
                <a:solidFill>
                  <a:schemeClr val="bg1"/>
                </a:solidFill>
                <a:latin typeface="Poppins Medium" panose="00000600000000000000" pitchFamily="50" charset="0"/>
                <a:cs typeface="Poppins Medium" panose="00000600000000000000" pitchFamily="50" charset="0"/>
              </a:rPr>
              <a:t>John Doe</a:t>
            </a:r>
          </a:p>
        </p:txBody>
      </p:sp>
      <p:sp>
        <p:nvSpPr>
          <p:cNvPr id="77" name="Oval 76">
            <a:extLst>
              <a:ext uri="{FF2B5EF4-FFF2-40B4-BE49-F238E27FC236}">
                <a16:creationId xmlns:a16="http://schemas.microsoft.com/office/drawing/2014/main" id="{7859F75F-3F6A-F6DE-C7C4-920FB32200D1}"/>
              </a:ext>
            </a:extLst>
          </p:cNvPr>
          <p:cNvSpPr/>
          <p:nvPr/>
        </p:nvSpPr>
        <p:spPr>
          <a:xfrm>
            <a:off x="10465928" y="322008"/>
            <a:ext cx="238127" cy="238127"/>
          </a:xfrm>
          <a:prstGeom prst="ellipse">
            <a:avLst/>
          </a:prstGeom>
          <a:solidFill>
            <a:srgbClr val="5555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Graphic 78">
            <a:extLst>
              <a:ext uri="{FF2B5EF4-FFF2-40B4-BE49-F238E27FC236}">
                <a16:creationId xmlns:a16="http://schemas.microsoft.com/office/drawing/2014/main" id="{2770181D-94BB-87F9-9F1C-C577F5415446}"/>
              </a:ext>
            </a:extLst>
          </p:cNvPr>
          <p:cNvSpPr/>
          <p:nvPr/>
        </p:nvSpPr>
        <p:spPr>
          <a:xfrm>
            <a:off x="10526959" y="377048"/>
            <a:ext cx="116064" cy="128047"/>
          </a:xfrm>
          <a:custGeom>
            <a:avLst/>
            <a:gdLst>
              <a:gd name="connsiteX0" fmla="*/ 115527 w 116064"/>
              <a:gd name="connsiteY0" fmla="*/ 108391 h 128047"/>
              <a:gd name="connsiteX1" fmla="*/ 94646 w 116064"/>
              <a:gd name="connsiteY1" fmla="*/ 71344 h 128047"/>
              <a:gd name="connsiteX2" fmla="*/ 79582 w 116064"/>
              <a:gd name="connsiteY2" fmla="*/ 62465 h 128047"/>
              <a:gd name="connsiteX3" fmla="*/ 84052 w 116064"/>
              <a:gd name="connsiteY3" fmla="*/ 11702 h 128047"/>
              <a:gd name="connsiteX4" fmla="*/ 35187 w 116064"/>
              <a:gd name="connsiteY4" fmla="*/ 8640 h 128047"/>
              <a:gd name="connsiteX5" fmla="*/ 23308 w 116064"/>
              <a:gd name="connsiteY5" fmla="*/ 32889 h 128047"/>
              <a:gd name="connsiteX6" fmla="*/ 36534 w 116064"/>
              <a:gd name="connsiteY6" fmla="*/ 62404 h 128047"/>
              <a:gd name="connsiteX7" fmla="*/ 35432 w 116064"/>
              <a:gd name="connsiteY7" fmla="*/ 62894 h 128047"/>
              <a:gd name="connsiteX8" fmla="*/ 4448 w 116064"/>
              <a:gd name="connsiteY8" fmla="*/ 94123 h 128047"/>
              <a:gd name="connsiteX9" fmla="*/ 100 w 116064"/>
              <a:gd name="connsiteY9" fmla="*/ 122842 h 128047"/>
              <a:gd name="connsiteX10" fmla="*/ 1631 w 116064"/>
              <a:gd name="connsiteY10" fmla="*/ 126210 h 128047"/>
              <a:gd name="connsiteX11" fmla="*/ 6407 w 116064"/>
              <a:gd name="connsiteY11" fmla="*/ 128047 h 128047"/>
              <a:gd name="connsiteX12" fmla="*/ 109648 w 116064"/>
              <a:gd name="connsiteY12" fmla="*/ 128047 h 128047"/>
              <a:gd name="connsiteX13" fmla="*/ 110995 w 116064"/>
              <a:gd name="connsiteY13" fmla="*/ 127986 h 128047"/>
              <a:gd name="connsiteX14" fmla="*/ 116016 w 116064"/>
              <a:gd name="connsiteY14" fmla="*/ 122475 h 128047"/>
              <a:gd name="connsiteX15" fmla="*/ 115465 w 116064"/>
              <a:gd name="connsiteY15" fmla="*/ 108330 h 128047"/>
              <a:gd name="connsiteX16" fmla="*/ 34881 w 116064"/>
              <a:gd name="connsiteY16" fmla="*/ 35094 h 128047"/>
              <a:gd name="connsiteX17" fmla="*/ 57721 w 116064"/>
              <a:gd name="connsiteY17" fmla="*/ 11702 h 128047"/>
              <a:gd name="connsiteX18" fmla="*/ 81235 w 116064"/>
              <a:gd name="connsiteY18" fmla="*/ 34971 h 128047"/>
              <a:gd name="connsiteX19" fmla="*/ 57966 w 116064"/>
              <a:gd name="connsiteY19" fmla="*/ 58240 h 128047"/>
              <a:gd name="connsiteX20" fmla="*/ 34881 w 116064"/>
              <a:gd name="connsiteY20" fmla="*/ 35094 h 128047"/>
              <a:gd name="connsiteX21" fmla="*/ 103280 w 116064"/>
              <a:gd name="connsiteY21" fmla="*/ 116413 h 128047"/>
              <a:gd name="connsiteX22" fmla="*/ 57966 w 116064"/>
              <a:gd name="connsiteY22" fmla="*/ 116413 h 128047"/>
              <a:gd name="connsiteX23" fmla="*/ 13082 w 116064"/>
              <a:gd name="connsiteY23" fmla="*/ 116413 h 128047"/>
              <a:gd name="connsiteX24" fmla="*/ 11612 w 116064"/>
              <a:gd name="connsiteY24" fmla="*/ 114943 h 128047"/>
              <a:gd name="connsiteX25" fmla="*/ 41494 w 116064"/>
              <a:gd name="connsiteY25" fmla="*/ 72936 h 128047"/>
              <a:gd name="connsiteX26" fmla="*/ 103219 w 116064"/>
              <a:gd name="connsiteY26" fmla="*/ 105697 h 128047"/>
              <a:gd name="connsiteX27" fmla="*/ 104443 w 116064"/>
              <a:gd name="connsiteY27" fmla="*/ 115127 h 128047"/>
              <a:gd name="connsiteX28" fmla="*/ 103219 w 116064"/>
              <a:gd name="connsiteY28" fmla="*/ 116351 h 12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6064" h="128047">
                <a:moveTo>
                  <a:pt x="115527" y="108391"/>
                </a:moveTo>
                <a:cubicBezTo>
                  <a:pt x="113261" y="93389"/>
                  <a:pt x="106280" y="81019"/>
                  <a:pt x="94646" y="71344"/>
                </a:cubicBezTo>
                <a:cubicBezTo>
                  <a:pt x="90176" y="67609"/>
                  <a:pt x="85154" y="64731"/>
                  <a:pt x="79582" y="62465"/>
                </a:cubicBezTo>
                <a:cubicBezTo>
                  <a:pt x="95932" y="49177"/>
                  <a:pt x="96973" y="26153"/>
                  <a:pt x="84052" y="11702"/>
                </a:cubicBezTo>
                <a:cubicBezTo>
                  <a:pt x="71315" y="-2627"/>
                  <a:pt x="49516" y="-3974"/>
                  <a:pt x="35187" y="8640"/>
                </a:cubicBezTo>
                <a:cubicBezTo>
                  <a:pt x="27900" y="15070"/>
                  <a:pt x="23859" y="23214"/>
                  <a:pt x="23308" y="32889"/>
                </a:cubicBezTo>
                <a:cubicBezTo>
                  <a:pt x="22696" y="44891"/>
                  <a:pt x="27288" y="54689"/>
                  <a:pt x="36534" y="62404"/>
                </a:cubicBezTo>
                <a:cubicBezTo>
                  <a:pt x="36106" y="62588"/>
                  <a:pt x="35800" y="62771"/>
                  <a:pt x="35432" y="62894"/>
                </a:cubicBezTo>
                <a:cubicBezTo>
                  <a:pt x="20981" y="69201"/>
                  <a:pt x="10694" y="79611"/>
                  <a:pt x="4448" y="94123"/>
                </a:cubicBezTo>
                <a:cubicBezTo>
                  <a:pt x="529" y="103370"/>
                  <a:pt x="-329" y="112984"/>
                  <a:pt x="100" y="122842"/>
                </a:cubicBezTo>
                <a:cubicBezTo>
                  <a:pt x="100" y="124189"/>
                  <a:pt x="712" y="125292"/>
                  <a:pt x="1631" y="126210"/>
                </a:cubicBezTo>
                <a:cubicBezTo>
                  <a:pt x="2917" y="127557"/>
                  <a:pt x="4570" y="128047"/>
                  <a:pt x="6407" y="128047"/>
                </a:cubicBezTo>
                <a:cubicBezTo>
                  <a:pt x="40821" y="128047"/>
                  <a:pt x="75234" y="128047"/>
                  <a:pt x="109648" y="128047"/>
                </a:cubicBezTo>
                <a:cubicBezTo>
                  <a:pt x="110077" y="128047"/>
                  <a:pt x="110567" y="128047"/>
                  <a:pt x="110995" y="127986"/>
                </a:cubicBezTo>
                <a:cubicBezTo>
                  <a:pt x="113935" y="127557"/>
                  <a:pt x="116016" y="125414"/>
                  <a:pt x="116016" y="122475"/>
                </a:cubicBezTo>
                <a:cubicBezTo>
                  <a:pt x="116078" y="117760"/>
                  <a:pt x="116200" y="113045"/>
                  <a:pt x="115465" y="108330"/>
                </a:cubicBezTo>
                <a:close/>
                <a:moveTo>
                  <a:pt x="34881" y="35094"/>
                </a:moveTo>
                <a:cubicBezTo>
                  <a:pt x="34881" y="22234"/>
                  <a:pt x="45107" y="11763"/>
                  <a:pt x="57721" y="11702"/>
                </a:cubicBezTo>
                <a:cubicBezTo>
                  <a:pt x="70764" y="11641"/>
                  <a:pt x="81174" y="21928"/>
                  <a:pt x="81235" y="34971"/>
                </a:cubicBezTo>
                <a:cubicBezTo>
                  <a:pt x="81297" y="47769"/>
                  <a:pt x="70826" y="58240"/>
                  <a:pt x="57966" y="58240"/>
                </a:cubicBezTo>
                <a:cubicBezTo>
                  <a:pt x="45291" y="58240"/>
                  <a:pt x="34881" y="47769"/>
                  <a:pt x="34881" y="35094"/>
                </a:cubicBezTo>
                <a:close/>
                <a:moveTo>
                  <a:pt x="103280" y="116413"/>
                </a:moveTo>
                <a:cubicBezTo>
                  <a:pt x="88155" y="116413"/>
                  <a:pt x="73091" y="116413"/>
                  <a:pt x="57966" y="116413"/>
                </a:cubicBezTo>
                <a:cubicBezTo>
                  <a:pt x="42842" y="116413"/>
                  <a:pt x="28023" y="116413"/>
                  <a:pt x="13082" y="116413"/>
                </a:cubicBezTo>
                <a:cubicBezTo>
                  <a:pt x="11918" y="116413"/>
                  <a:pt x="11551" y="116229"/>
                  <a:pt x="11612" y="114943"/>
                </a:cubicBezTo>
                <a:cubicBezTo>
                  <a:pt x="13021" y="94797"/>
                  <a:pt x="22879" y="80529"/>
                  <a:pt x="41494" y="72936"/>
                </a:cubicBezTo>
                <a:cubicBezTo>
                  <a:pt x="67274" y="62465"/>
                  <a:pt x="97156" y="78509"/>
                  <a:pt x="103219" y="105697"/>
                </a:cubicBezTo>
                <a:cubicBezTo>
                  <a:pt x="103892" y="108820"/>
                  <a:pt x="104259" y="111943"/>
                  <a:pt x="104443" y="115127"/>
                </a:cubicBezTo>
                <a:cubicBezTo>
                  <a:pt x="104504" y="116229"/>
                  <a:pt x="104198" y="116351"/>
                  <a:pt x="103219" y="116351"/>
                </a:cubicBezTo>
                <a:close/>
              </a:path>
            </a:pathLst>
          </a:custGeom>
          <a:solidFill>
            <a:schemeClr val="bg1"/>
          </a:solidFill>
          <a:ln w="6016" cap="flat">
            <a:noFill/>
            <a:prstDash val="solid"/>
            <a:miter/>
          </a:ln>
        </p:spPr>
        <p:txBody>
          <a:bodyPr rtlCol="0" anchor="ctr"/>
          <a:lstStyle/>
          <a:p>
            <a:endParaRPr lang="en-IN"/>
          </a:p>
        </p:txBody>
      </p:sp>
      <p:sp>
        <p:nvSpPr>
          <p:cNvPr id="81" name="Isosceles Triangle 80">
            <a:extLst>
              <a:ext uri="{FF2B5EF4-FFF2-40B4-BE49-F238E27FC236}">
                <a16:creationId xmlns:a16="http://schemas.microsoft.com/office/drawing/2014/main" id="{59106057-6687-7436-2443-36CF82D5A997}"/>
              </a:ext>
            </a:extLst>
          </p:cNvPr>
          <p:cNvSpPr/>
          <p:nvPr/>
        </p:nvSpPr>
        <p:spPr>
          <a:xfrm rot="3600000">
            <a:off x="11583174" y="388252"/>
            <a:ext cx="86542" cy="7460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2" name="TextBox 91">
            <a:extLst>
              <a:ext uri="{FF2B5EF4-FFF2-40B4-BE49-F238E27FC236}">
                <a16:creationId xmlns:a16="http://schemas.microsoft.com/office/drawing/2014/main" id="{232C2ADA-8B7B-4990-FB78-B27C9A79E87E}"/>
              </a:ext>
            </a:extLst>
          </p:cNvPr>
          <p:cNvSpPr txBox="1"/>
          <p:nvPr/>
        </p:nvSpPr>
        <p:spPr>
          <a:xfrm>
            <a:off x="3258053" y="791697"/>
            <a:ext cx="4423006" cy="769441"/>
          </a:xfrm>
          <a:prstGeom prst="rect">
            <a:avLst/>
          </a:prstGeom>
          <a:noFill/>
        </p:spPr>
        <p:txBody>
          <a:bodyPr wrap="none" rtlCol="0">
            <a:spAutoFit/>
          </a:bodyPr>
          <a:lstStyle/>
          <a:p>
            <a:r>
              <a:rPr lang="en-IN" sz="4400" b="1" dirty="0" smtClean="0">
                <a:solidFill>
                  <a:srgbClr val="1ED760"/>
                </a:solidFill>
                <a:latin typeface="Microsoft PhagsPa" panose="020B0502040204020203" pitchFamily="34" charset="0"/>
                <a:cs typeface="Poppins Medium" panose="00000600000000000000" pitchFamily="50" charset="0"/>
              </a:rPr>
              <a:t>Ưu Nhược Điểm</a:t>
            </a:r>
            <a:endParaRPr lang="en-IN" sz="4400" b="1" dirty="0">
              <a:solidFill>
                <a:srgbClr val="1ED760"/>
              </a:solidFill>
              <a:latin typeface="Microsoft PhagsPa" panose="020B0502040204020203" pitchFamily="34" charset="0"/>
              <a:cs typeface="Poppins Medium" panose="00000600000000000000" pitchFamily="50" charset="0"/>
            </a:endParaRPr>
          </a:p>
        </p:txBody>
      </p:sp>
      <p:sp>
        <p:nvSpPr>
          <p:cNvPr id="12" name="TextBox 11">
            <a:hlinkClick r:id="rId2" action="ppaction://hlinksldjump"/>
            <a:extLst>
              <a:ext uri="{FF2B5EF4-FFF2-40B4-BE49-F238E27FC236}">
                <a16:creationId xmlns:a16="http://schemas.microsoft.com/office/drawing/2014/main" id="{46A12190-0CC8-B6CF-BF17-6377A6862C83}"/>
              </a:ext>
            </a:extLst>
          </p:cNvPr>
          <p:cNvSpPr txBox="1"/>
          <p:nvPr/>
        </p:nvSpPr>
        <p:spPr>
          <a:xfrm>
            <a:off x="869323" y="845770"/>
            <a:ext cx="922047" cy="276999"/>
          </a:xfrm>
          <a:prstGeom prst="rect">
            <a:avLst/>
          </a:prstGeom>
          <a:noFill/>
        </p:spPr>
        <p:txBody>
          <a:bodyPr wrap="none" rtlCol="0">
            <a:spAutoFit/>
          </a:bodyPr>
          <a:lstStyle/>
          <a:p>
            <a:r>
              <a:rPr lang="en-IN" sz="1200" dirty="0" smtClean="0">
                <a:solidFill>
                  <a:srgbClr val="B4B5B2"/>
                </a:solidFill>
                <a:latin typeface="Poppins Medium" panose="00000600000000000000" pitchFamily="50" charset="0"/>
                <a:cs typeface="Poppins Medium" panose="00000600000000000000" pitchFamily="50" charset="0"/>
              </a:rPr>
              <a:t>About Me</a:t>
            </a:r>
            <a:endParaRPr lang="en-IN" sz="1200" dirty="0">
              <a:solidFill>
                <a:srgbClr val="B4B5B2"/>
              </a:solidFill>
              <a:latin typeface="Poppins Medium" panose="00000600000000000000" pitchFamily="50" charset="0"/>
              <a:cs typeface="Poppins Medium" panose="00000600000000000000" pitchFamily="50" charset="0"/>
            </a:endParaRPr>
          </a:p>
        </p:txBody>
      </p:sp>
      <p:sp>
        <p:nvSpPr>
          <p:cNvPr id="14" name="Graphic 14">
            <a:hlinkClick r:id="rId2" action="ppaction://hlinksldjump"/>
            <a:extLst>
              <a:ext uri="{FF2B5EF4-FFF2-40B4-BE49-F238E27FC236}">
                <a16:creationId xmlns:a16="http://schemas.microsoft.com/office/drawing/2014/main" id="{225C33A8-D464-15F3-A3B3-3F6D982257AD}"/>
              </a:ext>
            </a:extLst>
          </p:cNvPr>
          <p:cNvSpPr/>
          <p:nvPr/>
        </p:nvSpPr>
        <p:spPr>
          <a:xfrm>
            <a:off x="400079" y="837919"/>
            <a:ext cx="205404" cy="204111"/>
          </a:xfrm>
          <a:custGeom>
            <a:avLst/>
            <a:gdLst>
              <a:gd name="connsiteX0" fmla="*/ 535467 w 535484"/>
              <a:gd name="connsiteY0" fmla="*/ 325659 h 532115"/>
              <a:gd name="connsiteX1" fmla="*/ 535467 w 535484"/>
              <a:gd name="connsiteY1" fmla="*/ 468764 h 532115"/>
              <a:gd name="connsiteX2" fmla="*/ 472362 w 535484"/>
              <a:gd name="connsiteY2" fmla="*/ 532084 h 532115"/>
              <a:gd name="connsiteX3" fmla="*/ 379443 w 535484"/>
              <a:gd name="connsiteY3" fmla="*/ 532084 h 532115"/>
              <a:gd name="connsiteX4" fmla="*/ 337191 w 535484"/>
              <a:gd name="connsiteY4" fmla="*/ 489882 h 532115"/>
              <a:gd name="connsiteX5" fmla="*/ 337191 w 535484"/>
              <a:gd name="connsiteY5" fmla="*/ 386429 h 532115"/>
              <a:gd name="connsiteX6" fmla="*/ 314400 w 535484"/>
              <a:gd name="connsiteY6" fmla="*/ 363555 h 532115"/>
              <a:gd name="connsiteX7" fmla="*/ 220852 w 535484"/>
              <a:gd name="connsiteY7" fmla="*/ 363555 h 532115"/>
              <a:gd name="connsiteX8" fmla="*/ 198393 w 535484"/>
              <a:gd name="connsiteY8" fmla="*/ 386114 h 532115"/>
              <a:gd name="connsiteX9" fmla="*/ 198393 w 535484"/>
              <a:gd name="connsiteY9" fmla="*/ 489567 h 532115"/>
              <a:gd name="connsiteX10" fmla="*/ 155825 w 535484"/>
              <a:gd name="connsiteY10" fmla="*/ 532084 h 532115"/>
              <a:gd name="connsiteX11" fmla="*/ 62277 w 535484"/>
              <a:gd name="connsiteY11" fmla="*/ 532084 h 532115"/>
              <a:gd name="connsiteX12" fmla="*/ 83 w 535484"/>
              <a:gd name="connsiteY12" fmla="*/ 469691 h 532115"/>
              <a:gd name="connsiteX13" fmla="*/ 0 w 535484"/>
              <a:gd name="connsiteY13" fmla="*/ 179772 h 532115"/>
              <a:gd name="connsiteX14" fmla="*/ 22277 w 535484"/>
              <a:gd name="connsiteY14" fmla="*/ 140584 h 532115"/>
              <a:gd name="connsiteX15" fmla="*/ 245448 w 535484"/>
              <a:gd name="connsiteY15" fmla="*/ 6737 h 532115"/>
              <a:gd name="connsiteX16" fmla="*/ 289854 w 535484"/>
              <a:gd name="connsiteY16" fmla="*/ 6605 h 532115"/>
              <a:gd name="connsiteX17" fmla="*/ 514548 w 535484"/>
              <a:gd name="connsiteY17" fmla="*/ 141412 h 532115"/>
              <a:gd name="connsiteX18" fmla="*/ 535484 w 535484"/>
              <a:gd name="connsiteY18" fmla="*/ 178844 h 532115"/>
              <a:gd name="connsiteX19" fmla="*/ 535451 w 535484"/>
              <a:gd name="connsiteY19" fmla="*/ 325676 h 532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35484" h="532115">
                <a:moveTo>
                  <a:pt x="535467" y="325659"/>
                </a:moveTo>
                <a:cubicBezTo>
                  <a:pt x="535467" y="373361"/>
                  <a:pt x="535467" y="421062"/>
                  <a:pt x="535467" y="468764"/>
                </a:cubicBezTo>
                <a:cubicBezTo>
                  <a:pt x="535467" y="506826"/>
                  <a:pt x="510308" y="532051"/>
                  <a:pt x="472362" y="532084"/>
                </a:cubicBezTo>
                <a:cubicBezTo>
                  <a:pt x="441389" y="532101"/>
                  <a:pt x="410416" y="532118"/>
                  <a:pt x="379443" y="532084"/>
                </a:cubicBezTo>
                <a:cubicBezTo>
                  <a:pt x="353853" y="532051"/>
                  <a:pt x="337224" y="515439"/>
                  <a:pt x="337191" y="489882"/>
                </a:cubicBezTo>
                <a:cubicBezTo>
                  <a:pt x="337158" y="455398"/>
                  <a:pt x="337191" y="420913"/>
                  <a:pt x="337191" y="386429"/>
                </a:cubicBezTo>
                <a:cubicBezTo>
                  <a:pt x="337191" y="371307"/>
                  <a:pt x="329473" y="363555"/>
                  <a:pt x="314400" y="363555"/>
                </a:cubicBezTo>
                <a:cubicBezTo>
                  <a:pt x="283212" y="363555"/>
                  <a:pt x="252040" y="363539"/>
                  <a:pt x="220852" y="363555"/>
                </a:cubicBezTo>
                <a:cubicBezTo>
                  <a:pt x="206127" y="363555"/>
                  <a:pt x="198409" y="371323"/>
                  <a:pt x="198393" y="386114"/>
                </a:cubicBezTo>
                <a:cubicBezTo>
                  <a:pt x="198376" y="420599"/>
                  <a:pt x="198409" y="455083"/>
                  <a:pt x="198393" y="489567"/>
                </a:cubicBezTo>
                <a:cubicBezTo>
                  <a:pt x="198376" y="515538"/>
                  <a:pt x="181813" y="532068"/>
                  <a:pt x="155825" y="532084"/>
                </a:cubicBezTo>
                <a:cubicBezTo>
                  <a:pt x="124637" y="532118"/>
                  <a:pt x="93465" y="532134"/>
                  <a:pt x="62277" y="532084"/>
                </a:cubicBezTo>
                <a:cubicBezTo>
                  <a:pt x="25573" y="532018"/>
                  <a:pt x="99" y="506461"/>
                  <a:pt x="83" y="469691"/>
                </a:cubicBezTo>
                <a:cubicBezTo>
                  <a:pt x="50" y="373046"/>
                  <a:pt x="149" y="276401"/>
                  <a:pt x="0" y="179772"/>
                </a:cubicBezTo>
                <a:cubicBezTo>
                  <a:pt x="-33" y="162215"/>
                  <a:pt x="7288" y="149544"/>
                  <a:pt x="22277" y="140584"/>
                </a:cubicBezTo>
                <a:cubicBezTo>
                  <a:pt x="96728" y="96062"/>
                  <a:pt x="171080" y="51375"/>
                  <a:pt x="245448" y="6737"/>
                </a:cubicBezTo>
                <a:cubicBezTo>
                  <a:pt x="260239" y="-2140"/>
                  <a:pt x="275030" y="-2306"/>
                  <a:pt x="289854" y="6605"/>
                </a:cubicBezTo>
                <a:cubicBezTo>
                  <a:pt x="364752" y="51541"/>
                  <a:pt x="439650" y="96493"/>
                  <a:pt x="514548" y="141412"/>
                </a:cubicBezTo>
                <a:cubicBezTo>
                  <a:pt x="528693" y="149892"/>
                  <a:pt x="535501" y="162364"/>
                  <a:pt x="535484" y="178844"/>
                </a:cubicBezTo>
                <a:cubicBezTo>
                  <a:pt x="535418" y="227788"/>
                  <a:pt x="535451" y="276732"/>
                  <a:pt x="535451" y="325676"/>
                </a:cubicBezTo>
                <a:close/>
              </a:path>
            </a:pathLst>
          </a:custGeom>
          <a:solidFill>
            <a:srgbClr val="B4B5B2"/>
          </a:solidFill>
          <a:ln w="1651" cap="flat">
            <a:noFill/>
            <a:prstDash val="solid"/>
            <a:miter/>
          </a:ln>
        </p:spPr>
        <p:txBody>
          <a:bodyPr rtlCol="0" anchor="ctr"/>
          <a:lstStyle/>
          <a:p>
            <a:endParaRPr lang="en-IN"/>
          </a:p>
        </p:txBody>
      </p:sp>
      <p:sp>
        <p:nvSpPr>
          <p:cNvPr id="15" name="TextBox 14">
            <a:hlinkClick r:id="rId3" action="ppaction://hlinksldjump"/>
            <a:extLst>
              <a:ext uri="{FF2B5EF4-FFF2-40B4-BE49-F238E27FC236}">
                <a16:creationId xmlns:a16="http://schemas.microsoft.com/office/drawing/2014/main" id="{CB1ABD79-CD12-4AE0-01FE-53FCF7C19698}"/>
              </a:ext>
            </a:extLst>
          </p:cNvPr>
          <p:cNvSpPr txBox="1"/>
          <p:nvPr/>
        </p:nvSpPr>
        <p:spPr>
          <a:xfrm>
            <a:off x="869323" y="1302704"/>
            <a:ext cx="1007007" cy="276999"/>
          </a:xfrm>
          <a:prstGeom prst="rect">
            <a:avLst/>
          </a:prstGeom>
          <a:noFill/>
        </p:spPr>
        <p:txBody>
          <a:bodyPr wrap="none" rtlCol="0">
            <a:spAutoFit/>
          </a:bodyPr>
          <a:lstStyle/>
          <a:p>
            <a:r>
              <a:rPr lang="en-IN" sz="1200" dirty="0">
                <a:solidFill>
                  <a:srgbClr val="B4B5B2"/>
                </a:solidFill>
                <a:latin typeface="Poppins Medium" panose="00000600000000000000" pitchFamily="50" charset="0"/>
                <a:cs typeface="Poppins Medium" panose="00000600000000000000" pitchFamily="50" charset="0"/>
              </a:rPr>
              <a:t>About </a:t>
            </a:r>
            <a:r>
              <a:rPr lang="en-IN" sz="1200" dirty="0" smtClean="0">
                <a:solidFill>
                  <a:srgbClr val="B4B5B2"/>
                </a:solidFill>
                <a:latin typeface="Poppins Medium" panose="00000600000000000000" pitchFamily="50" charset="0"/>
                <a:cs typeface="Poppins Medium" panose="00000600000000000000" pitchFamily="50" charset="0"/>
              </a:rPr>
              <a:t>App</a:t>
            </a:r>
            <a:endParaRPr lang="en-IN" sz="1200" dirty="0">
              <a:solidFill>
                <a:srgbClr val="B4B5B2"/>
              </a:solidFill>
              <a:latin typeface="Poppins Medium" panose="00000600000000000000" pitchFamily="50" charset="0"/>
              <a:cs typeface="Poppins Medium" panose="00000600000000000000" pitchFamily="50" charset="0"/>
            </a:endParaRPr>
          </a:p>
        </p:txBody>
      </p:sp>
      <p:sp>
        <p:nvSpPr>
          <p:cNvPr id="23" name="Graphic 19">
            <a:hlinkClick r:id="rId3" action="ppaction://hlinksldjump"/>
            <a:extLst>
              <a:ext uri="{FF2B5EF4-FFF2-40B4-BE49-F238E27FC236}">
                <a16:creationId xmlns:a16="http://schemas.microsoft.com/office/drawing/2014/main" id="{99F1C548-7DF1-D9B0-AF70-B71DF78AFFE7}"/>
              </a:ext>
            </a:extLst>
          </p:cNvPr>
          <p:cNvSpPr/>
          <p:nvPr/>
        </p:nvSpPr>
        <p:spPr>
          <a:xfrm>
            <a:off x="405478" y="1294855"/>
            <a:ext cx="197120" cy="204111"/>
          </a:xfrm>
          <a:custGeom>
            <a:avLst/>
            <a:gdLst>
              <a:gd name="connsiteX0" fmla="*/ 3715304 w 3788950"/>
              <a:gd name="connsiteY0" fmla="*/ 3556921 h 3923333"/>
              <a:gd name="connsiteX1" fmla="*/ 2822431 w 3788950"/>
              <a:gd name="connsiteY1" fmla="*/ 2629852 h 3923333"/>
              <a:gd name="connsiteX2" fmla="*/ 2820430 w 3788950"/>
              <a:gd name="connsiteY2" fmla="*/ 2571845 h 3923333"/>
              <a:gd name="connsiteX3" fmla="*/ 3065128 w 3788950"/>
              <a:gd name="connsiteY3" fmla="*/ 2146459 h 3923333"/>
              <a:gd name="connsiteX4" fmla="*/ 3148186 w 3788950"/>
              <a:gd name="connsiteY4" fmla="*/ 1330071 h 3923333"/>
              <a:gd name="connsiteX5" fmla="*/ 2612214 w 3788950"/>
              <a:gd name="connsiteY5" fmla="*/ 381476 h 3923333"/>
              <a:gd name="connsiteX6" fmla="*/ 1888600 w 3788950"/>
              <a:gd name="connsiteY6" fmla="*/ 29432 h 3923333"/>
              <a:gd name="connsiteX7" fmla="*/ 1718483 w 3788950"/>
              <a:gd name="connsiteY7" fmla="*/ 0 h 3923333"/>
              <a:gd name="connsiteX8" fmla="*/ 1695528 w 3788950"/>
              <a:gd name="connsiteY8" fmla="*/ 0 h 3923333"/>
              <a:gd name="connsiteX9" fmla="*/ 1672573 w 3788950"/>
              <a:gd name="connsiteY9" fmla="*/ 3905 h 3923333"/>
              <a:gd name="connsiteX10" fmla="*/ 1649617 w 3788950"/>
              <a:gd name="connsiteY10" fmla="*/ 0 h 3923333"/>
              <a:gd name="connsiteX11" fmla="*/ 1511695 w 3788950"/>
              <a:gd name="connsiteY11" fmla="*/ 0 h 3923333"/>
              <a:gd name="connsiteX12" fmla="*/ 1495312 w 3788950"/>
              <a:gd name="connsiteY12" fmla="*/ 3905 h 3923333"/>
              <a:gd name="connsiteX13" fmla="*/ 1482073 w 3788950"/>
              <a:gd name="connsiteY13" fmla="*/ 3905 h 3923333"/>
              <a:gd name="connsiteX14" fmla="*/ 1465690 w 3788950"/>
              <a:gd name="connsiteY14" fmla="*/ 0 h 3923333"/>
              <a:gd name="connsiteX15" fmla="*/ 1442734 w 3788950"/>
              <a:gd name="connsiteY15" fmla="*/ 0 h 3923333"/>
              <a:gd name="connsiteX16" fmla="*/ 1374726 w 3788950"/>
              <a:gd name="connsiteY16" fmla="*/ 14288 h 3923333"/>
              <a:gd name="connsiteX17" fmla="*/ 686926 w 3788950"/>
              <a:gd name="connsiteY17" fmla="*/ 281369 h 3923333"/>
              <a:gd name="connsiteX18" fmla="*/ 143429 w 3788950"/>
              <a:gd name="connsiteY18" fmla="*/ 930402 h 3923333"/>
              <a:gd name="connsiteX19" fmla="*/ 20366 w 3788950"/>
              <a:gd name="connsiteY19" fmla="*/ 1830229 h 3923333"/>
              <a:gd name="connsiteX20" fmla="*/ 534145 w 3788950"/>
              <a:gd name="connsiteY20" fmla="*/ 2766251 h 3923333"/>
              <a:gd name="connsiteX21" fmla="*/ 1337102 w 3788950"/>
              <a:gd name="connsiteY21" fmla="*/ 3148298 h 3923333"/>
              <a:gd name="connsiteX22" fmla="*/ 2460385 w 3788950"/>
              <a:gd name="connsiteY22" fmla="*/ 2901791 h 3923333"/>
              <a:gd name="connsiteX23" fmla="*/ 2519059 w 3788950"/>
              <a:gd name="connsiteY23" fmla="*/ 2908364 h 3923333"/>
              <a:gd name="connsiteX24" fmla="*/ 3416219 w 3788950"/>
              <a:gd name="connsiteY24" fmla="*/ 3842004 h 3923333"/>
              <a:gd name="connsiteX25" fmla="*/ 3449461 w 3788950"/>
              <a:gd name="connsiteY25" fmla="*/ 3873722 h 3923333"/>
              <a:gd name="connsiteX26" fmla="*/ 3761786 w 3788950"/>
              <a:gd name="connsiteY26" fmla="*/ 3818192 h 3923333"/>
              <a:gd name="connsiteX27" fmla="*/ 3715400 w 3788950"/>
              <a:gd name="connsiteY27" fmla="*/ 3557016 h 3923333"/>
              <a:gd name="connsiteX28" fmla="*/ 1586086 w 3788950"/>
              <a:gd name="connsiteY28" fmla="*/ 2754535 h 3923333"/>
              <a:gd name="connsiteX29" fmla="*/ 414701 w 3788950"/>
              <a:gd name="connsiteY29" fmla="*/ 1584389 h 3923333"/>
              <a:gd name="connsiteX30" fmla="*/ 1585609 w 3788950"/>
              <a:gd name="connsiteY30" fmla="*/ 413480 h 3923333"/>
              <a:gd name="connsiteX31" fmla="*/ 2754803 w 3788950"/>
              <a:gd name="connsiteY31" fmla="*/ 1585817 h 3923333"/>
              <a:gd name="connsiteX32" fmla="*/ 1586086 w 3788950"/>
              <a:gd name="connsiteY32" fmla="*/ 2754440 h 3923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788950" h="3923333">
                <a:moveTo>
                  <a:pt x="3715304" y="3556921"/>
                </a:moveTo>
                <a:cubicBezTo>
                  <a:pt x="3417934" y="3247644"/>
                  <a:pt x="3120754" y="2938177"/>
                  <a:pt x="2822431" y="2629852"/>
                </a:cubicBezTo>
                <a:cubicBezTo>
                  <a:pt x="2800618" y="2607278"/>
                  <a:pt x="2801380" y="2594896"/>
                  <a:pt x="2820430" y="2571845"/>
                </a:cubicBezTo>
                <a:cubicBezTo>
                  <a:pt x="2925872" y="2444020"/>
                  <a:pt x="3006740" y="2301240"/>
                  <a:pt x="3065128" y="2146459"/>
                </a:cubicBezTo>
                <a:cubicBezTo>
                  <a:pt x="3164950" y="1881950"/>
                  <a:pt x="3194668" y="1608868"/>
                  <a:pt x="3148186" y="1330071"/>
                </a:cubicBezTo>
                <a:cubicBezTo>
                  <a:pt x="3084749" y="949643"/>
                  <a:pt x="2904060" y="632936"/>
                  <a:pt x="2612214" y="381476"/>
                </a:cubicBezTo>
                <a:cubicBezTo>
                  <a:pt x="2402569" y="200787"/>
                  <a:pt x="2160824" y="83630"/>
                  <a:pt x="1888600" y="29432"/>
                </a:cubicBezTo>
                <a:cubicBezTo>
                  <a:pt x="1832116" y="18193"/>
                  <a:pt x="1773823" y="17336"/>
                  <a:pt x="1718483" y="0"/>
                </a:cubicBezTo>
                <a:lnTo>
                  <a:pt x="1695528" y="0"/>
                </a:lnTo>
                <a:cubicBezTo>
                  <a:pt x="1688765" y="6668"/>
                  <a:pt x="1680288" y="2953"/>
                  <a:pt x="1672573" y="3905"/>
                </a:cubicBezTo>
                <a:cubicBezTo>
                  <a:pt x="1664857" y="2858"/>
                  <a:pt x="1656285" y="6572"/>
                  <a:pt x="1649617" y="0"/>
                </a:cubicBezTo>
                <a:lnTo>
                  <a:pt x="1511695" y="0"/>
                </a:lnTo>
                <a:cubicBezTo>
                  <a:pt x="1507123" y="5048"/>
                  <a:pt x="1501027" y="3715"/>
                  <a:pt x="1495312" y="3905"/>
                </a:cubicBezTo>
                <a:cubicBezTo>
                  <a:pt x="1490931" y="3905"/>
                  <a:pt x="1486549" y="3905"/>
                  <a:pt x="1482073" y="3905"/>
                </a:cubicBezTo>
                <a:cubicBezTo>
                  <a:pt x="1476358" y="3619"/>
                  <a:pt x="1470262" y="4953"/>
                  <a:pt x="1465690" y="0"/>
                </a:cubicBezTo>
                <a:lnTo>
                  <a:pt x="1442734" y="0"/>
                </a:lnTo>
                <a:cubicBezTo>
                  <a:pt x="1422256" y="14764"/>
                  <a:pt x="1397491" y="11240"/>
                  <a:pt x="1374726" y="14288"/>
                </a:cubicBezTo>
                <a:cubicBezTo>
                  <a:pt x="1123456" y="46958"/>
                  <a:pt x="894475" y="137827"/>
                  <a:pt x="686926" y="281369"/>
                </a:cubicBezTo>
                <a:cubicBezTo>
                  <a:pt x="446705" y="447485"/>
                  <a:pt x="265635" y="664464"/>
                  <a:pt x="143429" y="930402"/>
                </a:cubicBezTo>
                <a:cubicBezTo>
                  <a:pt x="11317" y="1218057"/>
                  <a:pt x="-29069" y="1519142"/>
                  <a:pt x="20366" y="1830229"/>
                </a:cubicBezTo>
                <a:cubicBezTo>
                  <a:pt x="79516" y="2202275"/>
                  <a:pt x="252967" y="2514886"/>
                  <a:pt x="534145" y="2766251"/>
                </a:cubicBezTo>
                <a:cubicBezTo>
                  <a:pt x="764269" y="2971895"/>
                  <a:pt x="1032112" y="3102293"/>
                  <a:pt x="1337102" y="3148298"/>
                </a:cubicBezTo>
                <a:cubicBezTo>
                  <a:pt x="1741724" y="3209354"/>
                  <a:pt x="2118057" y="3128963"/>
                  <a:pt x="2460385" y="2901791"/>
                </a:cubicBezTo>
                <a:cubicBezTo>
                  <a:pt x="2485722" y="2885027"/>
                  <a:pt x="2498009" y="2886456"/>
                  <a:pt x="2519059" y="2908364"/>
                </a:cubicBezTo>
                <a:cubicBezTo>
                  <a:pt x="2817383" y="3220212"/>
                  <a:pt x="3116944" y="3531013"/>
                  <a:pt x="3416219" y="3842004"/>
                </a:cubicBezTo>
                <a:cubicBezTo>
                  <a:pt x="3426792" y="3853053"/>
                  <a:pt x="3437841" y="3863721"/>
                  <a:pt x="3449461" y="3873722"/>
                </a:cubicBezTo>
                <a:cubicBezTo>
                  <a:pt x="3547950" y="3958304"/>
                  <a:pt x="3698635" y="3931444"/>
                  <a:pt x="3761786" y="3818192"/>
                </a:cubicBezTo>
                <a:cubicBezTo>
                  <a:pt x="3810078" y="3731609"/>
                  <a:pt x="3793600" y="3638360"/>
                  <a:pt x="3715400" y="3557016"/>
                </a:cubicBezTo>
                <a:close/>
                <a:moveTo>
                  <a:pt x="1586086" y="2754535"/>
                </a:moveTo>
                <a:cubicBezTo>
                  <a:pt x="944291" y="2758059"/>
                  <a:pt x="415273" y="2229517"/>
                  <a:pt x="414701" y="1584389"/>
                </a:cubicBezTo>
                <a:cubicBezTo>
                  <a:pt x="414225" y="939832"/>
                  <a:pt x="941434" y="412623"/>
                  <a:pt x="1585609" y="413480"/>
                </a:cubicBezTo>
                <a:cubicBezTo>
                  <a:pt x="2230738" y="414337"/>
                  <a:pt x="2758137" y="943261"/>
                  <a:pt x="2754803" y="1585817"/>
                </a:cubicBezTo>
                <a:cubicBezTo>
                  <a:pt x="2751469" y="2232374"/>
                  <a:pt x="2232833" y="2750915"/>
                  <a:pt x="1586086" y="2754440"/>
                </a:cubicBezTo>
                <a:close/>
              </a:path>
            </a:pathLst>
          </a:custGeom>
          <a:solidFill>
            <a:srgbClr val="C1C1C1"/>
          </a:solidFill>
          <a:ln w="9525" cap="flat">
            <a:noFill/>
            <a:prstDash val="solid"/>
            <a:miter/>
          </a:ln>
        </p:spPr>
        <p:txBody>
          <a:bodyPr rtlCol="0" anchor="ctr"/>
          <a:lstStyle/>
          <a:p>
            <a:endParaRPr lang="en-IN"/>
          </a:p>
        </p:txBody>
      </p:sp>
      <p:sp>
        <p:nvSpPr>
          <p:cNvPr id="24" name="TextBox 23">
            <a:hlinkClick r:id="rId4" action="ppaction://hlinksldjump"/>
            <a:extLst>
              <a:ext uri="{FF2B5EF4-FFF2-40B4-BE49-F238E27FC236}">
                <a16:creationId xmlns:a16="http://schemas.microsoft.com/office/drawing/2014/main" id="{3565DD52-89BB-BA75-519A-137D02DA03B3}"/>
              </a:ext>
            </a:extLst>
          </p:cNvPr>
          <p:cNvSpPr txBox="1"/>
          <p:nvPr/>
        </p:nvSpPr>
        <p:spPr>
          <a:xfrm>
            <a:off x="869323" y="1751789"/>
            <a:ext cx="1665841" cy="276999"/>
          </a:xfrm>
          <a:prstGeom prst="rect">
            <a:avLst/>
          </a:prstGeom>
          <a:noFill/>
        </p:spPr>
        <p:txBody>
          <a:bodyPr wrap="none" rtlCol="0">
            <a:spAutoFit/>
          </a:bodyPr>
          <a:lstStyle/>
          <a:p>
            <a:r>
              <a:rPr lang="en-IN" sz="1200" dirty="0">
                <a:solidFill>
                  <a:srgbClr val="B4B5B2"/>
                </a:solidFill>
                <a:latin typeface="Poppins Medium" panose="00000600000000000000" pitchFamily="50" charset="0"/>
                <a:cs typeface="Poppins Medium" panose="00000600000000000000" pitchFamily="50" charset="0"/>
              </a:rPr>
              <a:t>Kế Hoạch Phát Triển</a:t>
            </a:r>
            <a:endParaRPr lang="en-IN" sz="1200" dirty="0">
              <a:solidFill>
                <a:srgbClr val="B4B5B2"/>
              </a:solidFill>
              <a:latin typeface="Poppins Medium" panose="00000600000000000000" pitchFamily="50" charset="0"/>
              <a:cs typeface="Poppins Medium" panose="00000600000000000000" pitchFamily="50" charset="0"/>
            </a:endParaRPr>
          </a:p>
        </p:txBody>
      </p:sp>
      <p:grpSp>
        <p:nvGrpSpPr>
          <p:cNvPr id="25" name="Group 24">
            <a:extLst>
              <a:ext uri="{FF2B5EF4-FFF2-40B4-BE49-F238E27FC236}">
                <a16:creationId xmlns:a16="http://schemas.microsoft.com/office/drawing/2014/main" id="{86C7786A-5B93-3D86-26EC-18B2822F5C23}"/>
              </a:ext>
            </a:extLst>
          </p:cNvPr>
          <p:cNvGrpSpPr/>
          <p:nvPr/>
        </p:nvGrpSpPr>
        <p:grpSpPr>
          <a:xfrm>
            <a:off x="431322" y="1764517"/>
            <a:ext cx="177294" cy="204783"/>
            <a:chOff x="431322" y="1764517"/>
            <a:chExt cx="177294" cy="204783"/>
          </a:xfrm>
        </p:grpSpPr>
        <p:sp>
          <p:nvSpPr>
            <p:cNvPr id="26" name="Freeform: Shape 25">
              <a:hlinkClick r:id="rId4" action="ppaction://hlinksldjump"/>
              <a:extLst>
                <a:ext uri="{FF2B5EF4-FFF2-40B4-BE49-F238E27FC236}">
                  <a16:creationId xmlns:a16="http://schemas.microsoft.com/office/drawing/2014/main" id="{E550BC53-CD1A-EF38-27ED-3C95754DD909}"/>
                </a:ext>
              </a:extLst>
            </p:cNvPr>
            <p:cNvSpPr/>
            <p:nvPr/>
          </p:nvSpPr>
          <p:spPr>
            <a:xfrm>
              <a:off x="431322" y="1765205"/>
              <a:ext cx="15953" cy="203670"/>
            </a:xfrm>
            <a:custGeom>
              <a:avLst/>
              <a:gdLst>
                <a:gd name="connsiteX0" fmla="*/ 42232 w 84464"/>
                <a:gd name="connsiteY0" fmla="*/ 0 h 1078327"/>
                <a:gd name="connsiteX1" fmla="*/ 84464 w 84464"/>
                <a:gd name="connsiteY1" fmla="*/ 42232 h 1078327"/>
                <a:gd name="connsiteX2" fmla="*/ 84464 w 84464"/>
                <a:gd name="connsiteY2" fmla="*/ 1036095 h 1078327"/>
                <a:gd name="connsiteX3" fmla="*/ 42232 w 84464"/>
                <a:gd name="connsiteY3" fmla="*/ 1078327 h 1078327"/>
                <a:gd name="connsiteX4" fmla="*/ 42232 w 84464"/>
                <a:gd name="connsiteY4" fmla="*/ 1078327 h 1078327"/>
                <a:gd name="connsiteX5" fmla="*/ 0 w 84464"/>
                <a:gd name="connsiteY5" fmla="*/ 1036095 h 1078327"/>
                <a:gd name="connsiteX6" fmla="*/ 0 w 84464"/>
                <a:gd name="connsiteY6" fmla="*/ 42232 h 1078327"/>
                <a:gd name="connsiteX7" fmla="*/ 42232 w 84464"/>
                <a:gd name="connsiteY7" fmla="*/ 0 h 107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464" h="1078327">
                  <a:moveTo>
                    <a:pt x="42232" y="0"/>
                  </a:moveTo>
                  <a:cubicBezTo>
                    <a:pt x="65556" y="0"/>
                    <a:pt x="84464" y="18908"/>
                    <a:pt x="84464" y="42232"/>
                  </a:cubicBezTo>
                  <a:lnTo>
                    <a:pt x="84464" y="1036095"/>
                  </a:lnTo>
                  <a:cubicBezTo>
                    <a:pt x="84464" y="1059419"/>
                    <a:pt x="65556" y="1078327"/>
                    <a:pt x="42232" y="1078327"/>
                  </a:cubicBezTo>
                  <a:lnTo>
                    <a:pt x="42232" y="1078327"/>
                  </a:lnTo>
                  <a:cubicBezTo>
                    <a:pt x="18908" y="1078327"/>
                    <a:pt x="0" y="1059419"/>
                    <a:pt x="0" y="1036095"/>
                  </a:cubicBezTo>
                  <a:lnTo>
                    <a:pt x="0" y="42232"/>
                  </a:lnTo>
                  <a:cubicBezTo>
                    <a:pt x="0" y="18908"/>
                    <a:pt x="18908" y="0"/>
                    <a:pt x="42232" y="0"/>
                  </a:cubicBezTo>
                  <a:close/>
                </a:path>
              </a:pathLst>
            </a:custGeom>
            <a:solidFill>
              <a:srgbClr val="C1C1C1"/>
            </a:solidFill>
            <a:ln w="56029" cap="flat">
              <a:noFill/>
              <a:prstDash val="solid"/>
              <a:miter/>
            </a:ln>
          </p:spPr>
          <p:txBody>
            <a:bodyPr rtlCol="0" anchor="ctr"/>
            <a:lstStyle/>
            <a:p>
              <a:endParaRPr lang="en-IN"/>
            </a:p>
          </p:txBody>
        </p:sp>
        <p:sp>
          <p:nvSpPr>
            <p:cNvPr id="31" name="Freeform: Shape 30">
              <a:hlinkClick r:id="rId4" action="ppaction://hlinksldjump"/>
              <a:extLst>
                <a:ext uri="{FF2B5EF4-FFF2-40B4-BE49-F238E27FC236}">
                  <a16:creationId xmlns:a16="http://schemas.microsoft.com/office/drawing/2014/main" id="{14619022-CF9A-5329-2181-54A23C95F39D}"/>
                </a:ext>
              </a:extLst>
            </p:cNvPr>
            <p:cNvSpPr/>
            <p:nvPr/>
          </p:nvSpPr>
          <p:spPr>
            <a:xfrm>
              <a:off x="469291" y="1765205"/>
              <a:ext cx="15953" cy="203670"/>
            </a:xfrm>
            <a:custGeom>
              <a:avLst/>
              <a:gdLst>
                <a:gd name="connsiteX0" fmla="*/ 42232 w 84464"/>
                <a:gd name="connsiteY0" fmla="*/ 0 h 1078327"/>
                <a:gd name="connsiteX1" fmla="*/ 84464 w 84464"/>
                <a:gd name="connsiteY1" fmla="*/ 42232 h 1078327"/>
                <a:gd name="connsiteX2" fmla="*/ 84464 w 84464"/>
                <a:gd name="connsiteY2" fmla="*/ 1036095 h 1078327"/>
                <a:gd name="connsiteX3" fmla="*/ 42232 w 84464"/>
                <a:gd name="connsiteY3" fmla="*/ 1078327 h 1078327"/>
                <a:gd name="connsiteX4" fmla="*/ 42232 w 84464"/>
                <a:gd name="connsiteY4" fmla="*/ 1078327 h 1078327"/>
                <a:gd name="connsiteX5" fmla="*/ 0 w 84464"/>
                <a:gd name="connsiteY5" fmla="*/ 1036095 h 1078327"/>
                <a:gd name="connsiteX6" fmla="*/ 0 w 84464"/>
                <a:gd name="connsiteY6" fmla="*/ 42232 h 1078327"/>
                <a:gd name="connsiteX7" fmla="*/ 42232 w 84464"/>
                <a:gd name="connsiteY7" fmla="*/ 0 h 107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464" h="1078327">
                  <a:moveTo>
                    <a:pt x="42232" y="0"/>
                  </a:moveTo>
                  <a:cubicBezTo>
                    <a:pt x="65556" y="0"/>
                    <a:pt x="84464" y="18908"/>
                    <a:pt x="84464" y="42232"/>
                  </a:cubicBezTo>
                  <a:lnTo>
                    <a:pt x="84464" y="1036095"/>
                  </a:lnTo>
                  <a:cubicBezTo>
                    <a:pt x="84464" y="1059419"/>
                    <a:pt x="65556" y="1078327"/>
                    <a:pt x="42232" y="1078327"/>
                  </a:cubicBezTo>
                  <a:lnTo>
                    <a:pt x="42232" y="1078327"/>
                  </a:lnTo>
                  <a:cubicBezTo>
                    <a:pt x="18908" y="1078327"/>
                    <a:pt x="0" y="1059419"/>
                    <a:pt x="0" y="1036095"/>
                  </a:cubicBezTo>
                  <a:lnTo>
                    <a:pt x="0" y="42232"/>
                  </a:lnTo>
                  <a:cubicBezTo>
                    <a:pt x="0" y="18908"/>
                    <a:pt x="18908" y="0"/>
                    <a:pt x="42232" y="0"/>
                  </a:cubicBezTo>
                  <a:close/>
                </a:path>
              </a:pathLst>
            </a:custGeom>
            <a:solidFill>
              <a:srgbClr val="C1C1C1"/>
            </a:solidFill>
            <a:ln w="56029" cap="flat">
              <a:noFill/>
              <a:prstDash val="solid"/>
              <a:miter/>
            </a:ln>
          </p:spPr>
          <p:txBody>
            <a:bodyPr rtlCol="0" anchor="ctr"/>
            <a:lstStyle/>
            <a:p>
              <a:endParaRPr lang="en-IN"/>
            </a:p>
          </p:txBody>
        </p:sp>
        <p:sp>
          <p:nvSpPr>
            <p:cNvPr id="32" name="Freeform: Shape 31">
              <a:hlinkClick r:id="rId4" action="ppaction://hlinksldjump"/>
              <a:extLst>
                <a:ext uri="{FF2B5EF4-FFF2-40B4-BE49-F238E27FC236}">
                  <a16:creationId xmlns:a16="http://schemas.microsoft.com/office/drawing/2014/main" id="{7807225E-F6AB-CB7B-3F59-4B5F1C543565}"/>
                </a:ext>
              </a:extLst>
            </p:cNvPr>
            <p:cNvSpPr/>
            <p:nvPr/>
          </p:nvSpPr>
          <p:spPr>
            <a:xfrm>
              <a:off x="509599" y="1764517"/>
              <a:ext cx="99017" cy="204783"/>
            </a:xfrm>
            <a:custGeom>
              <a:avLst/>
              <a:gdLst>
                <a:gd name="connsiteX0" fmla="*/ 482010 w 524241"/>
                <a:gd name="connsiteY0" fmla="*/ 1083659 h 1084222"/>
                <a:gd name="connsiteX1" fmla="*/ 42232 w 524241"/>
                <a:gd name="connsiteY1" fmla="*/ 1083659 h 1084222"/>
                <a:gd name="connsiteX2" fmla="*/ 0 w 524241"/>
                <a:gd name="connsiteY2" fmla="*/ 1041427 h 1084222"/>
                <a:gd name="connsiteX3" fmla="*/ 0 w 524241"/>
                <a:gd name="connsiteY3" fmla="*/ 41933 h 1084222"/>
                <a:gd name="connsiteX4" fmla="*/ 19708 w 524241"/>
                <a:gd name="connsiteY4" fmla="*/ 6458 h 1084222"/>
                <a:gd name="connsiteX5" fmla="*/ 60251 w 524241"/>
                <a:gd name="connsiteY5" fmla="*/ 4206 h 1084222"/>
                <a:gd name="connsiteX6" fmla="*/ 500029 w 524241"/>
                <a:gd name="connsiteY6" fmla="*/ 213114 h 1084222"/>
                <a:gd name="connsiteX7" fmla="*/ 524242 w 524241"/>
                <a:gd name="connsiteY7" fmla="*/ 251405 h 1084222"/>
                <a:gd name="connsiteX8" fmla="*/ 524242 w 524241"/>
                <a:gd name="connsiteY8" fmla="*/ 1041990 h 1084222"/>
                <a:gd name="connsiteX9" fmla="*/ 482010 w 524241"/>
                <a:gd name="connsiteY9" fmla="*/ 1084222 h 1084222"/>
                <a:gd name="connsiteX10" fmla="*/ 84464 w 524241"/>
                <a:gd name="connsiteY10" fmla="*/ 999195 h 1084222"/>
                <a:gd name="connsiteX11" fmla="*/ 439777 w 524241"/>
                <a:gd name="connsiteY11" fmla="*/ 999195 h 1084222"/>
                <a:gd name="connsiteX12" fmla="*/ 439777 w 524241"/>
                <a:gd name="connsiteY12" fmla="*/ 277307 h 1084222"/>
                <a:gd name="connsiteX13" fmla="*/ 84464 w 524241"/>
                <a:gd name="connsiteY13" fmla="*/ 108941 h 1084222"/>
                <a:gd name="connsiteX14" fmla="*/ 84464 w 524241"/>
                <a:gd name="connsiteY14" fmla="*/ 999195 h 1084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4241" h="1084222">
                  <a:moveTo>
                    <a:pt x="482010" y="1083659"/>
                  </a:moveTo>
                  <a:lnTo>
                    <a:pt x="42232" y="1083659"/>
                  </a:lnTo>
                  <a:cubicBezTo>
                    <a:pt x="19145" y="1083659"/>
                    <a:pt x="0" y="1064514"/>
                    <a:pt x="0" y="1041427"/>
                  </a:cubicBezTo>
                  <a:lnTo>
                    <a:pt x="0" y="41933"/>
                  </a:lnTo>
                  <a:cubicBezTo>
                    <a:pt x="0" y="27293"/>
                    <a:pt x="7320" y="13778"/>
                    <a:pt x="19708" y="6458"/>
                  </a:cubicBezTo>
                  <a:cubicBezTo>
                    <a:pt x="31533" y="-1425"/>
                    <a:pt x="47300" y="-1988"/>
                    <a:pt x="60251" y="4206"/>
                  </a:cubicBezTo>
                  <a:lnTo>
                    <a:pt x="500029" y="213114"/>
                  </a:lnTo>
                  <a:cubicBezTo>
                    <a:pt x="514669" y="219871"/>
                    <a:pt x="524242" y="235075"/>
                    <a:pt x="524242" y="251405"/>
                  </a:cubicBezTo>
                  <a:lnTo>
                    <a:pt x="524242" y="1041990"/>
                  </a:lnTo>
                  <a:cubicBezTo>
                    <a:pt x="524242" y="1065077"/>
                    <a:pt x="505096" y="1084222"/>
                    <a:pt x="482010" y="1084222"/>
                  </a:cubicBezTo>
                  <a:close/>
                  <a:moveTo>
                    <a:pt x="84464" y="999195"/>
                  </a:moveTo>
                  <a:lnTo>
                    <a:pt x="439777" y="999195"/>
                  </a:lnTo>
                  <a:lnTo>
                    <a:pt x="439777" y="277307"/>
                  </a:lnTo>
                  <a:lnTo>
                    <a:pt x="84464" y="108941"/>
                  </a:lnTo>
                  <a:lnTo>
                    <a:pt x="84464" y="999195"/>
                  </a:lnTo>
                  <a:close/>
                </a:path>
              </a:pathLst>
            </a:custGeom>
            <a:solidFill>
              <a:srgbClr val="C1C1C1"/>
            </a:solidFill>
            <a:ln w="56029" cap="flat">
              <a:noFill/>
              <a:prstDash val="solid"/>
              <a:miter/>
            </a:ln>
          </p:spPr>
          <p:txBody>
            <a:bodyPr rtlCol="0" anchor="ctr"/>
            <a:lstStyle/>
            <a:p>
              <a:endParaRPr lang="en-IN" dirty="0"/>
            </a:p>
          </p:txBody>
        </p:sp>
      </p:grpSp>
      <p:sp>
        <p:nvSpPr>
          <p:cNvPr id="36" name="TextBox 35">
            <a:hlinkClick r:id="rId5" action="ppaction://hlinksldjump"/>
            <a:extLst>
              <a:ext uri="{FF2B5EF4-FFF2-40B4-BE49-F238E27FC236}">
                <a16:creationId xmlns:a16="http://schemas.microsoft.com/office/drawing/2014/main" id="{6118E391-8CBA-9FDC-1E94-FDE97B4AE899}"/>
              </a:ext>
            </a:extLst>
          </p:cNvPr>
          <p:cNvSpPr txBox="1"/>
          <p:nvPr/>
        </p:nvSpPr>
        <p:spPr>
          <a:xfrm>
            <a:off x="869323" y="2200874"/>
            <a:ext cx="646331" cy="276999"/>
          </a:xfrm>
          <a:prstGeom prst="rect">
            <a:avLst/>
          </a:prstGeom>
          <a:noFill/>
        </p:spPr>
        <p:txBody>
          <a:bodyPr wrap="none" rtlCol="0">
            <a:spAutoFit/>
          </a:bodyPr>
          <a:lstStyle/>
          <a:p>
            <a:r>
              <a:rPr lang="en-IN" sz="1200" dirty="0" smtClean="0">
                <a:solidFill>
                  <a:srgbClr val="B4B5B2"/>
                </a:solidFill>
                <a:latin typeface="Poppins Medium" panose="00000600000000000000" pitchFamily="50" charset="0"/>
                <a:cs typeface="Poppins Medium" panose="00000600000000000000" pitchFamily="50" charset="0"/>
              </a:rPr>
              <a:t>Demo</a:t>
            </a:r>
            <a:endParaRPr lang="en-IN" sz="1200" dirty="0">
              <a:solidFill>
                <a:srgbClr val="B4B5B2"/>
              </a:solidFill>
              <a:latin typeface="Poppins Medium" panose="00000600000000000000" pitchFamily="50" charset="0"/>
              <a:cs typeface="Poppins Medium" panose="00000600000000000000" pitchFamily="50" charset="0"/>
            </a:endParaRPr>
          </a:p>
        </p:txBody>
      </p:sp>
      <p:grpSp>
        <p:nvGrpSpPr>
          <p:cNvPr id="37" name="Group 36">
            <a:extLst>
              <a:ext uri="{FF2B5EF4-FFF2-40B4-BE49-F238E27FC236}">
                <a16:creationId xmlns:a16="http://schemas.microsoft.com/office/drawing/2014/main" id="{9E708B77-F262-479A-7DF1-763CFDE61AF7}"/>
              </a:ext>
            </a:extLst>
          </p:cNvPr>
          <p:cNvGrpSpPr/>
          <p:nvPr/>
        </p:nvGrpSpPr>
        <p:grpSpPr>
          <a:xfrm>
            <a:off x="431322" y="2214773"/>
            <a:ext cx="203670" cy="203670"/>
            <a:chOff x="431322" y="2214773"/>
            <a:chExt cx="203670" cy="203670"/>
          </a:xfrm>
        </p:grpSpPr>
        <p:sp>
          <p:nvSpPr>
            <p:cNvPr id="38" name="Rectangle: Rounded Corners 37">
              <a:hlinkClick r:id="rId5" action="ppaction://hlinksldjump"/>
              <a:extLst>
                <a:ext uri="{FF2B5EF4-FFF2-40B4-BE49-F238E27FC236}">
                  <a16:creationId xmlns:a16="http://schemas.microsoft.com/office/drawing/2014/main" id="{EB0729A1-52E5-E36B-3373-143E5D925329}"/>
                </a:ext>
              </a:extLst>
            </p:cNvPr>
            <p:cNvSpPr/>
            <p:nvPr/>
          </p:nvSpPr>
          <p:spPr>
            <a:xfrm>
              <a:off x="431322" y="2214773"/>
              <a:ext cx="203670" cy="203670"/>
            </a:xfrm>
            <a:prstGeom prst="roundRect">
              <a:avLst>
                <a:gd name="adj" fmla="val 12600"/>
              </a:avLst>
            </a:prstGeom>
            <a:solidFill>
              <a:srgbClr val="C1C1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9" name="Graphic 38" descr="Add with solid fill">
              <a:hlinkClick r:id="rId5" action="ppaction://hlinksldjump"/>
              <a:extLst>
                <a:ext uri="{FF2B5EF4-FFF2-40B4-BE49-F238E27FC236}">
                  <a16:creationId xmlns:a16="http://schemas.microsoft.com/office/drawing/2014/main" id="{D13D55D3-6997-4AE7-D43E-FE0B5AC2063E}"/>
                </a:ext>
              </a:extLst>
            </p:cNvPr>
            <p:cNvPicPr>
              <a:picLocks noChangeAspect="1"/>
            </p:cNvPicPr>
            <p:nvPr/>
          </p:nvPicPr>
          <p:blipFill>
            <a:blip r:embed="rId6" cstate="hqprint">
              <a:extLst>
                <a:ext uri="{28A0092B-C50C-407E-A947-70E740481C1C}">
                  <a14:useLocalDpi xmlns:a14="http://schemas.microsoft.com/office/drawing/2010/main" val="0"/>
                </a:ext>
                <a:ext uri="{96DAC541-7B7A-43D3-8B79-37D633B846F1}">
                  <asvg:svgBlip xmlns:asvg="http://schemas.microsoft.com/office/drawing/2016/SVG/main" xmlns="" r:embed="rId7"/>
                </a:ext>
              </a:extLst>
            </a:blip>
            <a:stretch>
              <a:fillRect/>
            </a:stretch>
          </p:blipFill>
          <p:spPr>
            <a:xfrm>
              <a:off x="472263" y="2255714"/>
              <a:ext cx="121788" cy="121788"/>
            </a:xfrm>
            <a:prstGeom prst="rect">
              <a:avLst/>
            </a:prstGeom>
          </p:spPr>
        </p:pic>
      </p:grpSp>
      <p:sp>
        <p:nvSpPr>
          <p:cNvPr id="46" name="TextBox 45">
            <a:hlinkClick r:id="rId8" action="ppaction://hlinksldjump"/>
            <a:extLst>
              <a:ext uri="{FF2B5EF4-FFF2-40B4-BE49-F238E27FC236}">
                <a16:creationId xmlns:a16="http://schemas.microsoft.com/office/drawing/2014/main" id="{B01A9A8F-6DCF-6B6A-E58F-3AF06644FBD0}"/>
              </a:ext>
            </a:extLst>
          </p:cNvPr>
          <p:cNvSpPr txBox="1"/>
          <p:nvPr/>
        </p:nvSpPr>
        <p:spPr>
          <a:xfrm>
            <a:off x="856561" y="2677540"/>
            <a:ext cx="1274708" cy="276999"/>
          </a:xfrm>
          <a:prstGeom prst="rect">
            <a:avLst/>
          </a:prstGeom>
          <a:noFill/>
        </p:spPr>
        <p:txBody>
          <a:bodyPr wrap="none" rtlCol="0">
            <a:spAutoFit/>
          </a:bodyPr>
          <a:lstStyle/>
          <a:p>
            <a:r>
              <a:rPr lang="en-IN" sz="1200" dirty="0">
                <a:solidFill>
                  <a:srgbClr val="1ED760"/>
                </a:solidFill>
                <a:latin typeface="Microsoft PhagsPa" panose="020B0502040204020203" pitchFamily="34" charset="0"/>
                <a:cs typeface="Poppins Medium" panose="00000600000000000000" pitchFamily="50" charset="0"/>
              </a:rPr>
              <a:t>Ưu Nhược Điểm</a:t>
            </a:r>
            <a:endParaRPr lang="en-IN" sz="1200" dirty="0">
              <a:solidFill>
                <a:srgbClr val="1ED760"/>
              </a:solidFill>
              <a:latin typeface="Microsoft PhagsPa" panose="020B0502040204020203" pitchFamily="34" charset="0"/>
              <a:cs typeface="Poppins Medium" panose="00000600000000000000" pitchFamily="50" charset="0"/>
            </a:endParaRPr>
          </a:p>
        </p:txBody>
      </p:sp>
      <p:sp>
        <p:nvSpPr>
          <p:cNvPr id="52" name="Freeform: Shape 51">
            <a:hlinkClick r:id="rId5" action="ppaction://hlinksldjump"/>
            <a:extLst>
              <a:ext uri="{FF2B5EF4-FFF2-40B4-BE49-F238E27FC236}">
                <a16:creationId xmlns:a16="http://schemas.microsoft.com/office/drawing/2014/main" id="{84FD7103-66CC-6036-52D6-C2E9C149FA23}"/>
              </a:ext>
            </a:extLst>
          </p:cNvPr>
          <p:cNvSpPr/>
          <p:nvPr/>
        </p:nvSpPr>
        <p:spPr>
          <a:xfrm>
            <a:off x="452029" y="2707922"/>
            <a:ext cx="154752" cy="204786"/>
          </a:xfrm>
          <a:custGeom>
            <a:avLst/>
            <a:gdLst>
              <a:gd name="connsiteX0" fmla="*/ 467584 w 469298"/>
              <a:gd name="connsiteY0" fmla="*/ 62389 h 621030"/>
              <a:gd name="connsiteX1" fmla="*/ 394242 w 469298"/>
              <a:gd name="connsiteY1" fmla="*/ 0 h 621030"/>
              <a:gd name="connsiteX2" fmla="*/ 75059 w 469298"/>
              <a:gd name="connsiteY2" fmla="*/ 191 h 621030"/>
              <a:gd name="connsiteX3" fmla="*/ 51913 w 469298"/>
              <a:gd name="connsiteY3" fmla="*/ 3715 h 621030"/>
              <a:gd name="connsiteX4" fmla="*/ 1240 w 469298"/>
              <a:gd name="connsiteY4" fmla="*/ 65342 h 621030"/>
              <a:gd name="connsiteX5" fmla="*/ 192 w 469298"/>
              <a:gd name="connsiteY5" fmla="*/ 96203 h 621030"/>
              <a:gd name="connsiteX6" fmla="*/ 192 w 469298"/>
              <a:gd name="connsiteY6" fmla="*/ 590455 h 621030"/>
              <a:gd name="connsiteX7" fmla="*/ 22671 w 469298"/>
              <a:gd name="connsiteY7" fmla="*/ 621030 h 621030"/>
              <a:gd name="connsiteX8" fmla="*/ 32387 w 469298"/>
              <a:gd name="connsiteY8" fmla="*/ 621030 h 621030"/>
              <a:gd name="connsiteX9" fmla="*/ 46674 w 469298"/>
              <a:gd name="connsiteY9" fmla="*/ 615315 h 621030"/>
              <a:gd name="connsiteX10" fmla="*/ 61819 w 469298"/>
              <a:gd name="connsiteY10" fmla="*/ 604171 h 621030"/>
              <a:gd name="connsiteX11" fmla="*/ 227364 w 469298"/>
              <a:gd name="connsiteY11" fmla="*/ 479965 h 621030"/>
              <a:gd name="connsiteX12" fmla="*/ 242223 w 469298"/>
              <a:gd name="connsiteY12" fmla="*/ 479774 h 621030"/>
              <a:gd name="connsiteX13" fmla="*/ 420912 w 469298"/>
              <a:gd name="connsiteY13" fmla="*/ 613791 h 621030"/>
              <a:gd name="connsiteX14" fmla="*/ 435866 w 469298"/>
              <a:gd name="connsiteY14" fmla="*/ 621030 h 621030"/>
              <a:gd name="connsiteX15" fmla="*/ 445581 w 469298"/>
              <a:gd name="connsiteY15" fmla="*/ 621030 h 621030"/>
              <a:gd name="connsiteX16" fmla="*/ 469299 w 469298"/>
              <a:gd name="connsiteY16" fmla="*/ 592265 h 621030"/>
              <a:gd name="connsiteX17" fmla="*/ 469299 w 469298"/>
              <a:gd name="connsiteY17" fmla="*/ 588645 h 621030"/>
              <a:gd name="connsiteX18" fmla="*/ 469299 w 469298"/>
              <a:gd name="connsiteY18" fmla="*/ 79915 h 621030"/>
              <a:gd name="connsiteX19" fmla="*/ 467679 w 469298"/>
              <a:gd name="connsiteY19" fmla="*/ 62484 h 621030"/>
              <a:gd name="connsiteX20" fmla="*/ 415292 w 469298"/>
              <a:gd name="connsiteY20" fmla="*/ 543211 h 621030"/>
              <a:gd name="connsiteX21" fmla="*/ 319470 w 469298"/>
              <a:gd name="connsiteY21" fmla="*/ 471297 h 621030"/>
              <a:gd name="connsiteX22" fmla="*/ 253176 w 469298"/>
              <a:gd name="connsiteY22" fmla="*/ 421577 h 621030"/>
              <a:gd name="connsiteX23" fmla="*/ 216315 w 469298"/>
              <a:gd name="connsiteY23" fmla="*/ 421577 h 621030"/>
              <a:gd name="connsiteX24" fmla="*/ 59438 w 469298"/>
              <a:gd name="connsiteY24" fmla="*/ 539211 h 621030"/>
              <a:gd name="connsiteX25" fmla="*/ 55152 w 469298"/>
              <a:gd name="connsiteY25" fmla="*/ 542354 h 621030"/>
              <a:gd name="connsiteX26" fmla="*/ 54009 w 469298"/>
              <a:gd name="connsiteY26" fmla="*/ 537877 h 621030"/>
              <a:gd name="connsiteX27" fmla="*/ 54009 w 469298"/>
              <a:gd name="connsiteY27" fmla="*/ 79915 h 621030"/>
              <a:gd name="connsiteX28" fmla="*/ 81536 w 469298"/>
              <a:gd name="connsiteY28" fmla="*/ 52388 h 621030"/>
              <a:gd name="connsiteX29" fmla="*/ 388050 w 469298"/>
              <a:gd name="connsiteY29" fmla="*/ 52388 h 621030"/>
              <a:gd name="connsiteX30" fmla="*/ 415578 w 469298"/>
              <a:gd name="connsiteY30" fmla="*/ 79915 h 621030"/>
              <a:gd name="connsiteX31" fmla="*/ 415578 w 469298"/>
              <a:gd name="connsiteY31" fmla="*/ 537877 h 621030"/>
              <a:gd name="connsiteX32" fmla="*/ 415387 w 469298"/>
              <a:gd name="connsiteY32" fmla="*/ 543020 h 62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9298" h="621030">
                <a:moveTo>
                  <a:pt x="467584" y="62389"/>
                </a:moveTo>
                <a:cubicBezTo>
                  <a:pt x="461298" y="29813"/>
                  <a:pt x="431294" y="-95"/>
                  <a:pt x="394242" y="0"/>
                </a:cubicBezTo>
                <a:cubicBezTo>
                  <a:pt x="287847" y="286"/>
                  <a:pt x="181453" y="0"/>
                  <a:pt x="75059" y="191"/>
                </a:cubicBezTo>
                <a:cubicBezTo>
                  <a:pt x="67248" y="191"/>
                  <a:pt x="59343" y="762"/>
                  <a:pt x="51913" y="3715"/>
                </a:cubicBezTo>
                <a:cubicBezTo>
                  <a:pt x="23910" y="15145"/>
                  <a:pt x="6860" y="35624"/>
                  <a:pt x="1240" y="65342"/>
                </a:cubicBezTo>
                <a:cubicBezTo>
                  <a:pt x="-665" y="75533"/>
                  <a:pt x="192" y="85916"/>
                  <a:pt x="192" y="96203"/>
                </a:cubicBezTo>
                <a:cubicBezTo>
                  <a:pt x="192" y="260985"/>
                  <a:pt x="192" y="425672"/>
                  <a:pt x="192" y="590455"/>
                </a:cubicBezTo>
                <a:cubicBezTo>
                  <a:pt x="192" y="608838"/>
                  <a:pt x="6384" y="617125"/>
                  <a:pt x="22671" y="621030"/>
                </a:cubicBezTo>
                <a:lnTo>
                  <a:pt x="32387" y="621030"/>
                </a:lnTo>
                <a:cubicBezTo>
                  <a:pt x="37626" y="620268"/>
                  <a:pt x="42483" y="618744"/>
                  <a:pt x="46674" y="615315"/>
                </a:cubicBezTo>
                <a:cubicBezTo>
                  <a:pt x="51437" y="611315"/>
                  <a:pt x="56771" y="607981"/>
                  <a:pt x="61819" y="604171"/>
                </a:cubicBezTo>
                <a:cubicBezTo>
                  <a:pt x="117064" y="562737"/>
                  <a:pt x="172214" y="521399"/>
                  <a:pt x="227364" y="479965"/>
                </a:cubicBezTo>
                <a:cubicBezTo>
                  <a:pt x="232380" y="476155"/>
                  <a:pt x="237333" y="476091"/>
                  <a:pt x="242223" y="479774"/>
                </a:cubicBezTo>
                <a:cubicBezTo>
                  <a:pt x="301754" y="524447"/>
                  <a:pt x="361380" y="569119"/>
                  <a:pt x="420912" y="613791"/>
                </a:cubicBezTo>
                <a:cubicBezTo>
                  <a:pt x="425484" y="617220"/>
                  <a:pt x="430151" y="620078"/>
                  <a:pt x="435866" y="621030"/>
                </a:cubicBezTo>
                <a:lnTo>
                  <a:pt x="445581" y="621030"/>
                </a:lnTo>
                <a:cubicBezTo>
                  <a:pt x="462155" y="617792"/>
                  <a:pt x="469108" y="609410"/>
                  <a:pt x="469299" y="592265"/>
                </a:cubicBezTo>
                <a:cubicBezTo>
                  <a:pt x="469299" y="591027"/>
                  <a:pt x="469299" y="589884"/>
                  <a:pt x="469299" y="588645"/>
                </a:cubicBezTo>
                <a:cubicBezTo>
                  <a:pt x="469299" y="419100"/>
                  <a:pt x="469299" y="249460"/>
                  <a:pt x="469299" y="79915"/>
                </a:cubicBezTo>
                <a:cubicBezTo>
                  <a:pt x="469299" y="74009"/>
                  <a:pt x="468822" y="68199"/>
                  <a:pt x="467679" y="62484"/>
                </a:cubicBezTo>
                <a:close/>
                <a:moveTo>
                  <a:pt x="415292" y="543211"/>
                </a:moveTo>
                <a:cubicBezTo>
                  <a:pt x="382716" y="518732"/>
                  <a:pt x="351093" y="495015"/>
                  <a:pt x="319470" y="471297"/>
                </a:cubicBezTo>
                <a:cubicBezTo>
                  <a:pt x="297372" y="454724"/>
                  <a:pt x="275274" y="438055"/>
                  <a:pt x="253176" y="421577"/>
                </a:cubicBezTo>
                <a:cubicBezTo>
                  <a:pt x="239937" y="411671"/>
                  <a:pt x="229459" y="411766"/>
                  <a:pt x="216315" y="421577"/>
                </a:cubicBezTo>
                <a:cubicBezTo>
                  <a:pt x="164022" y="460820"/>
                  <a:pt x="111730" y="500063"/>
                  <a:pt x="59438" y="539211"/>
                </a:cubicBezTo>
                <a:cubicBezTo>
                  <a:pt x="58009" y="540258"/>
                  <a:pt x="56580" y="541306"/>
                  <a:pt x="55152" y="542354"/>
                </a:cubicBezTo>
                <a:cubicBezTo>
                  <a:pt x="53151" y="541116"/>
                  <a:pt x="54009" y="539306"/>
                  <a:pt x="54009" y="537877"/>
                </a:cubicBezTo>
                <a:cubicBezTo>
                  <a:pt x="54009" y="385191"/>
                  <a:pt x="54009" y="232601"/>
                  <a:pt x="54009" y="79915"/>
                </a:cubicBezTo>
                <a:cubicBezTo>
                  <a:pt x="54009" y="62770"/>
                  <a:pt x="64391" y="52388"/>
                  <a:pt x="81536" y="52388"/>
                </a:cubicBezTo>
                <a:cubicBezTo>
                  <a:pt x="183739" y="52388"/>
                  <a:pt x="285847" y="52388"/>
                  <a:pt x="388050" y="52388"/>
                </a:cubicBezTo>
                <a:cubicBezTo>
                  <a:pt x="405195" y="52388"/>
                  <a:pt x="415578" y="62770"/>
                  <a:pt x="415578" y="79915"/>
                </a:cubicBezTo>
                <a:cubicBezTo>
                  <a:pt x="415578" y="232601"/>
                  <a:pt x="415578" y="385191"/>
                  <a:pt x="415578" y="537877"/>
                </a:cubicBezTo>
                <a:cubicBezTo>
                  <a:pt x="415578" y="539211"/>
                  <a:pt x="415482" y="540544"/>
                  <a:pt x="415387" y="543020"/>
                </a:cubicBezTo>
                <a:close/>
              </a:path>
            </a:pathLst>
          </a:custGeom>
          <a:solidFill>
            <a:srgbClr val="1ED760"/>
          </a:solidFill>
          <a:ln w="9525" cap="flat">
            <a:noFill/>
            <a:prstDash val="solid"/>
            <a:miter/>
          </a:ln>
        </p:spPr>
        <p:txBody>
          <a:bodyPr rtlCol="0" anchor="ctr"/>
          <a:lstStyle/>
          <a:p>
            <a:endParaRPr lang="en-IN"/>
          </a:p>
        </p:txBody>
      </p:sp>
      <p:sp>
        <p:nvSpPr>
          <p:cNvPr id="56" name="TextBox 55">
            <a:hlinkClick r:id="rId8" action="ppaction://hlinksldjump"/>
            <a:extLst>
              <a:ext uri="{FF2B5EF4-FFF2-40B4-BE49-F238E27FC236}">
                <a16:creationId xmlns:a16="http://schemas.microsoft.com/office/drawing/2014/main" id="{B03531C3-598A-8CEE-0AB2-8B0AAE1CC5FF}"/>
              </a:ext>
            </a:extLst>
          </p:cNvPr>
          <p:cNvSpPr txBox="1"/>
          <p:nvPr/>
        </p:nvSpPr>
        <p:spPr>
          <a:xfrm>
            <a:off x="855049" y="3230262"/>
            <a:ext cx="1749325" cy="276999"/>
          </a:xfrm>
          <a:prstGeom prst="rect">
            <a:avLst/>
          </a:prstGeom>
          <a:noFill/>
        </p:spPr>
        <p:txBody>
          <a:bodyPr wrap="none" rtlCol="0">
            <a:spAutoFit/>
          </a:bodyPr>
          <a:lstStyle/>
          <a:p>
            <a:r>
              <a:rPr lang="en-IN" sz="1200" dirty="0" smtClean="0">
                <a:solidFill>
                  <a:srgbClr val="B4B5B2"/>
                </a:solidFill>
                <a:latin typeface="Poppins Medium" panose="00000600000000000000" pitchFamily="50" charset="0"/>
                <a:cs typeface="Poppins Medium" panose="00000600000000000000" pitchFamily="50" charset="0"/>
              </a:rPr>
              <a:t>Phát Triển Tương Lai</a:t>
            </a:r>
            <a:endParaRPr lang="en-IN" sz="1200" dirty="0">
              <a:solidFill>
                <a:srgbClr val="B4B5B2"/>
              </a:solidFill>
              <a:latin typeface="Poppins Medium" panose="00000600000000000000" pitchFamily="50" charset="0"/>
              <a:cs typeface="Poppins Medium" panose="00000600000000000000" pitchFamily="50" charset="0"/>
            </a:endParaRPr>
          </a:p>
        </p:txBody>
      </p:sp>
      <p:sp>
        <p:nvSpPr>
          <p:cNvPr id="57" name="Freeform: Shape 56">
            <a:hlinkClick r:id="rId8" action="ppaction://hlinksldjump"/>
            <a:extLst>
              <a:ext uri="{FF2B5EF4-FFF2-40B4-BE49-F238E27FC236}">
                <a16:creationId xmlns:a16="http://schemas.microsoft.com/office/drawing/2014/main" id="{C3C9EC54-BEC2-E331-6922-52CB4EC59A66}"/>
              </a:ext>
            </a:extLst>
          </p:cNvPr>
          <p:cNvSpPr/>
          <p:nvPr/>
        </p:nvSpPr>
        <p:spPr>
          <a:xfrm>
            <a:off x="441383" y="3266311"/>
            <a:ext cx="174926" cy="205826"/>
          </a:xfrm>
          <a:custGeom>
            <a:avLst/>
            <a:gdLst>
              <a:gd name="connsiteX0" fmla="*/ 250564 w 254310"/>
              <a:gd name="connsiteY0" fmla="*/ 139515 h 299233"/>
              <a:gd name="connsiteX1" fmla="*/ 215595 w 254310"/>
              <a:gd name="connsiteY1" fmla="*/ 93041 h 299233"/>
              <a:gd name="connsiteX2" fmla="*/ 215466 w 254310"/>
              <a:gd name="connsiteY2" fmla="*/ 86609 h 299233"/>
              <a:gd name="connsiteX3" fmla="*/ 250434 w 254310"/>
              <a:gd name="connsiteY3" fmla="*/ 40135 h 299233"/>
              <a:gd name="connsiteX4" fmla="*/ 254190 w 254310"/>
              <a:gd name="connsiteY4" fmla="*/ 31631 h 299233"/>
              <a:gd name="connsiteX5" fmla="*/ 238001 w 254310"/>
              <a:gd name="connsiteY5" fmla="*/ 14924 h 299233"/>
              <a:gd name="connsiteX6" fmla="*/ 63353 w 254310"/>
              <a:gd name="connsiteY6" fmla="*/ 14967 h 299233"/>
              <a:gd name="connsiteX7" fmla="*/ 59360 w 254310"/>
              <a:gd name="connsiteY7" fmla="*/ 11923 h 299233"/>
              <a:gd name="connsiteX8" fmla="*/ 45999 w 254310"/>
              <a:gd name="connsiteY8" fmla="*/ 30 h 299233"/>
              <a:gd name="connsiteX9" fmla="*/ 30716 w 254310"/>
              <a:gd name="connsiteY9" fmla="*/ 9916 h 299233"/>
              <a:gd name="connsiteX10" fmla="*/ 29788 w 254310"/>
              <a:gd name="connsiteY10" fmla="*/ 17169 h 299233"/>
              <a:gd name="connsiteX11" fmla="*/ 29788 w 254310"/>
              <a:gd name="connsiteY11" fmla="*/ 140615 h 299233"/>
              <a:gd name="connsiteX12" fmla="*/ 29788 w 254310"/>
              <a:gd name="connsiteY12" fmla="*/ 156049 h 299233"/>
              <a:gd name="connsiteX13" fmla="*/ 29853 w 254310"/>
              <a:gd name="connsiteY13" fmla="*/ 265811 h 299233"/>
              <a:gd name="connsiteX14" fmla="*/ 26205 w 254310"/>
              <a:gd name="connsiteY14" fmla="*/ 269437 h 299233"/>
              <a:gd name="connsiteX15" fmla="*/ 14290 w 254310"/>
              <a:gd name="connsiteY15" fmla="*/ 269437 h 299233"/>
              <a:gd name="connsiteX16" fmla="*/ 0 w 254310"/>
              <a:gd name="connsiteY16" fmla="*/ 284180 h 299233"/>
              <a:gd name="connsiteX17" fmla="*/ 14052 w 254310"/>
              <a:gd name="connsiteY17" fmla="*/ 299095 h 299233"/>
              <a:gd name="connsiteX18" fmla="*/ 75420 w 254310"/>
              <a:gd name="connsiteY18" fmla="*/ 299095 h 299233"/>
              <a:gd name="connsiteX19" fmla="*/ 89752 w 254310"/>
              <a:gd name="connsiteY19" fmla="*/ 284331 h 299233"/>
              <a:gd name="connsiteX20" fmla="*/ 75182 w 254310"/>
              <a:gd name="connsiteY20" fmla="*/ 269415 h 299233"/>
              <a:gd name="connsiteX21" fmla="*/ 63267 w 254310"/>
              <a:gd name="connsiteY21" fmla="*/ 269437 h 299233"/>
              <a:gd name="connsiteX22" fmla="*/ 59706 w 254310"/>
              <a:gd name="connsiteY22" fmla="*/ 265746 h 299233"/>
              <a:gd name="connsiteX23" fmla="*/ 59706 w 254310"/>
              <a:gd name="connsiteY23" fmla="*/ 168245 h 299233"/>
              <a:gd name="connsiteX24" fmla="*/ 63440 w 254310"/>
              <a:gd name="connsiteY24" fmla="*/ 164381 h 299233"/>
              <a:gd name="connsiteX25" fmla="*/ 235994 w 254310"/>
              <a:gd name="connsiteY25" fmla="*/ 164467 h 299233"/>
              <a:gd name="connsiteX26" fmla="*/ 240548 w 254310"/>
              <a:gd name="connsiteY26" fmla="*/ 164381 h 299233"/>
              <a:gd name="connsiteX27" fmla="*/ 250823 w 254310"/>
              <a:gd name="connsiteY27" fmla="*/ 159092 h 299233"/>
              <a:gd name="connsiteX28" fmla="*/ 250542 w 254310"/>
              <a:gd name="connsiteY28" fmla="*/ 139471 h 299233"/>
              <a:gd name="connsiteX29" fmla="*/ 228374 w 254310"/>
              <a:gd name="connsiteY29" fmla="*/ 147091 h 299233"/>
              <a:gd name="connsiteX30" fmla="*/ 69311 w 254310"/>
              <a:gd name="connsiteY30" fmla="*/ 147091 h 299233"/>
              <a:gd name="connsiteX31" fmla="*/ 59749 w 254310"/>
              <a:gd name="connsiteY31" fmla="*/ 138349 h 299233"/>
              <a:gd name="connsiteX32" fmla="*/ 59749 w 254310"/>
              <a:gd name="connsiteY32" fmla="*/ 40999 h 299233"/>
              <a:gd name="connsiteX33" fmla="*/ 69311 w 254310"/>
              <a:gd name="connsiteY33" fmla="*/ 32257 h 299233"/>
              <a:gd name="connsiteX34" fmla="*/ 228374 w 254310"/>
              <a:gd name="connsiteY34" fmla="*/ 32257 h 299233"/>
              <a:gd name="connsiteX35" fmla="*/ 230166 w 254310"/>
              <a:gd name="connsiteY35" fmla="*/ 32321 h 299233"/>
              <a:gd name="connsiteX36" fmla="*/ 205191 w 254310"/>
              <a:gd name="connsiteY36" fmla="*/ 62757 h 299233"/>
              <a:gd name="connsiteX37" fmla="*/ 187901 w 254310"/>
              <a:gd name="connsiteY37" fmla="*/ 83824 h 299233"/>
              <a:gd name="connsiteX38" fmla="*/ 187901 w 254310"/>
              <a:gd name="connsiteY38" fmla="*/ 95524 h 299233"/>
              <a:gd name="connsiteX39" fmla="*/ 228763 w 254310"/>
              <a:gd name="connsiteY39" fmla="*/ 145343 h 299233"/>
              <a:gd name="connsiteX40" fmla="*/ 229842 w 254310"/>
              <a:gd name="connsiteY40" fmla="*/ 146702 h 299233"/>
              <a:gd name="connsiteX41" fmla="*/ 228309 w 254310"/>
              <a:gd name="connsiteY41" fmla="*/ 147069 h 299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4310" h="299233">
                <a:moveTo>
                  <a:pt x="250564" y="139515"/>
                </a:moveTo>
                <a:cubicBezTo>
                  <a:pt x="238951" y="123995"/>
                  <a:pt x="227338" y="108453"/>
                  <a:pt x="215595" y="93041"/>
                </a:cubicBezTo>
                <a:cubicBezTo>
                  <a:pt x="213782" y="90667"/>
                  <a:pt x="213458" y="89221"/>
                  <a:pt x="215466" y="86609"/>
                </a:cubicBezTo>
                <a:cubicBezTo>
                  <a:pt x="227273" y="71218"/>
                  <a:pt x="238800" y="55655"/>
                  <a:pt x="250434" y="40135"/>
                </a:cubicBezTo>
                <a:cubicBezTo>
                  <a:pt x="252355" y="37588"/>
                  <a:pt x="253910" y="34890"/>
                  <a:pt x="254190" y="31631"/>
                </a:cubicBezTo>
                <a:cubicBezTo>
                  <a:pt x="255054" y="21896"/>
                  <a:pt x="248341" y="14924"/>
                  <a:pt x="238001" y="14924"/>
                </a:cubicBezTo>
                <a:cubicBezTo>
                  <a:pt x="179785" y="14924"/>
                  <a:pt x="121569" y="14924"/>
                  <a:pt x="63353" y="14967"/>
                </a:cubicBezTo>
                <a:cubicBezTo>
                  <a:pt x="61001" y="14967"/>
                  <a:pt x="59835" y="14773"/>
                  <a:pt x="59360" y="11923"/>
                </a:cubicBezTo>
                <a:cubicBezTo>
                  <a:pt x="58173" y="5102"/>
                  <a:pt x="52539" y="418"/>
                  <a:pt x="45999" y="30"/>
                </a:cubicBezTo>
                <a:cubicBezTo>
                  <a:pt x="38962" y="-380"/>
                  <a:pt x="32983" y="3483"/>
                  <a:pt x="30716" y="9916"/>
                </a:cubicBezTo>
                <a:cubicBezTo>
                  <a:pt x="29896" y="12269"/>
                  <a:pt x="29788" y="14708"/>
                  <a:pt x="29788" y="17169"/>
                </a:cubicBezTo>
                <a:cubicBezTo>
                  <a:pt x="29788" y="58310"/>
                  <a:pt x="29788" y="99474"/>
                  <a:pt x="29788" y="140615"/>
                </a:cubicBezTo>
                <a:lnTo>
                  <a:pt x="29788" y="156049"/>
                </a:lnTo>
                <a:cubicBezTo>
                  <a:pt x="29788" y="192636"/>
                  <a:pt x="29745" y="229223"/>
                  <a:pt x="29853" y="265811"/>
                </a:cubicBezTo>
                <a:cubicBezTo>
                  <a:pt x="29853" y="268725"/>
                  <a:pt x="29141" y="269631"/>
                  <a:pt x="26205" y="269437"/>
                </a:cubicBezTo>
                <a:cubicBezTo>
                  <a:pt x="22255" y="269178"/>
                  <a:pt x="18262" y="269286"/>
                  <a:pt x="14290" y="269437"/>
                </a:cubicBezTo>
                <a:cubicBezTo>
                  <a:pt x="6152" y="269761"/>
                  <a:pt x="43" y="276129"/>
                  <a:pt x="0" y="284180"/>
                </a:cubicBezTo>
                <a:cubicBezTo>
                  <a:pt x="-43" y="292274"/>
                  <a:pt x="5979" y="299031"/>
                  <a:pt x="14052" y="299095"/>
                </a:cubicBezTo>
                <a:cubicBezTo>
                  <a:pt x="34515" y="299290"/>
                  <a:pt x="54957" y="299268"/>
                  <a:pt x="75420" y="299095"/>
                </a:cubicBezTo>
                <a:cubicBezTo>
                  <a:pt x="83493" y="299031"/>
                  <a:pt x="89709" y="292318"/>
                  <a:pt x="89752" y="284331"/>
                </a:cubicBezTo>
                <a:cubicBezTo>
                  <a:pt x="89796" y="276258"/>
                  <a:pt x="83449" y="269696"/>
                  <a:pt x="75182" y="269415"/>
                </a:cubicBezTo>
                <a:cubicBezTo>
                  <a:pt x="71211" y="269286"/>
                  <a:pt x="67217" y="269156"/>
                  <a:pt x="63267" y="269437"/>
                </a:cubicBezTo>
                <a:cubicBezTo>
                  <a:pt x="60202" y="269674"/>
                  <a:pt x="59706" y="268552"/>
                  <a:pt x="59706" y="265746"/>
                </a:cubicBezTo>
                <a:cubicBezTo>
                  <a:pt x="59813" y="233238"/>
                  <a:pt x="59813" y="200752"/>
                  <a:pt x="59706" y="168245"/>
                </a:cubicBezTo>
                <a:cubicBezTo>
                  <a:pt x="59706" y="165266"/>
                  <a:pt x="60245" y="164381"/>
                  <a:pt x="63440" y="164381"/>
                </a:cubicBezTo>
                <a:cubicBezTo>
                  <a:pt x="120965" y="164489"/>
                  <a:pt x="178469" y="164467"/>
                  <a:pt x="235994" y="164467"/>
                </a:cubicBezTo>
                <a:cubicBezTo>
                  <a:pt x="237505" y="164467"/>
                  <a:pt x="239037" y="164467"/>
                  <a:pt x="240548" y="164381"/>
                </a:cubicBezTo>
                <a:cubicBezTo>
                  <a:pt x="244736" y="164143"/>
                  <a:pt x="248146" y="162309"/>
                  <a:pt x="250823" y="159092"/>
                </a:cubicBezTo>
                <a:cubicBezTo>
                  <a:pt x="255550" y="153394"/>
                  <a:pt x="255485" y="146076"/>
                  <a:pt x="250542" y="139471"/>
                </a:cubicBezTo>
                <a:close/>
                <a:moveTo>
                  <a:pt x="228374" y="147091"/>
                </a:moveTo>
                <a:cubicBezTo>
                  <a:pt x="175360" y="147091"/>
                  <a:pt x="122325" y="147091"/>
                  <a:pt x="69311" y="147091"/>
                </a:cubicBezTo>
                <a:cubicBezTo>
                  <a:pt x="63375" y="147091"/>
                  <a:pt x="59770" y="143788"/>
                  <a:pt x="59749" y="138349"/>
                </a:cubicBezTo>
                <a:cubicBezTo>
                  <a:pt x="59749" y="105906"/>
                  <a:pt x="59749" y="73463"/>
                  <a:pt x="59749" y="40999"/>
                </a:cubicBezTo>
                <a:cubicBezTo>
                  <a:pt x="59749" y="35559"/>
                  <a:pt x="63353" y="32257"/>
                  <a:pt x="69311" y="32257"/>
                </a:cubicBezTo>
                <a:cubicBezTo>
                  <a:pt x="122325" y="32257"/>
                  <a:pt x="175360" y="32257"/>
                  <a:pt x="228374" y="32257"/>
                </a:cubicBezTo>
                <a:cubicBezTo>
                  <a:pt x="228849" y="32257"/>
                  <a:pt x="229302" y="32300"/>
                  <a:pt x="230166" y="32321"/>
                </a:cubicBezTo>
                <a:cubicBezTo>
                  <a:pt x="221661" y="42682"/>
                  <a:pt x="213437" y="52720"/>
                  <a:pt x="205191" y="62757"/>
                </a:cubicBezTo>
                <a:cubicBezTo>
                  <a:pt x="199428" y="69772"/>
                  <a:pt x="193665" y="76787"/>
                  <a:pt x="187901" y="83824"/>
                </a:cubicBezTo>
                <a:cubicBezTo>
                  <a:pt x="184469" y="88012"/>
                  <a:pt x="184491" y="91358"/>
                  <a:pt x="187901" y="95524"/>
                </a:cubicBezTo>
                <a:cubicBezTo>
                  <a:pt x="201522" y="112123"/>
                  <a:pt x="215142" y="128722"/>
                  <a:pt x="228763" y="145343"/>
                </a:cubicBezTo>
                <a:cubicBezTo>
                  <a:pt x="229130" y="145796"/>
                  <a:pt x="229496" y="146249"/>
                  <a:pt x="229842" y="146702"/>
                </a:cubicBezTo>
                <a:cubicBezTo>
                  <a:pt x="229410" y="147350"/>
                  <a:pt x="228806" y="147069"/>
                  <a:pt x="228309" y="147069"/>
                </a:cubicBezTo>
                <a:close/>
              </a:path>
            </a:pathLst>
          </a:custGeom>
          <a:solidFill>
            <a:srgbClr val="B4B5B2"/>
          </a:solidFill>
          <a:ln w="2099" cap="flat">
            <a:noFill/>
            <a:prstDash val="solid"/>
            <a:miter/>
          </a:ln>
        </p:spPr>
        <p:txBody>
          <a:bodyPr rtlCol="0" anchor="ctr"/>
          <a:lstStyle/>
          <a:p>
            <a:endParaRPr lang="en-IN"/>
          </a:p>
        </p:txBody>
      </p:sp>
      <p:grpSp>
        <p:nvGrpSpPr>
          <p:cNvPr id="7" name="Group 6">
            <a:extLst>
              <a:ext uri="{FF2B5EF4-FFF2-40B4-BE49-F238E27FC236}">
                <a16:creationId xmlns:a16="http://schemas.microsoft.com/office/drawing/2014/main" id="{43E34699-0E70-A7E6-2486-2B30BE804770}"/>
              </a:ext>
            </a:extLst>
          </p:cNvPr>
          <p:cNvGrpSpPr/>
          <p:nvPr/>
        </p:nvGrpSpPr>
        <p:grpSpPr>
          <a:xfrm>
            <a:off x="3258053" y="292100"/>
            <a:ext cx="297947" cy="297947"/>
            <a:chOff x="8892506" y="664914"/>
            <a:chExt cx="209401" cy="209401"/>
          </a:xfrm>
        </p:grpSpPr>
        <p:sp>
          <p:nvSpPr>
            <p:cNvPr id="9" name="Oval 8">
              <a:hlinkClick r:id="" action="ppaction://hlinkshowjump?jump=previousslide"/>
              <a:extLst>
                <a:ext uri="{FF2B5EF4-FFF2-40B4-BE49-F238E27FC236}">
                  <a16:creationId xmlns:a16="http://schemas.microsoft.com/office/drawing/2014/main" id="{216EA037-44E9-8803-2C22-FB4BE4803835}"/>
                </a:ext>
              </a:extLst>
            </p:cNvPr>
            <p:cNvSpPr/>
            <p:nvPr/>
          </p:nvSpPr>
          <p:spPr>
            <a:xfrm>
              <a:off x="8892506" y="664914"/>
              <a:ext cx="209401" cy="209401"/>
            </a:xfrm>
            <a:prstGeom prst="ellipse">
              <a:avLst/>
            </a:prstGeom>
            <a:solidFill>
              <a:srgbClr val="0A07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Graphic 63" descr="Caret Left with solid fill">
              <a:hlinkClick r:id="" action="ppaction://hlinkshowjump?jump=previousslide"/>
              <a:extLst>
                <a:ext uri="{FF2B5EF4-FFF2-40B4-BE49-F238E27FC236}">
                  <a16:creationId xmlns:a16="http://schemas.microsoft.com/office/drawing/2014/main" id="{9535D36F-63A6-78B9-EE09-98917FF6DABB}"/>
                </a:ext>
              </a:extLst>
            </p:cNvPr>
            <p:cNvSpPr/>
            <p:nvPr/>
          </p:nvSpPr>
          <p:spPr>
            <a:xfrm>
              <a:off x="8960350" y="717942"/>
              <a:ext cx="59427" cy="103344"/>
            </a:xfrm>
            <a:custGeom>
              <a:avLst/>
              <a:gdLst>
                <a:gd name="connsiteX0" fmla="*/ 269081 w 309505"/>
                <a:gd name="connsiteY0" fmla="*/ 538229 h 538229"/>
                <a:gd name="connsiteX1" fmla="*/ 0 w 309505"/>
                <a:gd name="connsiteY1" fmla="*/ 269091 h 538229"/>
                <a:gd name="connsiteX2" fmla="*/ 269081 w 309505"/>
                <a:gd name="connsiteY2" fmla="*/ 0 h 538229"/>
                <a:gd name="connsiteX3" fmla="*/ 309496 w 309505"/>
                <a:gd name="connsiteY3" fmla="*/ 40405 h 538229"/>
                <a:gd name="connsiteX4" fmla="*/ 80810 w 309505"/>
                <a:gd name="connsiteY4" fmla="*/ 269091 h 538229"/>
                <a:gd name="connsiteX5" fmla="*/ 309505 w 309505"/>
                <a:gd name="connsiteY5" fmla="*/ 497824 h 538229"/>
                <a:gd name="connsiteX6" fmla="*/ 269081 w 309505"/>
                <a:gd name="connsiteY6" fmla="*/ 538229 h 53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505" h="538229">
                  <a:moveTo>
                    <a:pt x="269081" y="538229"/>
                  </a:moveTo>
                  <a:lnTo>
                    <a:pt x="0" y="269091"/>
                  </a:lnTo>
                  <a:lnTo>
                    <a:pt x="269081" y="0"/>
                  </a:lnTo>
                  <a:lnTo>
                    <a:pt x="309496" y="40405"/>
                  </a:lnTo>
                  <a:lnTo>
                    <a:pt x="80810" y="269091"/>
                  </a:lnTo>
                  <a:lnTo>
                    <a:pt x="309505" y="497824"/>
                  </a:lnTo>
                  <a:lnTo>
                    <a:pt x="269081" y="538229"/>
                  </a:lnTo>
                  <a:close/>
                </a:path>
              </a:pathLst>
            </a:custGeom>
            <a:solidFill>
              <a:schemeClr val="bg1"/>
            </a:solidFill>
            <a:ln w="9525" cap="flat">
              <a:noFill/>
              <a:prstDash val="solid"/>
              <a:miter/>
            </a:ln>
          </p:spPr>
          <p:txBody>
            <a:bodyPr rtlCol="0" anchor="ctr"/>
            <a:lstStyle/>
            <a:p>
              <a:endParaRPr lang="en-IN"/>
            </a:p>
          </p:txBody>
        </p:sp>
      </p:grpSp>
      <p:grpSp>
        <p:nvGrpSpPr>
          <p:cNvPr id="13" name="Group 12">
            <a:extLst>
              <a:ext uri="{FF2B5EF4-FFF2-40B4-BE49-F238E27FC236}">
                <a16:creationId xmlns:a16="http://schemas.microsoft.com/office/drawing/2014/main" id="{ABC4D594-9E9F-1943-9613-AC194EDED275}"/>
              </a:ext>
            </a:extLst>
          </p:cNvPr>
          <p:cNvGrpSpPr/>
          <p:nvPr/>
        </p:nvGrpSpPr>
        <p:grpSpPr>
          <a:xfrm flipH="1">
            <a:off x="3665943" y="292100"/>
            <a:ext cx="297947" cy="297947"/>
            <a:chOff x="8892506" y="664914"/>
            <a:chExt cx="209401" cy="209401"/>
          </a:xfrm>
        </p:grpSpPr>
        <p:sp>
          <p:nvSpPr>
            <p:cNvPr id="16" name="Oval 15">
              <a:hlinkClick r:id="" action="ppaction://hlinkshowjump?jump=nextslide"/>
              <a:extLst>
                <a:ext uri="{FF2B5EF4-FFF2-40B4-BE49-F238E27FC236}">
                  <a16:creationId xmlns:a16="http://schemas.microsoft.com/office/drawing/2014/main" id="{46DD6830-AD3A-7B82-FF35-7ECF72F81C5A}"/>
                </a:ext>
              </a:extLst>
            </p:cNvPr>
            <p:cNvSpPr/>
            <p:nvPr/>
          </p:nvSpPr>
          <p:spPr>
            <a:xfrm>
              <a:off x="8892506" y="664914"/>
              <a:ext cx="209401" cy="209401"/>
            </a:xfrm>
            <a:prstGeom prst="ellipse">
              <a:avLst/>
            </a:prstGeom>
            <a:solidFill>
              <a:srgbClr val="120D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Graphic 63" descr="Caret Left with solid fill">
              <a:hlinkClick r:id="" action="ppaction://hlinkshowjump?jump=nextslide"/>
              <a:extLst>
                <a:ext uri="{FF2B5EF4-FFF2-40B4-BE49-F238E27FC236}">
                  <a16:creationId xmlns:a16="http://schemas.microsoft.com/office/drawing/2014/main" id="{E660E774-EC98-9A05-AF92-109C9A2EE2DC}"/>
                </a:ext>
              </a:extLst>
            </p:cNvPr>
            <p:cNvSpPr/>
            <p:nvPr/>
          </p:nvSpPr>
          <p:spPr>
            <a:xfrm>
              <a:off x="8960350" y="717942"/>
              <a:ext cx="59427" cy="103344"/>
            </a:xfrm>
            <a:custGeom>
              <a:avLst/>
              <a:gdLst>
                <a:gd name="connsiteX0" fmla="*/ 269081 w 309505"/>
                <a:gd name="connsiteY0" fmla="*/ 538229 h 538229"/>
                <a:gd name="connsiteX1" fmla="*/ 0 w 309505"/>
                <a:gd name="connsiteY1" fmla="*/ 269091 h 538229"/>
                <a:gd name="connsiteX2" fmla="*/ 269081 w 309505"/>
                <a:gd name="connsiteY2" fmla="*/ 0 h 538229"/>
                <a:gd name="connsiteX3" fmla="*/ 309496 w 309505"/>
                <a:gd name="connsiteY3" fmla="*/ 40405 h 538229"/>
                <a:gd name="connsiteX4" fmla="*/ 80810 w 309505"/>
                <a:gd name="connsiteY4" fmla="*/ 269091 h 538229"/>
                <a:gd name="connsiteX5" fmla="*/ 309505 w 309505"/>
                <a:gd name="connsiteY5" fmla="*/ 497824 h 538229"/>
                <a:gd name="connsiteX6" fmla="*/ 269081 w 309505"/>
                <a:gd name="connsiteY6" fmla="*/ 538229 h 53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505" h="538229">
                  <a:moveTo>
                    <a:pt x="269081" y="538229"/>
                  </a:moveTo>
                  <a:lnTo>
                    <a:pt x="0" y="269091"/>
                  </a:lnTo>
                  <a:lnTo>
                    <a:pt x="269081" y="0"/>
                  </a:lnTo>
                  <a:lnTo>
                    <a:pt x="309496" y="40405"/>
                  </a:lnTo>
                  <a:lnTo>
                    <a:pt x="80810" y="269091"/>
                  </a:lnTo>
                  <a:lnTo>
                    <a:pt x="309505" y="497824"/>
                  </a:lnTo>
                  <a:lnTo>
                    <a:pt x="269081" y="538229"/>
                  </a:lnTo>
                  <a:close/>
                </a:path>
              </a:pathLst>
            </a:custGeom>
            <a:solidFill>
              <a:srgbClr val="B4B5B2"/>
            </a:solidFill>
            <a:ln w="9525" cap="flat">
              <a:noFill/>
              <a:prstDash val="solid"/>
              <a:miter/>
            </a:ln>
          </p:spPr>
          <p:txBody>
            <a:bodyPr rtlCol="0" anchor="ctr"/>
            <a:lstStyle/>
            <a:p>
              <a:endParaRPr lang="en-IN"/>
            </a:p>
          </p:txBody>
        </p:sp>
      </p:grpSp>
      <p:sp>
        <p:nvSpPr>
          <p:cNvPr id="27" name="Rectangle 26"/>
          <p:cNvSpPr/>
          <p:nvPr/>
        </p:nvSpPr>
        <p:spPr>
          <a:xfrm>
            <a:off x="7747462" y="1764517"/>
            <a:ext cx="83127" cy="3981314"/>
          </a:xfrm>
          <a:prstGeom prst="rect">
            <a:avLst/>
          </a:prstGeom>
          <a:solidFill>
            <a:srgbClr val="1ED760"/>
          </a:solidFill>
          <a:ln>
            <a:solidFill>
              <a:srgbClr val="1ED760"/>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8" name="Rectangle 27"/>
          <p:cNvSpPr/>
          <p:nvPr/>
        </p:nvSpPr>
        <p:spPr>
          <a:xfrm>
            <a:off x="3199906" y="1705622"/>
            <a:ext cx="4311448" cy="3693319"/>
          </a:xfrm>
          <a:prstGeom prst="rect">
            <a:avLst/>
          </a:prstGeom>
        </p:spPr>
        <p:txBody>
          <a:bodyPr wrap="square">
            <a:spAutoFit/>
          </a:bodyPr>
          <a:lstStyle/>
          <a:p>
            <a:r>
              <a:rPr lang="en-IN" b="1" dirty="0" smtClean="0">
                <a:solidFill>
                  <a:srgbClr val="B4B5B2"/>
                </a:solidFill>
                <a:latin typeface="Microsoft PhagsPa" panose="020B0502040204020203" pitchFamily="34" charset="0"/>
                <a:cs typeface="Poppins Medium" panose="00000600000000000000" pitchFamily="50" charset="0"/>
              </a:rPr>
              <a:t>                         Điểm Mạnh</a:t>
            </a:r>
          </a:p>
          <a:p>
            <a:endParaRPr lang="en-IN" b="1" dirty="0" smtClean="0">
              <a:solidFill>
                <a:srgbClr val="B4B5B2"/>
              </a:solidFill>
              <a:latin typeface="Microsoft PhagsPa" panose="020B0502040204020203" pitchFamily="34" charset="0"/>
              <a:cs typeface="Poppins Medium" panose="00000600000000000000" pitchFamily="50" charset="0"/>
            </a:endParaRPr>
          </a:p>
          <a:p>
            <a:pPr marL="285750" indent="-285750">
              <a:buFont typeface="Arial" panose="020B0604020202020204" pitchFamily="34" charset="0"/>
              <a:buChar char="•"/>
            </a:pPr>
            <a:r>
              <a:rPr lang="en-IN" b="1" dirty="0" smtClean="0">
                <a:solidFill>
                  <a:srgbClr val="B4B5B2"/>
                </a:solidFill>
                <a:latin typeface="Microsoft PhagsPa" panose="020B0502040204020203" pitchFamily="34" charset="0"/>
                <a:cs typeface="Poppins Medium" panose="00000600000000000000" pitchFamily="50" charset="0"/>
              </a:rPr>
              <a:t>Giao diện thân thiện, dễ nhìn</a:t>
            </a:r>
          </a:p>
          <a:p>
            <a:pPr marL="285750" indent="-285750">
              <a:buFont typeface="Arial" panose="020B0604020202020204" pitchFamily="34" charset="0"/>
              <a:buChar char="•"/>
            </a:pPr>
            <a:endParaRPr lang="en-IN" b="1" dirty="0">
              <a:solidFill>
                <a:srgbClr val="B4B5B2"/>
              </a:solidFill>
              <a:latin typeface="Microsoft PhagsPa" panose="020B0502040204020203" pitchFamily="34" charset="0"/>
              <a:cs typeface="Poppins Medium" panose="00000600000000000000" pitchFamily="50" charset="0"/>
            </a:endParaRPr>
          </a:p>
          <a:p>
            <a:pPr marL="285750" indent="-285750">
              <a:buFont typeface="Arial" panose="020B0604020202020204" pitchFamily="34" charset="0"/>
              <a:buChar char="•"/>
            </a:pPr>
            <a:r>
              <a:rPr lang="en-IN" b="1" dirty="0" smtClean="0">
                <a:solidFill>
                  <a:srgbClr val="B4B5B2"/>
                </a:solidFill>
                <a:latin typeface="Microsoft PhagsPa" panose="020B0502040204020203" pitchFamily="34" charset="0"/>
                <a:cs typeface="Poppins Medium" panose="00000600000000000000" pitchFamily="50" charset="0"/>
              </a:rPr>
              <a:t>Nghe nhạc mọi lúc, mọi nơi</a:t>
            </a:r>
          </a:p>
          <a:p>
            <a:pPr marL="285750" indent="-285750">
              <a:buFont typeface="Arial" panose="020B0604020202020204" pitchFamily="34" charset="0"/>
              <a:buChar char="•"/>
            </a:pPr>
            <a:endParaRPr lang="en-IN" b="1" dirty="0">
              <a:solidFill>
                <a:srgbClr val="B4B5B2"/>
              </a:solidFill>
              <a:latin typeface="Microsoft PhagsPa" panose="020B0502040204020203" pitchFamily="34" charset="0"/>
              <a:cs typeface="Poppins Medium" panose="00000600000000000000" pitchFamily="50" charset="0"/>
            </a:endParaRPr>
          </a:p>
          <a:p>
            <a:pPr marL="285750" indent="-285750">
              <a:buFont typeface="Arial" panose="020B0604020202020204" pitchFamily="34" charset="0"/>
              <a:buChar char="•"/>
            </a:pPr>
            <a:r>
              <a:rPr lang="en-IN" b="1" dirty="0" smtClean="0">
                <a:solidFill>
                  <a:srgbClr val="B4B5B2"/>
                </a:solidFill>
                <a:latin typeface="Microsoft PhagsPa" panose="020B0502040204020203" pitchFamily="34" charset="0"/>
                <a:cs typeface="Poppins Medium" panose="00000600000000000000" pitchFamily="50" charset="0"/>
              </a:rPr>
              <a:t>Thư viện âm nhạc phong phú</a:t>
            </a:r>
          </a:p>
          <a:p>
            <a:pPr marL="285750" indent="-285750">
              <a:buFont typeface="Arial" panose="020B0604020202020204" pitchFamily="34" charset="0"/>
              <a:buChar char="•"/>
            </a:pPr>
            <a:endParaRPr lang="en-IN" b="1" dirty="0">
              <a:solidFill>
                <a:srgbClr val="B4B5B2"/>
              </a:solidFill>
              <a:latin typeface="Microsoft PhagsPa" panose="020B0502040204020203" pitchFamily="34" charset="0"/>
              <a:cs typeface="Poppins Medium" panose="00000600000000000000" pitchFamily="50" charset="0"/>
            </a:endParaRPr>
          </a:p>
          <a:p>
            <a:pPr marL="285750" indent="-285750">
              <a:buFont typeface="Arial" panose="020B0604020202020204" pitchFamily="34" charset="0"/>
              <a:buChar char="•"/>
            </a:pPr>
            <a:r>
              <a:rPr lang="en-IN" b="1" dirty="0" smtClean="0">
                <a:solidFill>
                  <a:srgbClr val="B4B5B2"/>
                </a:solidFill>
                <a:latin typeface="Microsoft PhagsPa" panose="020B0502040204020203" pitchFamily="34" charset="0"/>
                <a:cs typeface="Poppins Medium" panose="00000600000000000000" pitchFamily="50" charset="0"/>
              </a:rPr>
              <a:t>Chất lượng âm thanh cao</a:t>
            </a:r>
          </a:p>
          <a:p>
            <a:endParaRPr lang="en-IN" dirty="0">
              <a:solidFill>
                <a:srgbClr val="B4B5B2"/>
              </a:solidFill>
              <a:latin typeface="Microsoft PhagsPa" panose="020B0502040204020203" pitchFamily="34" charset="0"/>
              <a:cs typeface="Poppins Medium" panose="00000600000000000000" pitchFamily="50" charset="0"/>
            </a:endParaRPr>
          </a:p>
          <a:p>
            <a:endParaRPr lang="en-IN" dirty="0" smtClean="0">
              <a:solidFill>
                <a:srgbClr val="B4B5B2"/>
              </a:solidFill>
              <a:latin typeface="Microsoft PhagsPa" panose="020B0502040204020203" pitchFamily="34" charset="0"/>
              <a:cs typeface="Poppins Medium" panose="00000600000000000000" pitchFamily="50" charset="0"/>
            </a:endParaRPr>
          </a:p>
          <a:p>
            <a:endParaRPr lang="en-IN" dirty="0">
              <a:solidFill>
                <a:srgbClr val="B4B5B2"/>
              </a:solidFill>
              <a:latin typeface="Microsoft PhagsPa" panose="020B0502040204020203" pitchFamily="34" charset="0"/>
              <a:cs typeface="Poppins Medium" panose="00000600000000000000" pitchFamily="50" charset="0"/>
            </a:endParaRPr>
          </a:p>
          <a:p>
            <a:endParaRPr lang="en-IN" dirty="0" smtClean="0">
              <a:solidFill>
                <a:srgbClr val="B4B5B2"/>
              </a:solidFill>
              <a:latin typeface="Microsoft PhagsPa" panose="020B0502040204020203" pitchFamily="34" charset="0"/>
              <a:cs typeface="Poppins Medium" panose="00000600000000000000" pitchFamily="50" charset="0"/>
            </a:endParaRPr>
          </a:p>
        </p:txBody>
      </p:sp>
      <p:sp>
        <p:nvSpPr>
          <p:cNvPr id="29" name="Rectangle 28"/>
          <p:cNvSpPr/>
          <p:nvPr/>
        </p:nvSpPr>
        <p:spPr>
          <a:xfrm>
            <a:off x="8066698" y="1705620"/>
            <a:ext cx="3978444" cy="2585323"/>
          </a:xfrm>
          <a:prstGeom prst="rect">
            <a:avLst/>
          </a:prstGeom>
        </p:spPr>
        <p:txBody>
          <a:bodyPr wrap="square">
            <a:spAutoFit/>
          </a:bodyPr>
          <a:lstStyle/>
          <a:p>
            <a:r>
              <a:rPr lang="en-IN" b="1" dirty="0" smtClean="0">
                <a:solidFill>
                  <a:srgbClr val="B4B5B2"/>
                </a:solidFill>
                <a:latin typeface="Microsoft PhagsPa" panose="020B0502040204020203" pitchFamily="34" charset="0"/>
                <a:cs typeface="Poppins Medium" panose="00000600000000000000" pitchFamily="50" charset="0"/>
              </a:rPr>
              <a:t>                       Điểm Yếu</a:t>
            </a:r>
          </a:p>
          <a:p>
            <a:endParaRPr lang="en-IN" b="1" dirty="0">
              <a:solidFill>
                <a:srgbClr val="B4B5B2"/>
              </a:solidFill>
              <a:latin typeface="Microsoft PhagsPa" panose="020B0502040204020203" pitchFamily="34" charset="0"/>
              <a:cs typeface="Poppins Medium" panose="00000600000000000000" pitchFamily="50" charset="0"/>
            </a:endParaRPr>
          </a:p>
          <a:p>
            <a:pPr marL="285750" indent="-285750">
              <a:buFont typeface="Arial" panose="020B0604020202020204" pitchFamily="34" charset="0"/>
              <a:buChar char="•"/>
            </a:pPr>
            <a:r>
              <a:rPr lang="en-IN" b="1" dirty="0" smtClean="0">
                <a:solidFill>
                  <a:srgbClr val="B4B5B2"/>
                </a:solidFill>
                <a:latin typeface="Microsoft PhagsPa" panose="020B0502040204020203" pitchFamily="34" charset="0"/>
                <a:cs typeface="Poppins Medium" panose="00000600000000000000" pitchFamily="50" charset="0"/>
              </a:rPr>
              <a:t>Tốn dung lượng và dữ trự nhạc</a:t>
            </a:r>
          </a:p>
          <a:p>
            <a:pPr marL="285750" indent="-285750">
              <a:buFont typeface="Arial" panose="020B0604020202020204" pitchFamily="34" charset="0"/>
              <a:buChar char="•"/>
            </a:pPr>
            <a:endParaRPr lang="en-IN" b="1" dirty="0">
              <a:solidFill>
                <a:srgbClr val="B4B5B2"/>
              </a:solidFill>
              <a:latin typeface="Microsoft PhagsPa" panose="020B0502040204020203" pitchFamily="34" charset="0"/>
              <a:cs typeface="Poppins Medium" panose="00000600000000000000" pitchFamily="50" charset="0"/>
            </a:endParaRPr>
          </a:p>
          <a:p>
            <a:pPr marL="285750" indent="-285750">
              <a:buFont typeface="Arial" panose="020B0604020202020204" pitchFamily="34" charset="0"/>
              <a:buChar char="•"/>
            </a:pPr>
            <a:r>
              <a:rPr lang="en-IN" b="1" dirty="0" smtClean="0">
                <a:solidFill>
                  <a:srgbClr val="B4B5B2"/>
                </a:solidFill>
                <a:latin typeface="Microsoft PhagsPa" panose="020B0502040204020203" pitchFamily="34" charset="0"/>
                <a:cs typeface="Poppins Medium" panose="00000600000000000000" pitchFamily="50" charset="0"/>
              </a:rPr>
              <a:t>Không hỗ trợ mọi thiết bị</a:t>
            </a:r>
          </a:p>
          <a:p>
            <a:pPr marL="285750" indent="-285750">
              <a:buFont typeface="Arial" panose="020B0604020202020204" pitchFamily="34" charset="0"/>
              <a:buChar char="•"/>
            </a:pPr>
            <a:endParaRPr lang="en-IN" b="1" dirty="0">
              <a:solidFill>
                <a:srgbClr val="B4B5B2"/>
              </a:solidFill>
              <a:latin typeface="Microsoft PhagsPa" panose="020B0502040204020203" pitchFamily="34" charset="0"/>
              <a:cs typeface="Poppins Medium" panose="00000600000000000000" pitchFamily="50" charset="0"/>
            </a:endParaRPr>
          </a:p>
          <a:p>
            <a:pPr marL="285750" indent="-285750">
              <a:buFont typeface="Arial" panose="020B0604020202020204" pitchFamily="34" charset="0"/>
              <a:buChar char="•"/>
            </a:pPr>
            <a:r>
              <a:rPr lang="en-IN" b="1" dirty="0" smtClean="0">
                <a:solidFill>
                  <a:srgbClr val="B4B5B2"/>
                </a:solidFill>
                <a:latin typeface="Microsoft PhagsPa" panose="020B0502040204020203" pitchFamily="34" charset="0"/>
                <a:cs typeface="Poppins Medium" panose="00000600000000000000" pitchFamily="50" charset="0"/>
              </a:rPr>
              <a:t>Hay gặp quảng cáo</a:t>
            </a:r>
          </a:p>
          <a:p>
            <a:endParaRPr lang="en-IN" b="1" dirty="0">
              <a:solidFill>
                <a:srgbClr val="B4B5B2"/>
              </a:solidFill>
              <a:latin typeface="Microsoft PhagsPa" panose="020B0502040204020203" pitchFamily="34" charset="0"/>
              <a:cs typeface="Poppins Medium" panose="00000600000000000000" pitchFamily="50" charset="0"/>
            </a:endParaRPr>
          </a:p>
          <a:p>
            <a:endParaRPr lang="en-US" b="1" dirty="0">
              <a:solidFill>
                <a:srgbClr val="B4B5B2"/>
              </a:solidFill>
            </a:endParaRPr>
          </a:p>
        </p:txBody>
      </p:sp>
    </p:spTree>
    <p:extLst>
      <p:ext uri="{BB962C8B-B14F-4D97-AF65-F5344CB8AC3E}">
        <p14:creationId xmlns:p14="http://schemas.microsoft.com/office/powerpoint/2010/main" val="39251215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2C2C2C"/>
            </a:gs>
            <a:gs pos="55000">
              <a:schemeClr val="tx1"/>
            </a:gs>
          </a:gsLst>
          <a:lin ang="5400000" scaled="1"/>
          <a:tileRect/>
        </a:gradFill>
        <a:effectLst/>
      </p:bgPr>
    </p:bg>
    <p:spTree>
      <p:nvGrpSpPr>
        <p:cNvPr id="1" name=""/>
        <p:cNvGrpSpPr/>
        <p:nvPr/>
      </p:nvGrpSpPr>
      <p:grpSpPr>
        <a:xfrm>
          <a:off x="0" y="0"/>
          <a:ext cx="0" cy="0"/>
          <a:chOff x="0" y="0"/>
          <a:chExt cx="0" cy="0"/>
        </a:xfrm>
      </p:grpSpPr>
      <p:sp>
        <p:nvSpPr>
          <p:cNvPr id="78" name="Rectangle: Rounded Corners 22">
            <a:extLst>
              <a:ext uri="{FF2B5EF4-FFF2-40B4-BE49-F238E27FC236}">
                <a16:creationId xmlns:a16="http://schemas.microsoft.com/office/drawing/2014/main" id="{228DA46A-69B8-B7A2-2A6D-3722412D45CD}"/>
              </a:ext>
            </a:extLst>
          </p:cNvPr>
          <p:cNvSpPr/>
          <p:nvPr/>
        </p:nvSpPr>
        <p:spPr>
          <a:xfrm>
            <a:off x="3481907" y="3176633"/>
            <a:ext cx="1522737" cy="1548535"/>
          </a:xfrm>
          <a:prstGeom prst="roundRect">
            <a:avLst>
              <a:gd name="adj" fmla="val 6525"/>
            </a:avLst>
          </a:prstGeom>
          <a:solidFill>
            <a:srgbClr val="1ED7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Rectangle 2">
            <a:extLst>
              <a:ext uri="{FF2B5EF4-FFF2-40B4-BE49-F238E27FC236}">
                <a16:creationId xmlns:a16="http://schemas.microsoft.com/office/drawing/2014/main" id="{1025ACCD-BEFE-4057-D0DA-23300AB28132}"/>
              </a:ext>
            </a:extLst>
          </p:cNvPr>
          <p:cNvSpPr>
            <a:spLocks noGrp="1" noRot="1" noMove="1" noResize="1" noEditPoints="1" noAdjustHandles="1" noChangeArrowheads="1" noChangeShapeType="1"/>
          </p:cNvSpPr>
          <p:nvPr/>
        </p:nvSpPr>
        <p:spPr>
          <a:xfrm>
            <a:off x="0" y="0"/>
            <a:ext cx="3008671"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8" name="Group 7">
            <a:extLst>
              <a:ext uri="{FF2B5EF4-FFF2-40B4-BE49-F238E27FC236}">
                <a16:creationId xmlns:a16="http://schemas.microsoft.com/office/drawing/2014/main" id="{424F5E4E-9FDC-BD92-DDA4-122C91ADE39F}"/>
              </a:ext>
            </a:extLst>
          </p:cNvPr>
          <p:cNvGrpSpPr/>
          <p:nvPr/>
        </p:nvGrpSpPr>
        <p:grpSpPr>
          <a:xfrm>
            <a:off x="400078" y="221673"/>
            <a:ext cx="361410" cy="70427"/>
            <a:chOff x="249382" y="221673"/>
            <a:chExt cx="234616" cy="45719"/>
          </a:xfrm>
        </p:grpSpPr>
        <p:sp>
          <p:nvSpPr>
            <p:cNvPr id="4" name="Oval 3">
              <a:extLst>
                <a:ext uri="{FF2B5EF4-FFF2-40B4-BE49-F238E27FC236}">
                  <a16:creationId xmlns:a16="http://schemas.microsoft.com/office/drawing/2014/main" id="{F85C9BE8-F382-7DF0-2A23-EF042FD71119}"/>
                </a:ext>
              </a:extLst>
            </p:cNvPr>
            <p:cNvSpPr/>
            <p:nvPr/>
          </p:nvSpPr>
          <p:spPr>
            <a:xfrm>
              <a:off x="249382" y="221673"/>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3F54E8A3-668A-3F3A-D1EA-9A82C2E2130E}"/>
                </a:ext>
              </a:extLst>
            </p:cNvPr>
            <p:cNvSpPr/>
            <p:nvPr/>
          </p:nvSpPr>
          <p:spPr>
            <a:xfrm>
              <a:off x="344632" y="221673"/>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A3408F0E-7024-852D-650D-D6ED0C99B1A2}"/>
                </a:ext>
              </a:extLst>
            </p:cNvPr>
            <p:cNvSpPr/>
            <p:nvPr/>
          </p:nvSpPr>
          <p:spPr>
            <a:xfrm>
              <a:off x="438279" y="221673"/>
              <a:ext cx="45719" cy="45719"/>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grpSp>
        <p:nvGrpSpPr>
          <p:cNvPr id="73" name="Group 72">
            <a:extLst>
              <a:ext uri="{FF2B5EF4-FFF2-40B4-BE49-F238E27FC236}">
                <a16:creationId xmlns:a16="http://schemas.microsoft.com/office/drawing/2014/main" id="{25268A36-91BD-F774-706B-5A541EC6E5D2}"/>
              </a:ext>
            </a:extLst>
          </p:cNvPr>
          <p:cNvGrpSpPr/>
          <p:nvPr/>
        </p:nvGrpSpPr>
        <p:grpSpPr>
          <a:xfrm>
            <a:off x="9104466" y="294121"/>
            <a:ext cx="1011084" cy="311801"/>
            <a:chOff x="9104466" y="294121"/>
            <a:chExt cx="1011084" cy="311801"/>
          </a:xfrm>
        </p:grpSpPr>
        <p:sp>
          <p:nvSpPr>
            <p:cNvPr id="71" name="Rectangle: Rounded Corners 70">
              <a:extLst>
                <a:ext uri="{FF2B5EF4-FFF2-40B4-BE49-F238E27FC236}">
                  <a16:creationId xmlns:a16="http://schemas.microsoft.com/office/drawing/2014/main" id="{ADD5BFBE-6641-D138-826B-10AF96D14A21}"/>
                </a:ext>
              </a:extLst>
            </p:cNvPr>
            <p:cNvSpPr/>
            <p:nvPr/>
          </p:nvSpPr>
          <p:spPr>
            <a:xfrm>
              <a:off x="9104466" y="294121"/>
              <a:ext cx="1011084" cy="297947"/>
            </a:xfrm>
            <a:prstGeom prst="roundRect">
              <a:avLst>
                <a:gd name="adj" fmla="val 50000"/>
              </a:avLst>
            </a:prstGeom>
            <a:no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2" name="TextBox 71">
              <a:extLst>
                <a:ext uri="{FF2B5EF4-FFF2-40B4-BE49-F238E27FC236}">
                  <a16:creationId xmlns:a16="http://schemas.microsoft.com/office/drawing/2014/main" id="{41CB0576-DF8B-34D7-6035-B4F1FE7BA261}"/>
                </a:ext>
              </a:extLst>
            </p:cNvPr>
            <p:cNvSpPr txBox="1"/>
            <p:nvPr/>
          </p:nvSpPr>
          <p:spPr>
            <a:xfrm>
              <a:off x="9179442" y="328923"/>
              <a:ext cx="861133" cy="276999"/>
            </a:xfrm>
            <a:prstGeom prst="rect">
              <a:avLst/>
            </a:prstGeom>
            <a:noFill/>
          </p:spPr>
          <p:txBody>
            <a:bodyPr wrap="none" rtlCol="0">
              <a:spAutoFit/>
            </a:bodyPr>
            <a:lstStyle/>
            <a:p>
              <a:r>
                <a:rPr lang="en-IN" sz="1200" dirty="0">
                  <a:solidFill>
                    <a:schemeClr val="bg1"/>
                  </a:solidFill>
                  <a:latin typeface="Poppins Medium" panose="00000600000000000000" pitchFamily="50" charset="0"/>
                  <a:cs typeface="Poppins Medium" panose="00000600000000000000" pitchFamily="50" charset="0"/>
                </a:rPr>
                <a:t>Upgrade</a:t>
              </a:r>
            </a:p>
          </p:txBody>
        </p:sp>
      </p:grpSp>
      <p:sp>
        <p:nvSpPr>
          <p:cNvPr id="75" name="Rectangle: Rounded Corners 74">
            <a:extLst>
              <a:ext uri="{FF2B5EF4-FFF2-40B4-BE49-F238E27FC236}">
                <a16:creationId xmlns:a16="http://schemas.microsoft.com/office/drawing/2014/main" id="{82381173-9D11-EA28-C232-8562E09E7A8A}"/>
              </a:ext>
            </a:extLst>
          </p:cNvPr>
          <p:cNvSpPr/>
          <p:nvPr/>
        </p:nvSpPr>
        <p:spPr>
          <a:xfrm>
            <a:off x="10428440" y="294121"/>
            <a:ext cx="1363509" cy="297947"/>
          </a:xfrm>
          <a:prstGeom prst="roundRect">
            <a:avLst>
              <a:gd name="adj" fmla="val 50000"/>
            </a:avLst>
          </a:prstGeom>
          <a:solidFill>
            <a:srgbClr val="0A080F"/>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6" name="TextBox 75">
            <a:extLst>
              <a:ext uri="{FF2B5EF4-FFF2-40B4-BE49-F238E27FC236}">
                <a16:creationId xmlns:a16="http://schemas.microsoft.com/office/drawing/2014/main" id="{49C2A340-4710-5833-FBEA-EC919DD51A6E}"/>
              </a:ext>
            </a:extLst>
          </p:cNvPr>
          <p:cNvSpPr txBox="1"/>
          <p:nvPr/>
        </p:nvSpPr>
        <p:spPr>
          <a:xfrm>
            <a:off x="10659597" y="328923"/>
            <a:ext cx="909223" cy="276999"/>
          </a:xfrm>
          <a:prstGeom prst="rect">
            <a:avLst/>
          </a:prstGeom>
          <a:noFill/>
        </p:spPr>
        <p:txBody>
          <a:bodyPr wrap="none" rtlCol="0">
            <a:spAutoFit/>
          </a:bodyPr>
          <a:lstStyle/>
          <a:p>
            <a:r>
              <a:rPr lang="en-IN" sz="1200" dirty="0">
                <a:solidFill>
                  <a:schemeClr val="bg1"/>
                </a:solidFill>
                <a:latin typeface="Poppins Medium" panose="00000600000000000000" pitchFamily="50" charset="0"/>
                <a:cs typeface="Poppins Medium" panose="00000600000000000000" pitchFamily="50" charset="0"/>
              </a:rPr>
              <a:t>John Doe</a:t>
            </a:r>
          </a:p>
        </p:txBody>
      </p:sp>
      <p:sp>
        <p:nvSpPr>
          <p:cNvPr id="77" name="Oval 76">
            <a:extLst>
              <a:ext uri="{FF2B5EF4-FFF2-40B4-BE49-F238E27FC236}">
                <a16:creationId xmlns:a16="http://schemas.microsoft.com/office/drawing/2014/main" id="{7859F75F-3F6A-F6DE-C7C4-920FB32200D1}"/>
              </a:ext>
            </a:extLst>
          </p:cNvPr>
          <p:cNvSpPr/>
          <p:nvPr/>
        </p:nvSpPr>
        <p:spPr>
          <a:xfrm>
            <a:off x="10465928" y="322008"/>
            <a:ext cx="238127" cy="238127"/>
          </a:xfrm>
          <a:prstGeom prst="ellipse">
            <a:avLst/>
          </a:prstGeom>
          <a:solidFill>
            <a:srgbClr val="5555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0" name="Graphic 78">
            <a:extLst>
              <a:ext uri="{FF2B5EF4-FFF2-40B4-BE49-F238E27FC236}">
                <a16:creationId xmlns:a16="http://schemas.microsoft.com/office/drawing/2014/main" id="{2770181D-94BB-87F9-9F1C-C577F5415446}"/>
              </a:ext>
            </a:extLst>
          </p:cNvPr>
          <p:cNvSpPr/>
          <p:nvPr/>
        </p:nvSpPr>
        <p:spPr>
          <a:xfrm>
            <a:off x="10526959" y="377048"/>
            <a:ext cx="116064" cy="128047"/>
          </a:xfrm>
          <a:custGeom>
            <a:avLst/>
            <a:gdLst>
              <a:gd name="connsiteX0" fmla="*/ 115527 w 116064"/>
              <a:gd name="connsiteY0" fmla="*/ 108391 h 128047"/>
              <a:gd name="connsiteX1" fmla="*/ 94646 w 116064"/>
              <a:gd name="connsiteY1" fmla="*/ 71344 h 128047"/>
              <a:gd name="connsiteX2" fmla="*/ 79582 w 116064"/>
              <a:gd name="connsiteY2" fmla="*/ 62465 h 128047"/>
              <a:gd name="connsiteX3" fmla="*/ 84052 w 116064"/>
              <a:gd name="connsiteY3" fmla="*/ 11702 h 128047"/>
              <a:gd name="connsiteX4" fmla="*/ 35187 w 116064"/>
              <a:gd name="connsiteY4" fmla="*/ 8640 h 128047"/>
              <a:gd name="connsiteX5" fmla="*/ 23308 w 116064"/>
              <a:gd name="connsiteY5" fmla="*/ 32889 h 128047"/>
              <a:gd name="connsiteX6" fmla="*/ 36534 w 116064"/>
              <a:gd name="connsiteY6" fmla="*/ 62404 h 128047"/>
              <a:gd name="connsiteX7" fmla="*/ 35432 w 116064"/>
              <a:gd name="connsiteY7" fmla="*/ 62894 h 128047"/>
              <a:gd name="connsiteX8" fmla="*/ 4448 w 116064"/>
              <a:gd name="connsiteY8" fmla="*/ 94123 h 128047"/>
              <a:gd name="connsiteX9" fmla="*/ 100 w 116064"/>
              <a:gd name="connsiteY9" fmla="*/ 122842 h 128047"/>
              <a:gd name="connsiteX10" fmla="*/ 1631 w 116064"/>
              <a:gd name="connsiteY10" fmla="*/ 126210 h 128047"/>
              <a:gd name="connsiteX11" fmla="*/ 6407 w 116064"/>
              <a:gd name="connsiteY11" fmla="*/ 128047 h 128047"/>
              <a:gd name="connsiteX12" fmla="*/ 109648 w 116064"/>
              <a:gd name="connsiteY12" fmla="*/ 128047 h 128047"/>
              <a:gd name="connsiteX13" fmla="*/ 110995 w 116064"/>
              <a:gd name="connsiteY13" fmla="*/ 127986 h 128047"/>
              <a:gd name="connsiteX14" fmla="*/ 116016 w 116064"/>
              <a:gd name="connsiteY14" fmla="*/ 122475 h 128047"/>
              <a:gd name="connsiteX15" fmla="*/ 115465 w 116064"/>
              <a:gd name="connsiteY15" fmla="*/ 108330 h 128047"/>
              <a:gd name="connsiteX16" fmla="*/ 34881 w 116064"/>
              <a:gd name="connsiteY16" fmla="*/ 35094 h 128047"/>
              <a:gd name="connsiteX17" fmla="*/ 57721 w 116064"/>
              <a:gd name="connsiteY17" fmla="*/ 11702 h 128047"/>
              <a:gd name="connsiteX18" fmla="*/ 81235 w 116064"/>
              <a:gd name="connsiteY18" fmla="*/ 34971 h 128047"/>
              <a:gd name="connsiteX19" fmla="*/ 57966 w 116064"/>
              <a:gd name="connsiteY19" fmla="*/ 58240 h 128047"/>
              <a:gd name="connsiteX20" fmla="*/ 34881 w 116064"/>
              <a:gd name="connsiteY20" fmla="*/ 35094 h 128047"/>
              <a:gd name="connsiteX21" fmla="*/ 103280 w 116064"/>
              <a:gd name="connsiteY21" fmla="*/ 116413 h 128047"/>
              <a:gd name="connsiteX22" fmla="*/ 57966 w 116064"/>
              <a:gd name="connsiteY22" fmla="*/ 116413 h 128047"/>
              <a:gd name="connsiteX23" fmla="*/ 13082 w 116064"/>
              <a:gd name="connsiteY23" fmla="*/ 116413 h 128047"/>
              <a:gd name="connsiteX24" fmla="*/ 11612 w 116064"/>
              <a:gd name="connsiteY24" fmla="*/ 114943 h 128047"/>
              <a:gd name="connsiteX25" fmla="*/ 41494 w 116064"/>
              <a:gd name="connsiteY25" fmla="*/ 72936 h 128047"/>
              <a:gd name="connsiteX26" fmla="*/ 103219 w 116064"/>
              <a:gd name="connsiteY26" fmla="*/ 105697 h 128047"/>
              <a:gd name="connsiteX27" fmla="*/ 104443 w 116064"/>
              <a:gd name="connsiteY27" fmla="*/ 115127 h 128047"/>
              <a:gd name="connsiteX28" fmla="*/ 103219 w 116064"/>
              <a:gd name="connsiteY28" fmla="*/ 116351 h 128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16064" h="128047">
                <a:moveTo>
                  <a:pt x="115527" y="108391"/>
                </a:moveTo>
                <a:cubicBezTo>
                  <a:pt x="113261" y="93389"/>
                  <a:pt x="106280" y="81019"/>
                  <a:pt x="94646" y="71344"/>
                </a:cubicBezTo>
                <a:cubicBezTo>
                  <a:pt x="90176" y="67609"/>
                  <a:pt x="85154" y="64731"/>
                  <a:pt x="79582" y="62465"/>
                </a:cubicBezTo>
                <a:cubicBezTo>
                  <a:pt x="95932" y="49177"/>
                  <a:pt x="96973" y="26153"/>
                  <a:pt x="84052" y="11702"/>
                </a:cubicBezTo>
                <a:cubicBezTo>
                  <a:pt x="71315" y="-2627"/>
                  <a:pt x="49516" y="-3974"/>
                  <a:pt x="35187" y="8640"/>
                </a:cubicBezTo>
                <a:cubicBezTo>
                  <a:pt x="27900" y="15070"/>
                  <a:pt x="23859" y="23214"/>
                  <a:pt x="23308" y="32889"/>
                </a:cubicBezTo>
                <a:cubicBezTo>
                  <a:pt x="22696" y="44891"/>
                  <a:pt x="27288" y="54689"/>
                  <a:pt x="36534" y="62404"/>
                </a:cubicBezTo>
                <a:cubicBezTo>
                  <a:pt x="36106" y="62588"/>
                  <a:pt x="35800" y="62771"/>
                  <a:pt x="35432" y="62894"/>
                </a:cubicBezTo>
                <a:cubicBezTo>
                  <a:pt x="20981" y="69201"/>
                  <a:pt x="10694" y="79611"/>
                  <a:pt x="4448" y="94123"/>
                </a:cubicBezTo>
                <a:cubicBezTo>
                  <a:pt x="529" y="103370"/>
                  <a:pt x="-329" y="112984"/>
                  <a:pt x="100" y="122842"/>
                </a:cubicBezTo>
                <a:cubicBezTo>
                  <a:pt x="100" y="124189"/>
                  <a:pt x="712" y="125292"/>
                  <a:pt x="1631" y="126210"/>
                </a:cubicBezTo>
                <a:cubicBezTo>
                  <a:pt x="2917" y="127557"/>
                  <a:pt x="4570" y="128047"/>
                  <a:pt x="6407" y="128047"/>
                </a:cubicBezTo>
                <a:cubicBezTo>
                  <a:pt x="40821" y="128047"/>
                  <a:pt x="75234" y="128047"/>
                  <a:pt x="109648" y="128047"/>
                </a:cubicBezTo>
                <a:cubicBezTo>
                  <a:pt x="110077" y="128047"/>
                  <a:pt x="110567" y="128047"/>
                  <a:pt x="110995" y="127986"/>
                </a:cubicBezTo>
                <a:cubicBezTo>
                  <a:pt x="113935" y="127557"/>
                  <a:pt x="116016" y="125414"/>
                  <a:pt x="116016" y="122475"/>
                </a:cubicBezTo>
                <a:cubicBezTo>
                  <a:pt x="116078" y="117760"/>
                  <a:pt x="116200" y="113045"/>
                  <a:pt x="115465" y="108330"/>
                </a:cubicBezTo>
                <a:close/>
                <a:moveTo>
                  <a:pt x="34881" y="35094"/>
                </a:moveTo>
                <a:cubicBezTo>
                  <a:pt x="34881" y="22234"/>
                  <a:pt x="45107" y="11763"/>
                  <a:pt x="57721" y="11702"/>
                </a:cubicBezTo>
                <a:cubicBezTo>
                  <a:pt x="70764" y="11641"/>
                  <a:pt x="81174" y="21928"/>
                  <a:pt x="81235" y="34971"/>
                </a:cubicBezTo>
                <a:cubicBezTo>
                  <a:pt x="81297" y="47769"/>
                  <a:pt x="70826" y="58240"/>
                  <a:pt x="57966" y="58240"/>
                </a:cubicBezTo>
                <a:cubicBezTo>
                  <a:pt x="45291" y="58240"/>
                  <a:pt x="34881" y="47769"/>
                  <a:pt x="34881" y="35094"/>
                </a:cubicBezTo>
                <a:close/>
                <a:moveTo>
                  <a:pt x="103280" y="116413"/>
                </a:moveTo>
                <a:cubicBezTo>
                  <a:pt x="88155" y="116413"/>
                  <a:pt x="73091" y="116413"/>
                  <a:pt x="57966" y="116413"/>
                </a:cubicBezTo>
                <a:cubicBezTo>
                  <a:pt x="42842" y="116413"/>
                  <a:pt x="28023" y="116413"/>
                  <a:pt x="13082" y="116413"/>
                </a:cubicBezTo>
                <a:cubicBezTo>
                  <a:pt x="11918" y="116413"/>
                  <a:pt x="11551" y="116229"/>
                  <a:pt x="11612" y="114943"/>
                </a:cubicBezTo>
                <a:cubicBezTo>
                  <a:pt x="13021" y="94797"/>
                  <a:pt x="22879" y="80529"/>
                  <a:pt x="41494" y="72936"/>
                </a:cubicBezTo>
                <a:cubicBezTo>
                  <a:pt x="67274" y="62465"/>
                  <a:pt x="97156" y="78509"/>
                  <a:pt x="103219" y="105697"/>
                </a:cubicBezTo>
                <a:cubicBezTo>
                  <a:pt x="103892" y="108820"/>
                  <a:pt x="104259" y="111943"/>
                  <a:pt x="104443" y="115127"/>
                </a:cubicBezTo>
                <a:cubicBezTo>
                  <a:pt x="104504" y="116229"/>
                  <a:pt x="104198" y="116351"/>
                  <a:pt x="103219" y="116351"/>
                </a:cubicBezTo>
                <a:close/>
              </a:path>
            </a:pathLst>
          </a:custGeom>
          <a:solidFill>
            <a:schemeClr val="bg1"/>
          </a:solidFill>
          <a:ln w="6016" cap="flat">
            <a:noFill/>
            <a:prstDash val="solid"/>
            <a:miter/>
          </a:ln>
        </p:spPr>
        <p:txBody>
          <a:bodyPr rtlCol="0" anchor="ctr"/>
          <a:lstStyle/>
          <a:p>
            <a:endParaRPr lang="en-IN"/>
          </a:p>
        </p:txBody>
      </p:sp>
      <p:sp>
        <p:nvSpPr>
          <p:cNvPr id="81" name="Isosceles Triangle 80">
            <a:extLst>
              <a:ext uri="{FF2B5EF4-FFF2-40B4-BE49-F238E27FC236}">
                <a16:creationId xmlns:a16="http://schemas.microsoft.com/office/drawing/2014/main" id="{59106057-6687-7436-2443-36CF82D5A997}"/>
              </a:ext>
            </a:extLst>
          </p:cNvPr>
          <p:cNvSpPr/>
          <p:nvPr/>
        </p:nvSpPr>
        <p:spPr>
          <a:xfrm rot="3600000">
            <a:off x="11583174" y="388252"/>
            <a:ext cx="86542" cy="74605"/>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2" name="TextBox 91">
            <a:extLst>
              <a:ext uri="{FF2B5EF4-FFF2-40B4-BE49-F238E27FC236}">
                <a16:creationId xmlns:a16="http://schemas.microsoft.com/office/drawing/2014/main" id="{232C2ADA-8B7B-4990-FB78-B27C9A79E87E}"/>
              </a:ext>
            </a:extLst>
          </p:cNvPr>
          <p:cNvSpPr txBox="1"/>
          <p:nvPr/>
        </p:nvSpPr>
        <p:spPr>
          <a:xfrm>
            <a:off x="3739299" y="738048"/>
            <a:ext cx="5780044" cy="769441"/>
          </a:xfrm>
          <a:prstGeom prst="rect">
            <a:avLst/>
          </a:prstGeom>
          <a:noFill/>
        </p:spPr>
        <p:txBody>
          <a:bodyPr wrap="none" rtlCol="0">
            <a:spAutoFit/>
          </a:bodyPr>
          <a:lstStyle/>
          <a:p>
            <a:r>
              <a:rPr lang="en-IN" sz="4400" dirty="0">
                <a:solidFill>
                  <a:srgbClr val="1ED760"/>
                </a:solidFill>
                <a:latin typeface="Poppins Medium" panose="00000600000000000000" pitchFamily="50" charset="0"/>
                <a:cs typeface="Poppins Medium" panose="00000600000000000000" pitchFamily="50" charset="0"/>
              </a:rPr>
              <a:t>Phát Triển Tương Lai</a:t>
            </a:r>
            <a:endParaRPr lang="en-IN" sz="4400" dirty="0">
              <a:solidFill>
                <a:srgbClr val="1ED760"/>
              </a:solidFill>
              <a:latin typeface="Poppins Medium" panose="00000600000000000000" pitchFamily="50" charset="0"/>
              <a:cs typeface="Poppins Medium" panose="00000600000000000000" pitchFamily="50" charset="0"/>
            </a:endParaRPr>
          </a:p>
        </p:txBody>
      </p:sp>
      <p:sp>
        <p:nvSpPr>
          <p:cNvPr id="23" name="Rectangle: Rounded Corners 22">
            <a:extLst>
              <a:ext uri="{FF2B5EF4-FFF2-40B4-BE49-F238E27FC236}">
                <a16:creationId xmlns:a16="http://schemas.microsoft.com/office/drawing/2014/main" id="{228DA46A-69B8-B7A2-2A6D-3722412D45CD}"/>
              </a:ext>
            </a:extLst>
          </p:cNvPr>
          <p:cNvSpPr/>
          <p:nvPr/>
        </p:nvSpPr>
        <p:spPr>
          <a:xfrm>
            <a:off x="6822968" y="3157476"/>
            <a:ext cx="1522737" cy="1548535"/>
          </a:xfrm>
          <a:prstGeom prst="roundRect">
            <a:avLst>
              <a:gd name="adj" fmla="val 6525"/>
            </a:avLst>
          </a:prstGeom>
          <a:solidFill>
            <a:srgbClr val="1ED7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Rounded Corners 23">
            <a:extLst>
              <a:ext uri="{FF2B5EF4-FFF2-40B4-BE49-F238E27FC236}">
                <a16:creationId xmlns:a16="http://schemas.microsoft.com/office/drawing/2014/main" id="{633A5DBA-3D5C-D126-07EA-FFE40D5EAE42}"/>
              </a:ext>
            </a:extLst>
          </p:cNvPr>
          <p:cNvSpPr/>
          <p:nvPr/>
        </p:nvSpPr>
        <p:spPr>
          <a:xfrm>
            <a:off x="9765590" y="3157476"/>
            <a:ext cx="1522737" cy="1548535"/>
          </a:xfrm>
          <a:prstGeom prst="roundRect">
            <a:avLst>
              <a:gd name="adj" fmla="val 6525"/>
            </a:avLst>
          </a:prstGeom>
          <a:solidFill>
            <a:srgbClr val="1ED7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Box 25">
            <a:extLst>
              <a:ext uri="{FF2B5EF4-FFF2-40B4-BE49-F238E27FC236}">
                <a16:creationId xmlns:a16="http://schemas.microsoft.com/office/drawing/2014/main" id="{CA7E335B-0CDC-1E90-9E21-D361EEBAEC05}"/>
              </a:ext>
            </a:extLst>
          </p:cNvPr>
          <p:cNvSpPr txBox="1"/>
          <p:nvPr/>
        </p:nvSpPr>
        <p:spPr>
          <a:xfrm>
            <a:off x="3481907" y="3235656"/>
            <a:ext cx="1633032" cy="1200329"/>
          </a:xfrm>
          <a:prstGeom prst="rect">
            <a:avLst/>
          </a:prstGeom>
          <a:noFill/>
        </p:spPr>
        <p:txBody>
          <a:bodyPr wrap="square" rtlCol="0">
            <a:spAutoFit/>
          </a:bodyPr>
          <a:lstStyle/>
          <a:p>
            <a:r>
              <a:rPr lang="en-IN" sz="1200" b="1" dirty="0" smtClean="0">
                <a:solidFill>
                  <a:srgbClr val="121212"/>
                </a:solidFill>
                <a:latin typeface="Poppins Medium" panose="00000600000000000000" pitchFamily="50" charset="0"/>
                <a:cs typeface="Poppins Medium" panose="00000600000000000000" pitchFamily="50" charset="0"/>
              </a:rPr>
              <a:t>          Goal 01</a:t>
            </a:r>
          </a:p>
          <a:p>
            <a:endParaRPr lang="en-IN" sz="1200" dirty="0">
              <a:solidFill>
                <a:srgbClr val="121212"/>
              </a:solidFill>
              <a:latin typeface="Microsoft PhagsPa" panose="020B0502040204020203" pitchFamily="34" charset="0"/>
              <a:cs typeface="Poppins Medium" panose="00000600000000000000" pitchFamily="50" charset="0"/>
            </a:endParaRPr>
          </a:p>
          <a:p>
            <a:r>
              <a:rPr lang="en-IN" sz="1600" dirty="0" smtClean="0">
                <a:solidFill>
                  <a:srgbClr val="121212"/>
                </a:solidFill>
                <a:latin typeface="Microsoft PhagsPa" panose="020B0502040204020203" pitchFamily="34" charset="0"/>
                <a:cs typeface="Poppins Medium" panose="00000600000000000000" pitchFamily="50" charset="0"/>
              </a:rPr>
              <a:t>Thêm nhiều </a:t>
            </a:r>
          </a:p>
          <a:p>
            <a:r>
              <a:rPr lang="en-IN" sz="1600" dirty="0" smtClean="0">
                <a:solidFill>
                  <a:srgbClr val="121212"/>
                </a:solidFill>
                <a:latin typeface="Microsoft PhagsPa" panose="020B0502040204020203" pitchFamily="34" charset="0"/>
                <a:cs typeface="Poppins Medium" panose="00000600000000000000" pitchFamily="50" charset="0"/>
              </a:rPr>
              <a:t>bài hát trong </a:t>
            </a:r>
          </a:p>
          <a:p>
            <a:r>
              <a:rPr lang="en-IN" sz="1600" dirty="0" smtClean="0">
                <a:solidFill>
                  <a:srgbClr val="121212"/>
                </a:solidFill>
                <a:latin typeface="Microsoft PhagsPa" panose="020B0502040204020203" pitchFamily="34" charset="0"/>
                <a:cs typeface="Poppins Medium" panose="00000600000000000000" pitchFamily="50" charset="0"/>
              </a:rPr>
              <a:t>tương lai</a:t>
            </a:r>
            <a:endParaRPr lang="en-IN" sz="1600" dirty="0">
              <a:solidFill>
                <a:srgbClr val="121212"/>
              </a:solidFill>
              <a:latin typeface="Microsoft PhagsPa" panose="020B0502040204020203" pitchFamily="34" charset="0"/>
              <a:cs typeface="Poppins Medium" panose="00000600000000000000" pitchFamily="50" charset="0"/>
            </a:endParaRPr>
          </a:p>
        </p:txBody>
      </p:sp>
      <p:sp>
        <p:nvSpPr>
          <p:cNvPr id="32" name="TextBox 31">
            <a:extLst>
              <a:ext uri="{FF2B5EF4-FFF2-40B4-BE49-F238E27FC236}">
                <a16:creationId xmlns:a16="http://schemas.microsoft.com/office/drawing/2014/main" id="{99A3E2DA-8AB7-CB43-4A8D-D6AB9DB6D6E8}"/>
              </a:ext>
            </a:extLst>
          </p:cNvPr>
          <p:cNvSpPr txBox="1"/>
          <p:nvPr/>
        </p:nvSpPr>
        <p:spPr>
          <a:xfrm>
            <a:off x="6865131" y="3210403"/>
            <a:ext cx="1514556" cy="1323439"/>
          </a:xfrm>
          <a:prstGeom prst="rect">
            <a:avLst/>
          </a:prstGeom>
          <a:noFill/>
        </p:spPr>
        <p:txBody>
          <a:bodyPr wrap="square" rtlCol="0">
            <a:spAutoFit/>
          </a:bodyPr>
          <a:lstStyle/>
          <a:p>
            <a:r>
              <a:rPr lang="en-IN" sz="1200" b="1" dirty="0" smtClean="0">
                <a:solidFill>
                  <a:srgbClr val="121212"/>
                </a:solidFill>
                <a:latin typeface="Microsoft PhagsPa" panose="020B0502040204020203" pitchFamily="34" charset="0"/>
                <a:cs typeface="Poppins Medium" panose="00000600000000000000" pitchFamily="50" charset="0"/>
              </a:rPr>
              <a:t>        </a:t>
            </a:r>
            <a:r>
              <a:rPr lang="en-IN" sz="1400" b="1" dirty="0" smtClean="0">
                <a:solidFill>
                  <a:srgbClr val="121212"/>
                </a:solidFill>
                <a:latin typeface="Microsoft PhagsPa" panose="020B0502040204020203" pitchFamily="34" charset="0"/>
                <a:cs typeface="Poppins Medium" panose="00000600000000000000" pitchFamily="50" charset="0"/>
              </a:rPr>
              <a:t>Goal 02</a:t>
            </a:r>
          </a:p>
          <a:p>
            <a:endParaRPr lang="en-IN" sz="1600" dirty="0" smtClean="0">
              <a:solidFill>
                <a:srgbClr val="121212"/>
              </a:solidFill>
              <a:latin typeface="Microsoft PhagsPa" panose="020B0502040204020203" pitchFamily="34" charset="0"/>
              <a:cs typeface="Poppins Medium" panose="00000600000000000000" pitchFamily="50" charset="0"/>
            </a:endParaRPr>
          </a:p>
          <a:p>
            <a:r>
              <a:rPr lang="en-IN" sz="1600" dirty="0" smtClean="0">
                <a:solidFill>
                  <a:srgbClr val="121212"/>
                </a:solidFill>
                <a:latin typeface="Microsoft PhagsPa" panose="020B0502040204020203" pitchFamily="34" charset="0"/>
                <a:cs typeface="Poppins Medium" panose="00000600000000000000" pitchFamily="50" charset="0"/>
              </a:rPr>
              <a:t>Gợi ý bài nhạc theo phong cách của mình</a:t>
            </a:r>
            <a:endParaRPr lang="en-IN" sz="1600" dirty="0" smtClean="0">
              <a:solidFill>
                <a:srgbClr val="121212"/>
              </a:solidFill>
              <a:latin typeface="Microsoft PhagsPa" panose="020B0502040204020203" pitchFamily="34" charset="0"/>
              <a:cs typeface="Poppins Medium" panose="00000600000000000000" pitchFamily="50" charset="0"/>
            </a:endParaRPr>
          </a:p>
        </p:txBody>
      </p:sp>
      <p:sp>
        <p:nvSpPr>
          <p:cNvPr id="36" name="TextBox 35">
            <a:extLst>
              <a:ext uri="{FF2B5EF4-FFF2-40B4-BE49-F238E27FC236}">
                <a16:creationId xmlns:a16="http://schemas.microsoft.com/office/drawing/2014/main" id="{CEE4DF2C-8E3C-6B03-0972-A3B04A285B1E}"/>
              </a:ext>
            </a:extLst>
          </p:cNvPr>
          <p:cNvSpPr txBox="1"/>
          <p:nvPr/>
        </p:nvSpPr>
        <p:spPr>
          <a:xfrm>
            <a:off x="9765590" y="3205355"/>
            <a:ext cx="1635309" cy="984885"/>
          </a:xfrm>
          <a:prstGeom prst="rect">
            <a:avLst/>
          </a:prstGeom>
          <a:noFill/>
        </p:spPr>
        <p:txBody>
          <a:bodyPr wrap="square" rtlCol="0">
            <a:spAutoFit/>
          </a:bodyPr>
          <a:lstStyle/>
          <a:p>
            <a:r>
              <a:rPr lang="en-IN" sz="1600" b="1" dirty="0" smtClean="0">
                <a:solidFill>
                  <a:srgbClr val="121212"/>
                </a:solidFill>
                <a:latin typeface="Poppins Medium" panose="00000600000000000000" pitchFamily="50" charset="0"/>
                <a:cs typeface="Poppins Medium" panose="00000600000000000000" pitchFamily="50" charset="0"/>
              </a:rPr>
              <a:t>       </a:t>
            </a:r>
            <a:r>
              <a:rPr lang="en-IN" sz="1400" b="1" dirty="0" smtClean="0">
                <a:solidFill>
                  <a:srgbClr val="121212"/>
                </a:solidFill>
                <a:latin typeface="Microsoft PhagsPa" panose="020B0502040204020203" pitchFamily="34" charset="0"/>
                <a:cs typeface="Poppins Medium" panose="00000600000000000000" pitchFamily="50" charset="0"/>
              </a:rPr>
              <a:t>Goal 03</a:t>
            </a:r>
          </a:p>
          <a:p>
            <a:endParaRPr lang="en-IN" sz="1400" b="1" dirty="0">
              <a:solidFill>
                <a:srgbClr val="121212"/>
              </a:solidFill>
              <a:latin typeface="Poppins Medium" panose="00000600000000000000" pitchFamily="50" charset="0"/>
              <a:cs typeface="Poppins Medium" panose="00000600000000000000" pitchFamily="50" charset="0"/>
            </a:endParaRPr>
          </a:p>
          <a:p>
            <a:r>
              <a:rPr lang="en-IN" sz="1400" dirty="0" smtClean="0">
                <a:solidFill>
                  <a:srgbClr val="121212"/>
                </a:solidFill>
                <a:latin typeface="Microsoft PhagsPa" panose="020B0502040204020203" pitchFamily="34" charset="0"/>
                <a:cs typeface="Poppins Medium" panose="00000600000000000000" pitchFamily="50" charset="0"/>
              </a:rPr>
              <a:t>Hỗ trợ cho mọi thiết bị, nền tảng</a:t>
            </a:r>
            <a:endParaRPr lang="en-IN" sz="1400" dirty="0">
              <a:solidFill>
                <a:srgbClr val="121212"/>
              </a:solidFill>
              <a:latin typeface="Microsoft PhagsPa" panose="020B0502040204020203" pitchFamily="34" charset="0"/>
              <a:cs typeface="Poppins Medium" panose="00000600000000000000" pitchFamily="50" charset="0"/>
            </a:endParaRPr>
          </a:p>
        </p:txBody>
      </p:sp>
      <p:sp>
        <p:nvSpPr>
          <p:cNvPr id="37" name="TextBox 36">
            <a:extLst>
              <a:ext uri="{FF2B5EF4-FFF2-40B4-BE49-F238E27FC236}">
                <a16:creationId xmlns:a16="http://schemas.microsoft.com/office/drawing/2014/main" id="{DB6B8045-A507-44E2-526E-4BD417A97DF9}"/>
              </a:ext>
            </a:extLst>
          </p:cNvPr>
          <p:cNvSpPr txBox="1"/>
          <p:nvPr/>
        </p:nvSpPr>
        <p:spPr>
          <a:xfrm>
            <a:off x="10267502" y="1838166"/>
            <a:ext cx="644728" cy="276999"/>
          </a:xfrm>
          <a:prstGeom prst="rect">
            <a:avLst/>
          </a:prstGeom>
          <a:noFill/>
        </p:spPr>
        <p:txBody>
          <a:bodyPr wrap="none" rtlCol="0">
            <a:spAutoFit/>
          </a:bodyPr>
          <a:lstStyle/>
          <a:p>
            <a:r>
              <a:rPr lang="en-IN" sz="1200" b="1" dirty="0">
                <a:solidFill>
                  <a:srgbClr val="121212"/>
                </a:solidFill>
                <a:latin typeface="Microsoft PhagsPa" panose="020B0502040204020203" pitchFamily="34" charset="0"/>
                <a:cs typeface="Poppins Medium" panose="00000600000000000000" pitchFamily="50" charset="0"/>
              </a:rPr>
              <a:t>Goal </a:t>
            </a:r>
            <a:r>
              <a:rPr lang="en-IN" sz="1200" b="1" dirty="0" smtClean="0">
                <a:solidFill>
                  <a:srgbClr val="121212"/>
                </a:solidFill>
                <a:latin typeface="Microsoft PhagsPa" panose="020B0502040204020203" pitchFamily="34" charset="0"/>
                <a:cs typeface="Poppins Medium" panose="00000600000000000000" pitchFamily="50" charset="0"/>
              </a:rPr>
              <a:t>0</a:t>
            </a:r>
            <a:endParaRPr lang="en-IN" sz="1200" b="1" dirty="0">
              <a:solidFill>
                <a:srgbClr val="121212"/>
              </a:solidFill>
              <a:latin typeface="Microsoft PhagsPa" panose="020B0502040204020203" pitchFamily="34" charset="0"/>
              <a:cs typeface="Poppins Medium" panose="00000600000000000000" pitchFamily="50" charset="0"/>
            </a:endParaRPr>
          </a:p>
        </p:txBody>
      </p:sp>
      <p:sp>
        <p:nvSpPr>
          <p:cNvPr id="93" name="TextBox 92">
            <a:hlinkClick r:id="rId2" action="ppaction://hlinksldjump"/>
            <a:extLst>
              <a:ext uri="{FF2B5EF4-FFF2-40B4-BE49-F238E27FC236}">
                <a16:creationId xmlns:a16="http://schemas.microsoft.com/office/drawing/2014/main" id="{99472F89-41B6-6BE5-614F-C1C661097692}"/>
              </a:ext>
            </a:extLst>
          </p:cNvPr>
          <p:cNvSpPr txBox="1"/>
          <p:nvPr/>
        </p:nvSpPr>
        <p:spPr>
          <a:xfrm>
            <a:off x="869323" y="845770"/>
            <a:ext cx="922047" cy="276999"/>
          </a:xfrm>
          <a:prstGeom prst="rect">
            <a:avLst/>
          </a:prstGeom>
          <a:noFill/>
        </p:spPr>
        <p:txBody>
          <a:bodyPr wrap="none" rtlCol="0">
            <a:spAutoFit/>
          </a:bodyPr>
          <a:lstStyle/>
          <a:p>
            <a:r>
              <a:rPr lang="en-IN" sz="1200" dirty="0" smtClean="0">
                <a:solidFill>
                  <a:srgbClr val="B4B5B2"/>
                </a:solidFill>
                <a:latin typeface="Poppins Medium" panose="00000600000000000000" pitchFamily="50" charset="0"/>
                <a:cs typeface="Poppins Medium" panose="00000600000000000000" pitchFamily="50" charset="0"/>
              </a:rPr>
              <a:t>About Me</a:t>
            </a:r>
            <a:endParaRPr lang="en-IN" sz="1200" dirty="0">
              <a:solidFill>
                <a:srgbClr val="B4B5B2"/>
              </a:solidFill>
              <a:latin typeface="Poppins Medium" panose="00000600000000000000" pitchFamily="50" charset="0"/>
              <a:cs typeface="Poppins Medium" panose="00000600000000000000" pitchFamily="50" charset="0"/>
            </a:endParaRPr>
          </a:p>
        </p:txBody>
      </p:sp>
      <p:sp>
        <p:nvSpPr>
          <p:cNvPr id="95" name="Graphic 14">
            <a:hlinkClick r:id="rId2" action="ppaction://hlinksldjump"/>
            <a:extLst>
              <a:ext uri="{FF2B5EF4-FFF2-40B4-BE49-F238E27FC236}">
                <a16:creationId xmlns:a16="http://schemas.microsoft.com/office/drawing/2014/main" id="{C71D05A0-672A-F4C5-AAB9-245A986914A1}"/>
              </a:ext>
            </a:extLst>
          </p:cNvPr>
          <p:cNvSpPr/>
          <p:nvPr/>
        </p:nvSpPr>
        <p:spPr>
          <a:xfrm>
            <a:off x="400079" y="837919"/>
            <a:ext cx="205404" cy="204111"/>
          </a:xfrm>
          <a:custGeom>
            <a:avLst/>
            <a:gdLst>
              <a:gd name="connsiteX0" fmla="*/ 535467 w 535484"/>
              <a:gd name="connsiteY0" fmla="*/ 325659 h 532115"/>
              <a:gd name="connsiteX1" fmla="*/ 535467 w 535484"/>
              <a:gd name="connsiteY1" fmla="*/ 468764 h 532115"/>
              <a:gd name="connsiteX2" fmla="*/ 472362 w 535484"/>
              <a:gd name="connsiteY2" fmla="*/ 532084 h 532115"/>
              <a:gd name="connsiteX3" fmla="*/ 379443 w 535484"/>
              <a:gd name="connsiteY3" fmla="*/ 532084 h 532115"/>
              <a:gd name="connsiteX4" fmla="*/ 337191 w 535484"/>
              <a:gd name="connsiteY4" fmla="*/ 489882 h 532115"/>
              <a:gd name="connsiteX5" fmla="*/ 337191 w 535484"/>
              <a:gd name="connsiteY5" fmla="*/ 386429 h 532115"/>
              <a:gd name="connsiteX6" fmla="*/ 314400 w 535484"/>
              <a:gd name="connsiteY6" fmla="*/ 363555 h 532115"/>
              <a:gd name="connsiteX7" fmla="*/ 220852 w 535484"/>
              <a:gd name="connsiteY7" fmla="*/ 363555 h 532115"/>
              <a:gd name="connsiteX8" fmla="*/ 198393 w 535484"/>
              <a:gd name="connsiteY8" fmla="*/ 386114 h 532115"/>
              <a:gd name="connsiteX9" fmla="*/ 198393 w 535484"/>
              <a:gd name="connsiteY9" fmla="*/ 489567 h 532115"/>
              <a:gd name="connsiteX10" fmla="*/ 155825 w 535484"/>
              <a:gd name="connsiteY10" fmla="*/ 532084 h 532115"/>
              <a:gd name="connsiteX11" fmla="*/ 62277 w 535484"/>
              <a:gd name="connsiteY11" fmla="*/ 532084 h 532115"/>
              <a:gd name="connsiteX12" fmla="*/ 83 w 535484"/>
              <a:gd name="connsiteY12" fmla="*/ 469691 h 532115"/>
              <a:gd name="connsiteX13" fmla="*/ 0 w 535484"/>
              <a:gd name="connsiteY13" fmla="*/ 179772 h 532115"/>
              <a:gd name="connsiteX14" fmla="*/ 22277 w 535484"/>
              <a:gd name="connsiteY14" fmla="*/ 140584 h 532115"/>
              <a:gd name="connsiteX15" fmla="*/ 245448 w 535484"/>
              <a:gd name="connsiteY15" fmla="*/ 6737 h 532115"/>
              <a:gd name="connsiteX16" fmla="*/ 289854 w 535484"/>
              <a:gd name="connsiteY16" fmla="*/ 6605 h 532115"/>
              <a:gd name="connsiteX17" fmla="*/ 514548 w 535484"/>
              <a:gd name="connsiteY17" fmla="*/ 141412 h 532115"/>
              <a:gd name="connsiteX18" fmla="*/ 535484 w 535484"/>
              <a:gd name="connsiteY18" fmla="*/ 178844 h 532115"/>
              <a:gd name="connsiteX19" fmla="*/ 535451 w 535484"/>
              <a:gd name="connsiteY19" fmla="*/ 325676 h 532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35484" h="532115">
                <a:moveTo>
                  <a:pt x="535467" y="325659"/>
                </a:moveTo>
                <a:cubicBezTo>
                  <a:pt x="535467" y="373361"/>
                  <a:pt x="535467" y="421062"/>
                  <a:pt x="535467" y="468764"/>
                </a:cubicBezTo>
                <a:cubicBezTo>
                  <a:pt x="535467" y="506826"/>
                  <a:pt x="510308" y="532051"/>
                  <a:pt x="472362" y="532084"/>
                </a:cubicBezTo>
                <a:cubicBezTo>
                  <a:pt x="441389" y="532101"/>
                  <a:pt x="410416" y="532118"/>
                  <a:pt x="379443" y="532084"/>
                </a:cubicBezTo>
                <a:cubicBezTo>
                  <a:pt x="353853" y="532051"/>
                  <a:pt x="337224" y="515439"/>
                  <a:pt x="337191" y="489882"/>
                </a:cubicBezTo>
                <a:cubicBezTo>
                  <a:pt x="337158" y="455398"/>
                  <a:pt x="337191" y="420913"/>
                  <a:pt x="337191" y="386429"/>
                </a:cubicBezTo>
                <a:cubicBezTo>
                  <a:pt x="337191" y="371307"/>
                  <a:pt x="329473" y="363555"/>
                  <a:pt x="314400" y="363555"/>
                </a:cubicBezTo>
                <a:cubicBezTo>
                  <a:pt x="283212" y="363555"/>
                  <a:pt x="252040" y="363539"/>
                  <a:pt x="220852" y="363555"/>
                </a:cubicBezTo>
                <a:cubicBezTo>
                  <a:pt x="206127" y="363555"/>
                  <a:pt x="198409" y="371323"/>
                  <a:pt x="198393" y="386114"/>
                </a:cubicBezTo>
                <a:cubicBezTo>
                  <a:pt x="198376" y="420599"/>
                  <a:pt x="198409" y="455083"/>
                  <a:pt x="198393" y="489567"/>
                </a:cubicBezTo>
                <a:cubicBezTo>
                  <a:pt x="198376" y="515538"/>
                  <a:pt x="181813" y="532068"/>
                  <a:pt x="155825" y="532084"/>
                </a:cubicBezTo>
                <a:cubicBezTo>
                  <a:pt x="124637" y="532118"/>
                  <a:pt x="93465" y="532134"/>
                  <a:pt x="62277" y="532084"/>
                </a:cubicBezTo>
                <a:cubicBezTo>
                  <a:pt x="25573" y="532018"/>
                  <a:pt x="99" y="506461"/>
                  <a:pt x="83" y="469691"/>
                </a:cubicBezTo>
                <a:cubicBezTo>
                  <a:pt x="50" y="373046"/>
                  <a:pt x="149" y="276401"/>
                  <a:pt x="0" y="179772"/>
                </a:cubicBezTo>
                <a:cubicBezTo>
                  <a:pt x="-33" y="162215"/>
                  <a:pt x="7288" y="149544"/>
                  <a:pt x="22277" y="140584"/>
                </a:cubicBezTo>
                <a:cubicBezTo>
                  <a:pt x="96728" y="96062"/>
                  <a:pt x="171080" y="51375"/>
                  <a:pt x="245448" y="6737"/>
                </a:cubicBezTo>
                <a:cubicBezTo>
                  <a:pt x="260239" y="-2140"/>
                  <a:pt x="275030" y="-2306"/>
                  <a:pt x="289854" y="6605"/>
                </a:cubicBezTo>
                <a:cubicBezTo>
                  <a:pt x="364752" y="51541"/>
                  <a:pt x="439650" y="96493"/>
                  <a:pt x="514548" y="141412"/>
                </a:cubicBezTo>
                <a:cubicBezTo>
                  <a:pt x="528693" y="149892"/>
                  <a:pt x="535501" y="162364"/>
                  <a:pt x="535484" y="178844"/>
                </a:cubicBezTo>
                <a:cubicBezTo>
                  <a:pt x="535418" y="227788"/>
                  <a:pt x="535451" y="276732"/>
                  <a:pt x="535451" y="325676"/>
                </a:cubicBezTo>
                <a:close/>
              </a:path>
            </a:pathLst>
          </a:custGeom>
          <a:solidFill>
            <a:srgbClr val="B4B5B2"/>
          </a:solidFill>
          <a:ln w="1651" cap="flat">
            <a:noFill/>
            <a:prstDash val="solid"/>
            <a:miter/>
          </a:ln>
        </p:spPr>
        <p:txBody>
          <a:bodyPr rtlCol="0" anchor="ctr"/>
          <a:lstStyle/>
          <a:p>
            <a:endParaRPr lang="en-IN"/>
          </a:p>
        </p:txBody>
      </p:sp>
      <p:sp>
        <p:nvSpPr>
          <p:cNvPr id="97" name="TextBox 96">
            <a:hlinkClick r:id="rId3" action="ppaction://hlinksldjump"/>
            <a:extLst>
              <a:ext uri="{FF2B5EF4-FFF2-40B4-BE49-F238E27FC236}">
                <a16:creationId xmlns:a16="http://schemas.microsoft.com/office/drawing/2014/main" id="{6BED572A-7E35-8790-87A5-FA2CF0767818}"/>
              </a:ext>
            </a:extLst>
          </p:cNvPr>
          <p:cNvSpPr txBox="1"/>
          <p:nvPr/>
        </p:nvSpPr>
        <p:spPr>
          <a:xfrm>
            <a:off x="869323" y="1302704"/>
            <a:ext cx="1007007" cy="276999"/>
          </a:xfrm>
          <a:prstGeom prst="rect">
            <a:avLst/>
          </a:prstGeom>
          <a:noFill/>
        </p:spPr>
        <p:txBody>
          <a:bodyPr wrap="none" rtlCol="0">
            <a:spAutoFit/>
          </a:bodyPr>
          <a:lstStyle/>
          <a:p>
            <a:r>
              <a:rPr lang="en-IN" sz="1200" dirty="0" smtClean="0">
                <a:solidFill>
                  <a:srgbClr val="B4B5B2"/>
                </a:solidFill>
                <a:latin typeface="Poppins Medium" panose="00000600000000000000" pitchFamily="50" charset="0"/>
                <a:cs typeface="Poppins Medium" panose="00000600000000000000" pitchFamily="50" charset="0"/>
              </a:rPr>
              <a:t>About App</a:t>
            </a:r>
            <a:endParaRPr lang="en-IN" sz="1200" dirty="0">
              <a:solidFill>
                <a:srgbClr val="B4B5B2"/>
              </a:solidFill>
              <a:latin typeface="Poppins Medium" panose="00000600000000000000" pitchFamily="50" charset="0"/>
              <a:cs typeface="Poppins Medium" panose="00000600000000000000" pitchFamily="50" charset="0"/>
            </a:endParaRPr>
          </a:p>
        </p:txBody>
      </p:sp>
      <p:sp>
        <p:nvSpPr>
          <p:cNvPr id="99" name="Graphic 19">
            <a:hlinkClick r:id="rId3" action="ppaction://hlinksldjump"/>
            <a:extLst>
              <a:ext uri="{FF2B5EF4-FFF2-40B4-BE49-F238E27FC236}">
                <a16:creationId xmlns:a16="http://schemas.microsoft.com/office/drawing/2014/main" id="{9278BC7B-1858-EF67-AEEE-5E37F0B94DA0}"/>
              </a:ext>
            </a:extLst>
          </p:cNvPr>
          <p:cNvSpPr/>
          <p:nvPr/>
        </p:nvSpPr>
        <p:spPr>
          <a:xfrm>
            <a:off x="405478" y="1294855"/>
            <a:ext cx="197120" cy="204111"/>
          </a:xfrm>
          <a:custGeom>
            <a:avLst/>
            <a:gdLst>
              <a:gd name="connsiteX0" fmla="*/ 3715304 w 3788950"/>
              <a:gd name="connsiteY0" fmla="*/ 3556921 h 3923333"/>
              <a:gd name="connsiteX1" fmla="*/ 2822431 w 3788950"/>
              <a:gd name="connsiteY1" fmla="*/ 2629852 h 3923333"/>
              <a:gd name="connsiteX2" fmla="*/ 2820430 w 3788950"/>
              <a:gd name="connsiteY2" fmla="*/ 2571845 h 3923333"/>
              <a:gd name="connsiteX3" fmla="*/ 3065128 w 3788950"/>
              <a:gd name="connsiteY3" fmla="*/ 2146459 h 3923333"/>
              <a:gd name="connsiteX4" fmla="*/ 3148186 w 3788950"/>
              <a:gd name="connsiteY4" fmla="*/ 1330071 h 3923333"/>
              <a:gd name="connsiteX5" fmla="*/ 2612214 w 3788950"/>
              <a:gd name="connsiteY5" fmla="*/ 381476 h 3923333"/>
              <a:gd name="connsiteX6" fmla="*/ 1888600 w 3788950"/>
              <a:gd name="connsiteY6" fmla="*/ 29432 h 3923333"/>
              <a:gd name="connsiteX7" fmla="*/ 1718483 w 3788950"/>
              <a:gd name="connsiteY7" fmla="*/ 0 h 3923333"/>
              <a:gd name="connsiteX8" fmla="*/ 1695528 w 3788950"/>
              <a:gd name="connsiteY8" fmla="*/ 0 h 3923333"/>
              <a:gd name="connsiteX9" fmla="*/ 1672573 w 3788950"/>
              <a:gd name="connsiteY9" fmla="*/ 3905 h 3923333"/>
              <a:gd name="connsiteX10" fmla="*/ 1649617 w 3788950"/>
              <a:gd name="connsiteY10" fmla="*/ 0 h 3923333"/>
              <a:gd name="connsiteX11" fmla="*/ 1511695 w 3788950"/>
              <a:gd name="connsiteY11" fmla="*/ 0 h 3923333"/>
              <a:gd name="connsiteX12" fmla="*/ 1495312 w 3788950"/>
              <a:gd name="connsiteY12" fmla="*/ 3905 h 3923333"/>
              <a:gd name="connsiteX13" fmla="*/ 1482073 w 3788950"/>
              <a:gd name="connsiteY13" fmla="*/ 3905 h 3923333"/>
              <a:gd name="connsiteX14" fmla="*/ 1465690 w 3788950"/>
              <a:gd name="connsiteY14" fmla="*/ 0 h 3923333"/>
              <a:gd name="connsiteX15" fmla="*/ 1442734 w 3788950"/>
              <a:gd name="connsiteY15" fmla="*/ 0 h 3923333"/>
              <a:gd name="connsiteX16" fmla="*/ 1374726 w 3788950"/>
              <a:gd name="connsiteY16" fmla="*/ 14288 h 3923333"/>
              <a:gd name="connsiteX17" fmla="*/ 686926 w 3788950"/>
              <a:gd name="connsiteY17" fmla="*/ 281369 h 3923333"/>
              <a:gd name="connsiteX18" fmla="*/ 143429 w 3788950"/>
              <a:gd name="connsiteY18" fmla="*/ 930402 h 3923333"/>
              <a:gd name="connsiteX19" fmla="*/ 20366 w 3788950"/>
              <a:gd name="connsiteY19" fmla="*/ 1830229 h 3923333"/>
              <a:gd name="connsiteX20" fmla="*/ 534145 w 3788950"/>
              <a:gd name="connsiteY20" fmla="*/ 2766251 h 3923333"/>
              <a:gd name="connsiteX21" fmla="*/ 1337102 w 3788950"/>
              <a:gd name="connsiteY21" fmla="*/ 3148298 h 3923333"/>
              <a:gd name="connsiteX22" fmla="*/ 2460385 w 3788950"/>
              <a:gd name="connsiteY22" fmla="*/ 2901791 h 3923333"/>
              <a:gd name="connsiteX23" fmla="*/ 2519059 w 3788950"/>
              <a:gd name="connsiteY23" fmla="*/ 2908364 h 3923333"/>
              <a:gd name="connsiteX24" fmla="*/ 3416219 w 3788950"/>
              <a:gd name="connsiteY24" fmla="*/ 3842004 h 3923333"/>
              <a:gd name="connsiteX25" fmla="*/ 3449461 w 3788950"/>
              <a:gd name="connsiteY25" fmla="*/ 3873722 h 3923333"/>
              <a:gd name="connsiteX26" fmla="*/ 3761786 w 3788950"/>
              <a:gd name="connsiteY26" fmla="*/ 3818192 h 3923333"/>
              <a:gd name="connsiteX27" fmla="*/ 3715400 w 3788950"/>
              <a:gd name="connsiteY27" fmla="*/ 3557016 h 3923333"/>
              <a:gd name="connsiteX28" fmla="*/ 1586086 w 3788950"/>
              <a:gd name="connsiteY28" fmla="*/ 2754535 h 3923333"/>
              <a:gd name="connsiteX29" fmla="*/ 414701 w 3788950"/>
              <a:gd name="connsiteY29" fmla="*/ 1584389 h 3923333"/>
              <a:gd name="connsiteX30" fmla="*/ 1585609 w 3788950"/>
              <a:gd name="connsiteY30" fmla="*/ 413480 h 3923333"/>
              <a:gd name="connsiteX31" fmla="*/ 2754803 w 3788950"/>
              <a:gd name="connsiteY31" fmla="*/ 1585817 h 3923333"/>
              <a:gd name="connsiteX32" fmla="*/ 1586086 w 3788950"/>
              <a:gd name="connsiteY32" fmla="*/ 2754440 h 3923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788950" h="3923333">
                <a:moveTo>
                  <a:pt x="3715304" y="3556921"/>
                </a:moveTo>
                <a:cubicBezTo>
                  <a:pt x="3417934" y="3247644"/>
                  <a:pt x="3120754" y="2938177"/>
                  <a:pt x="2822431" y="2629852"/>
                </a:cubicBezTo>
                <a:cubicBezTo>
                  <a:pt x="2800618" y="2607278"/>
                  <a:pt x="2801380" y="2594896"/>
                  <a:pt x="2820430" y="2571845"/>
                </a:cubicBezTo>
                <a:cubicBezTo>
                  <a:pt x="2925872" y="2444020"/>
                  <a:pt x="3006740" y="2301240"/>
                  <a:pt x="3065128" y="2146459"/>
                </a:cubicBezTo>
                <a:cubicBezTo>
                  <a:pt x="3164950" y="1881950"/>
                  <a:pt x="3194668" y="1608868"/>
                  <a:pt x="3148186" y="1330071"/>
                </a:cubicBezTo>
                <a:cubicBezTo>
                  <a:pt x="3084749" y="949643"/>
                  <a:pt x="2904060" y="632936"/>
                  <a:pt x="2612214" y="381476"/>
                </a:cubicBezTo>
                <a:cubicBezTo>
                  <a:pt x="2402569" y="200787"/>
                  <a:pt x="2160824" y="83630"/>
                  <a:pt x="1888600" y="29432"/>
                </a:cubicBezTo>
                <a:cubicBezTo>
                  <a:pt x="1832116" y="18193"/>
                  <a:pt x="1773823" y="17336"/>
                  <a:pt x="1718483" y="0"/>
                </a:cubicBezTo>
                <a:lnTo>
                  <a:pt x="1695528" y="0"/>
                </a:lnTo>
                <a:cubicBezTo>
                  <a:pt x="1688765" y="6668"/>
                  <a:pt x="1680288" y="2953"/>
                  <a:pt x="1672573" y="3905"/>
                </a:cubicBezTo>
                <a:cubicBezTo>
                  <a:pt x="1664857" y="2858"/>
                  <a:pt x="1656285" y="6572"/>
                  <a:pt x="1649617" y="0"/>
                </a:cubicBezTo>
                <a:lnTo>
                  <a:pt x="1511695" y="0"/>
                </a:lnTo>
                <a:cubicBezTo>
                  <a:pt x="1507123" y="5048"/>
                  <a:pt x="1501027" y="3715"/>
                  <a:pt x="1495312" y="3905"/>
                </a:cubicBezTo>
                <a:cubicBezTo>
                  <a:pt x="1490931" y="3905"/>
                  <a:pt x="1486549" y="3905"/>
                  <a:pt x="1482073" y="3905"/>
                </a:cubicBezTo>
                <a:cubicBezTo>
                  <a:pt x="1476358" y="3619"/>
                  <a:pt x="1470262" y="4953"/>
                  <a:pt x="1465690" y="0"/>
                </a:cubicBezTo>
                <a:lnTo>
                  <a:pt x="1442734" y="0"/>
                </a:lnTo>
                <a:cubicBezTo>
                  <a:pt x="1422256" y="14764"/>
                  <a:pt x="1397491" y="11240"/>
                  <a:pt x="1374726" y="14288"/>
                </a:cubicBezTo>
                <a:cubicBezTo>
                  <a:pt x="1123456" y="46958"/>
                  <a:pt x="894475" y="137827"/>
                  <a:pt x="686926" y="281369"/>
                </a:cubicBezTo>
                <a:cubicBezTo>
                  <a:pt x="446705" y="447485"/>
                  <a:pt x="265635" y="664464"/>
                  <a:pt x="143429" y="930402"/>
                </a:cubicBezTo>
                <a:cubicBezTo>
                  <a:pt x="11317" y="1218057"/>
                  <a:pt x="-29069" y="1519142"/>
                  <a:pt x="20366" y="1830229"/>
                </a:cubicBezTo>
                <a:cubicBezTo>
                  <a:pt x="79516" y="2202275"/>
                  <a:pt x="252967" y="2514886"/>
                  <a:pt x="534145" y="2766251"/>
                </a:cubicBezTo>
                <a:cubicBezTo>
                  <a:pt x="764269" y="2971895"/>
                  <a:pt x="1032112" y="3102293"/>
                  <a:pt x="1337102" y="3148298"/>
                </a:cubicBezTo>
                <a:cubicBezTo>
                  <a:pt x="1741724" y="3209354"/>
                  <a:pt x="2118057" y="3128963"/>
                  <a:pt x="2460385" y="2901791"/>
                </a:cubicBezTo>
                <a:cubicBezTo>
                  <a:pt x="2485722" y="2885027"/>
                  <a:pt x="2498009" y="2886456"/>
                  <a:pt x="2519059" y="2908364"/>
                </a:cubicBezTo>
                <a:cubicBezTo>
                  <a:pt x="2817383" y="3220212"/>
                  <a:pt x="3116944" y="3531013"/>
                  <a:pt x="3416219" y="3842004"/>
                </a:cubicBezTo>
                <a:cubicBezTo>
                  <a:pt x="3426792" y="3853053"/>
                  <a:pt x="3437841" y="3863721"/>
                  <a:pt x="3449461" y="3873722"/>
                </a:cubicBezTo>
                <a:cubicBezTo>
                  <a:pt x="3547950" y="3958304"/>
                  <a:pt x="3698635" y="3931444"/>
                  <a:pt x="3761786" y="3818192"/>
                </a:cubicBezTo>
                <a:cubicBezTo>
                  <a:pt x="3810078" y="3731609"/>
                  <a:pt x="3793600" y="3638360"/>
                  <a:pt x="3715400" y="3557016"/>
                </a:cubicBezTo>
                <a:close/>
                <a:moveTo>
                  <a:pt x="1586086" y="2754535"/>
                </a:moveTo>
                <a:cubicBezTo>
                  <a:pt x="944291" y="2758059"/>
                  <a:pt x="415273" y="2229517"/>
                  <a:pt x="414701" y="1584389"/>
                </a:cubicBezTo>
                <a:cubicBezTo>
                  <a:pt x="414225" y="939832"/>
                  <a:pt x="941434" y="412623"/>
                  <a:pt x="1585609" y="413480"/>
                </a:cubicBezTo>
                <a:cubicBezTo>
                  <a:pt x="2230738" y="414337"/>
                  <a:pt x="2758137" y="943261"/>
                  <a:pt x="2754803" y="1585817"/>
                </a:cubicBezTo>
                <a:cubicBezTo>
                  <a:pt x="2751469" y="2232374"/>
                  <a:pt x="2232833" y="2750915"/>
                  <a:pt x="1586086" y="2754440"/>
                </a:cubicBezTo>
                <a:close/>
              </a:path>
            </a:pathLst>
          </a:custGeom>
          <a:solidFill>
            <a:srgbClr val="C1C1C1"/>
          </a:solidFill>
          <a:ln w="9525" cap="flat">
            <a:noFill/>
            <a:prstDash val="solid"/>
            <a:miter/>
          </a:ln>
        </p:spPr>
        <p:txBody>
          <a:bodyPr rtlCol="0" anchor="ctr"/>
          <a:lstStyle/>
          <a:p>
            <a:endParaRPr lang="en-IN"/>
          </a:p>
        </p:txBody>
      </p:sp>
      <p:sp>
        <p:nvSpPr>
          <p:cNvPr id="100" name="TextBox 99">
            <a:hlinkClick r:id="rId4" action="ppaction://hlinksldjump"/>
            <a:extLst>
              <a:ext uri="{FF2B5EF4-FFF2-40B4-BE49-F238E27FC236}">
                <a16:creationId xmlns:a16="http://schemas.microsoft.com/office/drawing/2014/main" id="{A5431F88-83C9-7422-4745-6739D986ECFB}"/>
              </a:ext>
            </a:extLst>
          </p:cNvPr>
          <p:cNvSpPr txBox="1"/>
          <p:nvPr/>
        </p:nvSpPr>
        <p:spPr>
          <a:xfrm>
            <a:off x="869323" y="1751789"/>
            <a:ext cx="1665841" cy="276999"/>
          </a:xfrm>
          <a:prstGeom prst="rect">
            <a:avLst/>
          </a:prstGeom>
          <a:noFill/>
        </p:spPr>
        <p:txBody>
          <a:bodyPr wrap="none" rtlCol="0">
            <a:spAutoFit/>
          </a:bodyPr>
          <a:lstStyle/>
          <a:p>
            <a:r>
              <a:rPr lang="en-IN" sz="1200" dirty="0">
                <a:solidFill>
                  <a:srgbClr val="B4B5B2"/>
                </a:solidFill>
                <a:latin typeface="Poppins Medium" panose="00000600000000000000" pitchFamily="50" charset="0"/>
                <a:cs typeface="Poppins Medium" panose="00000600000000000000" pitchFamily="50" charset="0"/>
              </a:rPr>
              <a:t>Kế Hoạch Phát Triển</a:t>
            </a:r>
            <a:endParaRPr lang="en-IN" sz="1200" dirty="0">
              <a:solidFill>
                <a:srgbClr val="B4B5B2"/>
              </a:solidFill>
              <a:latin typeface="Poppins Medium" panose="00000600000000000000" pitchFamily="50" charset="0"/>
              <a:cs typeface="Poppins Medium" panose="00000600000000000000" pitchFamily="50" charset="0"/>
            </a:endParaRPr>
          </a:p>
        </p:txBody>
      </p:sp>
      <p:grpSp>
        <p:nvGrpSpPr>
          <p:cNvPr id="103" name="Group 102">
            <a:extLst>
              <a:ext uri="{FF2B5EF4-FFF2-40B4-BE49-F238E27FC236}">
                <a16:creationId xmlns:a16="http://schemas.microsoft.com/office/drawing/2014/main" id="{BE2277F9-97B3-985A-3262-6412F2209E10}"/>
              </a:ext>
            </a:extLst>
          </p:cNvPr>
          <p:cNvGrpSpPr/>
          <p:nvPr/>
        </p:nvGrpSpPr>
        <p:grpSpPr>
          <a:xfrm>
            <a:off x="431322" y="1764517"/>
            <a:ext cx="177294" cy="204783"/>
            <a:chOff x="431322" y="1764517"/>
            <a:chExt cx="177294" cy="204783"/>
          </a:xfrm>
        </p:grpSpPr>
        <p:sp>
          <p:nvSpPr>
            <p:cNvPr id="122" name="Freeform: Shape 121">
              <a:hlinkClick r:id="rId4" action="ppaction://hlinksldjump"/>
              <a:extLst>
                <a:ext uri="{FF2B5EF4-FFF2-40B4-BE49-F238E27FC236}">
                  <a16:creationId xmlns:a16="http://schemas.microsoft.com/office/drawing/2014/main" id="{0EE6EE69-9520-2E31-DF8B-0B561312EDE9}"/>
                </a:ext>
              </a:extLst>
            </p:cNvPr>
            <p:cNvSpPr/>
            <p:nvPr/>
          </p:nvSpPr>
          <p:spPr>
            <a:xfrm>
              <a:off x="431322" y="1765205"/>
              <a:ext cx="15953" cy="203670"/>
            </a:xfrm>
            <a:custGeom>
              <a:avLst/>
              <a:gdLst>
                <a:gd name="connsiteX0" fmla="*/ 42232 w 84464"/>
                <a:gd name="connsiteY0" fmla="*/ 0 h 1078327"/>
                <a:gd name="connsiteX1" fmla="*/ 84464 w 84464"/>
                <a:gd name="connsiteY1" fmla="*/ 42232 h 1078327"/>
                <a:gd name="connsiteX2" fmla="*/ 84464 w 84464"/>
                <a:gd name="connsiteY2" fmla="*/ 1036095 h 1078327"/>
                <a:gd name="connsiteX3" fmla="*/ 42232 w 84464"/>
                <a:gd name="connsiteY3" fmla="*/ 1078327 h 1078327"/>
                <a:gd name="connsiteX4" fmla="*/ 42232 w 84464"/>
                <a:gd name="connsiteY4" fmla="*/ 1078327 h 1078327"/>
                <a:gd name="connsiteX5" fmla="*/ 0 w 84464"/>
                <a:gd name="connsiteY5" fmla="*/ 1036095 h 1078327"/>
                <a:gd name="connsiteX6" fmla="*/ 0 w 84464"/>
                <a:gd name="connsiteY6" fmla="*/ 42232 h 1078327"/>
                <a:gd name="connsiteX7" fmla="*/ 42232 w 84464"/>
                <a:gd name="connsiteY7" fmla="*/ 0 h 107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464" h="1078327">
                  <a:moveTo>
                    <a:pt x="42232" y="0"/>
                  </a:moveTo>
                  <a:cubicBezTo>
                    <a:pt x="65556" y="0"/>
                    <a:pt x="84464" y="18908"/>
                    <a:pt x="84464" y="42232"/>
                  </a:cubicBezTo>
                  <a:lnTo>
                    <a:pt x="84464" y="1036095"/>
                  </a:lnTo>
                  <a:cubicBezTo>
                    <a:pt x="84464" y="1059419"/>
                    <a:pt x="65556" y="1078327"/>
                    <a:pt x="42232" y="1078327"/>
                  </a:cubicBezTo>
                  <a:lnTo>
                    <a:pt x="42232" y="1078327"/>
                  </a:lnTo>
                  <a:cubicBezTo>
                    <a:pt x="18908" y="1078327"/>
                    <a:pt x="0" y="1059419"/>
                    <a:pt x="0" y="1036095"/>
                  </a:cubicBezTo>
                  <a:lnTo>
                    <a:pt x="0" y="42232"/>
                  </a:lnTo>
                  <a:cubicBezTo>
                    <a:pt x="0" y="18908"/>
                    <a:pt x="18908" y="0"/>
                    <a:pt x="42232" y="0"/>
                  </a:cubicBezTo>
                  <a:close/>
                </a:path>
              </a:pathLst>
            </a:custGeom>
            <a:solidFill>
              <a:srgbClr val="C1C1C1"/>
            </a:solidFill>
            <a:ln w="56029" cap="flat">
              <a:noFill/>
              <a:prstDash val="solid"/>
              <a:miter/>
            </a:ln>
          </p:spPr>
          <p:txBody>
            <a:bodyPr rtlCol="0" anchor="ctr"/>
            <a:lstStyle/>
            <a:p>
              <a:endParaRPr lang="en-IN"/>
            </a:p>
          </p:txBody>
        </p:sp>
        <p:sp>
          <p:nvSpPr>
            <p:cNvPr id="123" name="Freeform: Shape 122">
              <a:hlinkClick r:id="rId4" action="ppaction://hlinksldjump"/>
              <a:extLst>
                <a:ext uri="{FF2B5EF4-FFF2-40B4-BE49-F238E27FC236}">
                  <a16:creationId xmlns:a16="http://schemas.microsoft.com/office/drawing/2014/main" id="{47A641C6-98BE-312B-834E-FF571ED93DB5}"/>
                </a:ext>
              </a:extLst>
            </p:cNvPr>
            <p:cNvSpPr/>
            <p:nvPr/>
          </p:nvSpPr>
          <p:spPr>
            <a:xfrm>
              <a:off x="469291" y="1765205"/>
              <a:ext cx="15953" cy="203670"/>
            </a:xfrm>
            <a:custGeom>
              <a:avLst/>
              <a:gdLst>
                <a:gd name="connsiteX0" fmla="*/ 42232 w 84464"/>
                <a:gd name="connsiteY0" fmla="*/ 0 h 1078327"/>
                <a:gd name="connsiteX1" fmla="*/ 84464 w 84464"/>
                <a:gd name="connsiteY1" fmla="*/ 42232 h 1078327"/>
                <a:gd name="connsiteX2" fmla="*/ 84464 w 84464"/>
                <a:gd name="connsiteY2" fmla="*/ 1036095 h 1078327"/>
                <a:gd name="connsiteX3" fmla="*/ 42232 w 84464"/>
                <a:gd name="connsiteY3" fmla="*/ 1078327 h 1078327"/>
                <a:gd name="connsiteX4" fmla="*/ 42232 w 84464"/>
                <a:gd name="connsiteY4" fmla="*/ 1078327 h 1078327"/>
                <a:gd name="connsiteX5" fmla="*/ 0 w 84464"/>
                <a:gd name="connsiteY5" fmla="*/ 1036095 h 1078327"/>
                <a:gd name="connsiteX6" fmla="*/ 0 w 84464"/>
                <a:gd name="connsiteY6" fmla="*/ 42232 h 1078327"/>
                <a:gd name="connsiteX7" fmla="*/ 42232 w 84464"/>
                <a:gd name="connsiteY7" fmla="*/ 0 h 1078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4464" h="1078327">
                  <a:moveTo>
                    <a:pt x="42232" y="0"/>
                  </a:moveTo>
                  <a:cubicBezTo>
                    <a:pt x="65556" y="0"/>
                    <a:pt x="84464" y="18908"/>
                    <a:pt x="84464" y="42232"/>
                  </a:cubicBezTo>
                  <a:lnTo>
                    <a:pt x="84464" y="1036095"/>
                  </a:lnTo>
                  <a:cubicBezTo>
                    <a:pt x="84464" y="1059419"/>
                    <a:pt x="65556" y="1078327"/>
                    <a:pt x="42232" y="1078327"/>
                  </a:cubicBezTo>
                  <a:lnTo>
                    <a:pt x="42232" y="1078327"/>
                  </a:lnTo>
                  <a:cubicBezTo>
                    <a:pt x="18908" y="1078327"/>
                    <a:pt x="0" y="1059419"/>
                    <a:pt x="0" y="1036095"/>
                  </a:cubicBezTo>
                  <a:lnTo>
                    <a:pt x="0" y="42232"/>
                  </a:lnTo>
                  <a:cubicBezTo>
                    <a:pt x="0" y="18908"/>
                    <a:pt x="18908" y="0"/>
                    <a:pt x="42232" y="0"/>
                  </a:cubicBezTo>
                  <a:close/>
                </a:path>
              </a:pathLst>
            </a:custGeom>
            <a:solidFill>
              <a:srgbClr val="C1C1C1"/>
            </a:solidFill>
            <a:ln w="56029" cap="flat">
              <a:noFill/>
              <a:prstDash val="solid"/>
              <a:miter/>
            </a:ln>
          </p:spPr>
          <p:txBody>
            <a:bodyPr rtlCol="0" anchor="ctr"/>
            <a:lstStyle/>
            <a:p>
              <a:endParaRPr lang="en-IN"/>
            </a:p>
          </p:txBody>
        </p:sp>
        <p:sp>
          <p:nvSpPr>
            <p:cNvPr id="124" name="Freeform: Shape 123">
              <a:hlinkClick r:id="rId4" action="ppaction://hlinksldjump"/>
              <a:extLst>
                <a:ext uri="{FF2B5EF4-FFF2-40B4-BE49-F238E27FC236}">
                  <a16:creationId xmlns:a16="http://schemas.microsoft.com/office/drawing/2014/main" id="{745C7D70-F929-F812-7494-F65FBF77B2C1}"/>
                </a:ext>
              </a:extLst>
            </p:cNvPr>
            <p:cNvSpPr/>
            <p:nvPr/>
          </p:nvSpPr>
          <p:spPr>
            <a:xfrm>
              <a:off x="509599" y="1764517"/>
              <a:ext cx="99017" cy="204783"/>
            </a:xfrm>
            <a:custGeom>
              <a:avLst/>
              <a:gdLst>
                <a:gd name="connsiteX0" fmla="*/ 482010 w 524241"/>
                <a:gd name="connsiteY0" fmla="*/ 1083659 h 1084222"/>
                <a:gd name="connsiteX1" fmla="*/ 42232 w 524241"/>
                <a:gd name="connsiteY1" fmla="*/ 1083659 h 1084222"/>
                <a:gd name="connsiteX2" fmla="*/ 0 w 524241"/>
                <a:gd name="connsiteY2" fmla="*/ 1041427 h 1084222"/>
                <a:gd name="connsiteX3" fmla="*/ 0 w 524241"/>
                <a:gd name="connsiteY3" fmla="*/ 41933 h 1084222"/>
                <a:gd name="connsiteX4" fmla="*/ 19708 w 524241"/>
                <a:gd name="connsiteY4" fmla="*/ 6458 h 1084222"/>
                <a:gd name="connsiteX5" fmla="*/ 60251 w 524241"/>
                <a:gd name="connsiteY5" fmla="*/ 4206 h 1084222"/>
                <a:gd name="connsiteX6" fmla="*/ 500029 w 524241"/>
                <a:gd name="connsiteY6" fmla="*/ 213114 h 1084222"/>
                <a:gd name="connsiteX7" fmla="*/ 524242 w 524241"/>
                <a:gd name="connsiteY7" fmla="*/ 251405 h 1084222"/>
                <a:gd name="connsiteX8" fmla="*/ 524242 w 524241"/>
                <a:gd name="connsiteY8" fmla="*/ 1041990 h 1084222"/>
                <a:gd name="connsiteX9" fmla="*/ 482010 w 524241"/>
                <a:gd name="connsiteY9" fmla="*/ 1084222 h 1084222"/>
                <a:gd name="connsiteX10" fmla="*/ 84464 w 524241"/>
                <a:gd name="connsiteY10" fmla="*/ 999195 h 1084222"/>
                <a:gd name="connsiteX11" fmla="*/ 439777 w 524241"/>
                <a:gd name="connsiteY11" fmla="*/ 999195 h 1084222"/>
                <a:gd name="connsiteX12" fmla="*/ 439777 w 524241"/>
                <a:gd name="connsiteY12" fmla="*/ 277307 h 1084222"/>
                <a:gd name="connsiteX13" fmla="*/ 84464 w 524241"/>
                <a:gd name="connsiteY13" fmla="*/ 108941 h 1084222"/>
                <a:gd name="connsiteX14" fmla="*/ 84464 w 524241"/>
                <a:gd name="connsiteY14" fmla="*/ 999195 h 1084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24241" h="1084222">
                  <a:moveTo>
                    <a:pt x="482010" y="1083659"/>
                  </a:moveTo>
                  <a:lnTo>
                    <a:pt x="42232" y="1083659"/>
                  </a:lnTo>
                  <a:cubicBezTo>
                    <a:pt x="19145" y="1083659"/>
                    <a:pt x="0" y="1064514"/>
                    <a:pt x="0" y="1041427"/>
                  </a:cubicBezTo>
                  <a:lnTo>
                    <a:pt x="0" y="41933"/>
                  </a:lnTo>
                  <a:cubicBezTo>
                    <a:pt x="0" y="27293"/>
                    <a:pt x="7320" y="13778"/>
                    <a:pt x="19708" y="6458"/>
                  </a:cubicBezTo>
                  <a:cubicBezTo>
                    <a:pt x="31533" y="-1425"/>
                    <a:pt x="47300" y="-1988"/>
                    <a:pt x="60251" y="4206"/>
                  </a:cubicBezTo>
                  <a:lnTo>
                    <a:pt x="500029" y="213114"/>
                  </a:lnTo>
                  <a:cubicBezTo>
                    <a:pt x="514669" y="219871"/>
                    <a:pt x="524242" y="235075"/>
                    <a:pt x="524242" y="251405"/>
                  </a:cubicBezTo>
                  <a:lnTo>
                    <a:pt x="524242" y="1041990"/>
                  </a:lnTo>
                  <a:cubicBezTo>
                    <a:pt x="524242" y="1065077"/>
                    <a:pt x="505096" y="1084222"/>
                    <a:pt x="482010" y="1084222"/>
                  </a:cubicBezTo>
                  <a:close/>
                  <a:moveTo>
                    <a:pt x="84464" y="999195"/>
                  </a:moveTo>
                  <a:lnTo>
                    <a:pt x="439777" y="999195"/>
                  </a:lnTo>
                  <a:lnTo>
                    <a:pt x="439777" y="277307"/>
                  </a:lnTo>
                  <a:lnTo>
                    <a:pt x="84464" y="108941"/>
                  </a:lnTo>
                  <a:lnTo>
                    <a:pt x="84464" y="999195"/>
                  </a:lnTo>
                  <a:close/>
                </a:path>
              </a:pathLst>
            </a:custGeom>
            <a:solidFill>
              <a:srgbClr val="C1C1C1"/>
            </a:solidFill>
            <a:ln w="56029" cap="flat">
              <a:noFill/>
              <a:prstDash val="solid"/>
              <a:miter/>
            </a:ln>
          </p:spPr>
          <p:txBody>
            <a:bodyPr rtlCol="0" anchor="ctr"/>
            <a:lstStyle/>
            <a:p>
              <a:endParaRPr lang="en-IN" dirty="0"/>
            </a:p>
          </p:txBody>
        </p:sp>
      </p:grpSp>
      <p:sp>
        <p:nvSpPr>
          <p:cNvPr id="125" name="TextBox 124">
            <a:hlinkClick r:id="rId5" action="ppaction://hlinksldjump"/>
            <a:extLst>
              <a:ext uri="{FF2B5EF4-FFF2-40B4-BE49-F238E27FC236}">
                <a16:creationId xmlns:a16="http://schemas.microsoft.com/office/drawing/2014/main" id="{D5CD68C2-E31B-E9B0-FC06-F6A91816E6FA}"/>
              </a:ext>
            </a:extLst>
          </p:cNvPr>
          <p:cNvSpPr txBox="1"/>
          <p:nvPr/>
        </p:nvSpPr>
        <p:spPr>
          <a:xfrm>
            <a:off x="869323" y="2200874"/>
            <a:ext cx="646331" cy="276999"/>
          </a:xfrm>
          <a:prstGeom prst="rect">
            <a:avLst/>
          </a:prstGeom>
          <a:noFill/>
        </p:spPr>
        <p:txBody>
          <a:bodyPr wrap="none" rtlCol="0">
            <a:spAutoFit/>
          </a:bodyPr>
          <a:lstStyle/>
          <a:p>
            <a:r>
              <a:rPr lang="en-IN" sz="1200" dirty="0" smtClean="0">
                <a:solidFill>
                  <a:srgbClr val="B4B5B2"/>
                </a:solidFill>
                <a:latin typeface="Poppins Medium" panose="00000600000000000000" pitchFamily="50" charset="0"/>
                <a:cs typeface="Poppins Medium" panose="00000600000000000000" pitchFamily="50" charset="0"/>
              </a:rPr>
              <a:t>Demo</a:t>
            </a:r>
            <a:endParaRPr lang="en-IN" sz="1200" dirty="0">
              <a:solidFill>
                <a:srgbClr val="B4B5B2"/>
              </a:solidFill>
              <a:latin typeface="Poppins Medium" panose="00000600000000000000" pitchFamily="50" charset="0"/>
              <a:cs typeface="Poppins Medium" panose="00000600000000000000" pitchFamily="50" charset="0"/>
            </a:endParaRPr>
          </a:p>
        </p:txBody>
      </p:sp>
      <p:grpSp>
        <p:nvGrpSpPr>
          <p:cNvPr id="126" name="Group 125">
            <a:extLst>
              <a:ext uri="{FF2B5EF4-FFF2-40B4-BE49-F238E27FC236}">
                <a16:creationId xmlns:a16="http://schemas.microsoft.com/office/drawing/2014/main" id="{B68DC030-4F42-999E-B15D-290E41B7569D}"/>
              </a:ext>
            </a:extLst>
          </p:cNvPr>
          <p:cNvGrpSpPr/>
          <p:nvPr/>
        </p:nvGrpSpPr>
        <p:grpSpPr>
          <a:xfrm>
            <a:off x="431322" y="2214773"/>
            <a:ext cx="203670" cy="203670"/>
            <a:chOff x="431322" y="2214773"/>
            <a:chExt cx="203670" cy="203670"/>
          </a:xfrm>
        </p:grpSpPr>
        <p:sp>
          <p:nvSpPr>
            <p:cNvPr id="127" name="Rectangle: Rounded Corners 126">
              <a:hlinkClick r:id="rId5" action="ppaction://hlinksldjump"/>
              <a:extLst>
                <a:ext uri="{FF2B5EF4-FFF2-40B4-BE49-F238E27FC236}">
                  <a16:creationId xmlns:a16="http://schemas.microsoft.com/office/drawing/2014/main" id="{7F563970-8F7F-D255-8955-60B631C96D95}"/>
                </a:ext>
              </a:extLst>
            </p:cNvPr>
            <p:cNvSpPr/>
            <p:nvPr/>
          </p:nvSpPr>
          <p:spPr>
            <a:xfrm>
              <a:off x="431322" y="2214773"/>
              <a:ext cx="203670" cy="203670"/>
            </a:xfrm>
            <a:prstGeom prst="roundRect">
              <a:avLst>
                <a:gd name="adj" fmla="val 12600"/>
              </a:avLst>
            </a:prstGeom>
            <a:solidFill>
              <a:srgbClr val="C1C1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28" name="Graphic 127" descr="Add with solid fill">
              <a:hlinkClick r:id="rId5" action="ppaction://hlinksldjump"/>
              <a:extLst>
                <a:ext uri="{FF2B5EF4-FFF2-40B4-BE49-F238E27FC236}">
                  <a16:creationId xmlns:a16="http://schemas.microsoft.com/office/drawing/2014/main" id="{C8818178-BF24-35C7-1863-7621BB9397B8}"/>
                </a:ext>
              </a:extLst>
            </p:cNvPr>
            <p:cNvPicPr>
              <a:picLocks noChangeAspect="1"/>
            </p:cNvPicPr>
            <p:nvPr/>
          </p:nvPicPr>
          <p:blipFill>
            <a:blip r:embed="rId6" cstate="hqprint">
              <a:extLst>
                <a:ext uri="{28A0092B-C50C-407E-A947-70E740481C1C}">
                  <a14:useLocalDpi xmlns:a14="http://schemas.microsoft.com/office/drawing/2010/main" val="0"/>
                </a:ext>
                <a:ext uri="{96DAC541-7B7A-43D3-8B79-37D633B846F1}">
                  <asvg:svgBlip xmlns:asvg="http://schemas.microsoft.com/office/drawing/2016/SVG/main" xmlns="" r:embed="rId11"/>
                </a:ext>
              </a:extLst>
            </a:blip>
            <a:stretch>
              <a:fillRect/>
            </a:stretch>
          </p:blipFill>
          <p:spPr>
            <a:xfrm>
              <a:off x="472263" y="2255714"/>
              <a:ext cx="121788" cy="121788"/>
            </a:xfrm>
            <a:prstGeom prst="rect">
              <a:avLst/>
            </a:prstGeom>
          </p:spPr>
        </p:pic>
      </p:grpSp>
      <p:sp>
        <p:nvSpPr>
          <p:cNvPr id="134" name="TextBox 133">
            <a:hlinkClick r:id="rId5" action="ppaction://hlinksldjump"/>
            <a:extLst>
              <a:ext uri="{FF2B5EF4-FFF2-40B4-BE49-F238E27FC236}">
                <a16:creationId xmlns:a16="http://schemas.microsoft.com/office/drawing/2014/main" id="{2A2FC472-F675-AF66-D4EA-39FFC69C7ABE}"/>
              </a:ext>
            </a:extLst>
          </p:cNvPr>
          <p:cNvSpPr txBox="1"/>
          <p:nvPr/>
        </p:nvSpPr>
        <p:spPr>
          <a:xfrm>
            <a:off x="856561" y="2666537"/>
            <a:ext cx="1274708" cy="276999"/>
          </a:xfrm>
          <a:prstGeom prst="rect">
            <a:avLst/>
          </a:prstGeom>
          <a:noFill/>
        </p:spPr>
        <p:txBody>
          <a:bodyPr wrap="none" rtlCol="0">
            <a:spAutoFit/>
          </a:bodyPr>
          <a:lstStyle/>
          <a:p>
            <a:r>
              <a:rPr lang="en-IN" sz="1200" dirty="0">
                <a:solidFill>
                  <a:srgbClr val="B4B5B2"/>
                </a:solidFill>
                <a:latin typeface="Microsoft PhagsPa" panose="020B0502040204020203" pitchFamily="34" charset="0"/>
                <a:cs typeface="Poppins Medium" panose="00000600000000000000" pitchFamily="50" charset="0"/>
              </a:rPr>
              <a:t>Ưu Nhược Điểm</a:t>
            </a:r>
            <a:endParaRPr lang="en-IN" sz="1200" dirty="0">
              <a:solidFill>
                <a:srgbClr val="B4B5B2"/>
              </a:solidFill>
              <a:latin typeface="Microsoft PhagsPa" panose="020B0502040204020203" pitchFamily="34" charset="0"/>
              <a:cs typeface="Poppins Medium" panose="00000600000000000000" pitchFamily="50" charset="0"/>
            </a:endParaRPr>
          </a:p>
        </p:txBody>
      </p:sp>
      <p:sp>
        <p:nvSpPr>
          <p:cNvPr id="135" name="Freeform: Shape 134">
            <a:hlinkClick r:id="rId5" action="ppaction://hlinksldjump"/>
            <a:extLst>
              <a:ext uri="{FF2B5EF4-FFF2-40B4-BE49-F238E27FC236}">
                <a16:creationId xmlns:a16="http://schemas.microsoft.com/office/drawing/2014/main" id="{41322946-711C-87AE-7249-2FF7656A5BA9}"/>
              </a:ext>
            </a:extLst>
          </p:cNvPr>
          <p:cNvSpPr/>
          <p:nvPr/>
        </p:nvSpPr>
        <p:spPr>
          <a:xfrm>
            <a:off x="440731" y="2702644"/>
            <a:ext cx="154752" cy="204786"/>
          </a:xfrm>
          <a:custGeom>
            <a:avLst/>
            <a:gdLst>
              <a:gd name="connsiteX0" fmla="*/ 467584 w 469298"/>
              <a:gd name="connsiteY0" fmla="*/ 62389 h 621030"/>
              <a:gd name="connsiteX1" fmla="*/ 394242 w 469298"/>
              <a:gd name="connsiteY1" fmla="*/ 0 h 621030"/>
              <a:gd name="connsiteX2" fmla="*/ 75059 w 469298"/>
              <a:gd name="connsiteY2" fmla="*/ 191 h 621030"/>
              <a:gd name="connsiteX3" fmla="*/ 51913 w 469298"/>
              <a:gd name="connsiteY3" fmla="*/ 3715 h 621030"/>
              <a:gd name="connsiteX4" fmla="*/ 1240 w 469298"/>
              <a:gd name="connsiteY4" fmla="*/ 65342 h 621030"/>
              <a:gd name="connsiteX5" fmla="*/ 192 w 469298"/>
              <a:gd name="connsiteY5" fmla="*/ 96203 h 621030"/>
              <a:gd name="connsiteX6" fmla="*/ 192 w 469298"/>
              <a:gd name="connsiteY6" fmla="*/ 590455 h 621030"/>
              <a:gd name="connsiteX7" fmla="*/ 22671 w 469298"/>
              <a:gd name="connsiteY7" fmla="*/ 621030 h 621030"/>
              <a:gd name="connsiteX8" fmla="*/ 32387 w 469298"/>
              <a:gd name="connsiteY8" fmla="*/ 621030 h 621030"/>
              <a:gd name="connsiteX9" fmla="*/ 46674 w 469298"/>
              <a:gd name="connsiteY9" fmla="*/ 615315 h 621030"/>
              <a:gd name="connsiteX10" fmla="*/ 61819 w 469298"/>
              <a:gd name="connsiteY10" fmla="*/ 604171 h 621030"/>
              <a:gd name="connsiteX11" fmla="*/ 227364 w 469298"/>
              <a:gd name="connsiteY11" fmla="*/ 479965 h 621030"/>
              <a:gd name="connsiteX12" fmla="*/ 242223 w 469298"/>
              <a:gd name="connsiteY12" fmla="*/ 479774 h 621030"/>
              <a:gd name="connsiteX13" fmla="*/ 420912 w 469298"/>
              <a:gd name="connsiteY13" fmla="*/ 613791 h 621030"/>
              <a:gd name="connsiteX14" fmla="*/ 435866 w 469298"/>
              <a:gd name="connsiteY14" fmla="*/ 621030 h 621030"/>
              <a:gd name="connsiteX15" fmla="*/ 445581 w 469298"/>
              <a:gd name="connsiteY15" fmla="*/ 621030 h 621030"/>
              <a:gd name="connsiteX16" fmla="*/ 469299 w 469298"/>
              <a:gd name="connsiteY16" fmla="*/ 592265 h 621030"/>
              <a:gd name="connsiteX17" fmla="*/ 469299 w 469298"/>
              <a:gd name="connsiteY17" fmla="*/ 588645 h 621030"/>
              <a:gd name="connsiteX18" fmla="*/ 469299 w 469298"/>
              <a:gd name="connsiteY18" fmla="*/ 79915 h 621030"/>
              <a:gd name="connsiteX19" fmla="*/ 467679 w 469298"/>
              <a:gd name="connsiteY19" fmla="*/ 62484 h 621030"/>
              <a:gd name="connsiteX20" fmla="*/ 415292 w 469298"/>
              <a:gd name="connsiteY20" fmla="*/ 543211 h 621030"/>
              <a:gd name="connsiteX21" fmla="*/ 319470 w 469298"/>
              <a:gd name="connsiteY21" fmla="*/ 471297 h 621030"/>
              <a:gd name="connsiteX22" fmla="*/ 253176 w 469298"/>
              <a:gd name="connsiteY22" fmla="*/ 421577 h 621030"/>
              <a:gd name="connsiteX23" fmla="*/ 216315 w 469298"/>
              <a:gd name="connsiteY23" fmla="*/ 421577 h 621030"/>
              <a:gd name="connsiteX24" fmla="*/ 59438 w 469298"/>
              <a:gd name="connsiteY24" fmla="*/ 539211 h 621030"/>
              <a:gd name="connsiteX25" fmla="*/ 55152 w 469298"/>
              <a:gd name="connsiteY25" fmla="*/ 542354 h 621030"/>
              <a:gd name="connsiteX26" fmla="*/ 54009 w 469298"/>
              <a:gd name="connsiteY26" fmla="*/ 537877 h 621030"/>
              <a:gd name="connsiteX27" fmla="*/ 54009 w 469298"/>
              <a:gd name="connsiteY27" fmla="*/ 79915 h 621030"/>
              <a:gd name="connsiteX28" fmla="*/ 81536 w 469298"/>
              <a:gd name="connsiteY28" fmla="*/ 52388 h 621030"/>
              <a:gd name="connsiteX29" fmla="*/ 388050 w 469298"/>
              <a:gd name="connsiteY29" fmla="*/ 52388 h 621030"/>
              <a:gd name="connsiteX30" fmla="*/ 415578 w 469298"/>
              <a:gd name="connsiteY30" fmla="*/ 79915 h 621030"/>
              <a:gd name="connsiteX31" fmla="*/ 415578 w 469298"/>
              <a:gd name="connsiteY31" fmla="*/ 537877 h 621030"/>
              <a:gd name="connsiteX32" fmla="*/ 415387 w 469298"/>
              <a:gd name="connsiteY32" fmla="*/ 543020 h 62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469298" h="621030">
                <a:moveTo>
                  <a:pt x="467584" y="62389"/>
                </a:moveTo>
                <a:cubicBezTo>
                  <a:pt x="461298" y="29813"/>
                  <a:pt x="431294" y="-95"/>
                  <a:pt x="394242" y="0"/>
                </a:cubicBezTo>
                <a:cubicBezTo>
                  <a:pt x="287847" y="286"/>
                  <a:pt x="181453" y="0"/>
                  <a:pt x="75059" y="191"/>
                </a:cubicBezTo>
                <a:cubicBezTo>
                  <a:pt x="67248" y="191"/>
                  <a:pt x="59343" y="762"/>
                  <a:pt x="51913" y="3715"/>
                </a:cubicBezTo>
                <a:cubicBezTo>
                  <a:pt x="23910" y="15145"/>
                  <a:pt x="6860" y="35624"/>
                  <a:pt x="1240" y="65342"/>
                </a:cubicBezTo>
                <a:cubicBezTo>
                  <a:pt x="-665" y="75533"/>
                  <a:pt x="192" y="85916"/>
                  <a:pt x="192" y="96203"/>
                </a:cubicBezTo>
                <a:cubicBezTo>
                  <a:pt x="192" y="260985"/>
                  <a:pt x="192" y="425672"/>
                  <a:pt x="192" y="590455"/>
                </a:cubicBezTo>
                <a:cubicBezTo>
                  <a:pt x="192" y="608838"/>
                  <a:pt x="6384" y="617125"/>
                  <a:pt x="22671" y="621030"/>
                </a:cubicBezTo>
                <a:lnTo>
                  <a:pt x="32387" y="621030"/>
                </a:lnTo>
                <a:cubicBezTo>
                  <a:pt x="37626" y="620268"/>
                  <a:pt x="42483" y="618744"/>
                  <a:pt x="46674" y="615315"/>
                </a:cubicBezTo>
                <a:cubicBezTo>
                  <a:pt x="51437" y="611315"/>
                  <a:pt x="56771" y="607981"/>
                  <a:pt x="61819" y="604171"/>
                </a:cubicBezTo>
                <a:cubicBezTo>
                  <a:pt x="117064" y="562737"/>
                  <a:pt x="172214" y="521399"/>
                  <a:pt x="227364" y="479965"/>
                </a:cubicBezTo>
                <a:cubicBezTo>
                  <a:pt x="232380" y="476155"/>
                  <a:pt x="237333" y="476091"/>
                  <a:pt x="242223" y="479774"/>
                </a:cubicBezTo>
                <a:cubicBezTo>
                  <a:pt x="301754" y="524447"/>
                  <a:pt x="361380" y="569119"/>
                  <a:pt x="420912" y="613791"/>
                </a:cubicBezTo>
                <a:cubicBezTo>
                  <a:pt x="425484" y="617220"/>
                  <a:pt x="430151" y="620078"/>
                  <a:pt x="435866" y="621030"/>
                </a:cubicBezTo>
                <a:lnTo>
                  <a:pt x="445581" y="621030"/>
                </a:lnTo>
                <a:cubicBezTo>
                  <a:pt x="462155" y="617792"/>
                  <a:pt x="469108" y="609410"/>
                  <a:pt x="469299" y="592265"/>
                </a:cubicBezTo>
                <a:cubicBezTo>
                  <a:pt x="469299" y="591027"/>
                  <a:pt x="469299" y="589884"/>
                  <a:pt x="469299" y="588645"/>
                </a:cubicBezTo>
                <a:cubicBezTo>
                  <a:pt x="469299" y="419100"/>
                  <a:pt x="469299" y="249460"/>
                  <a:pt x="469299" y="79915"/>
                </a:cubicBezTo>
                <a:cubicBezTo>
                  <a:pt x="469299" y="74009"/>
                  <a:pt x="468822" y="68199"/>
                  <a:pt x="467679" y="62484"/>
                </a:cubicBezTo>
                <a:close/>
                <a:moveTo>
                  <a:pt x="415292" y="543211"/>
                </a:moveTo>
                <a:cubicBezTo>
                  <a:pt x="382716" y="518732"/>
                  <a:pt x="351093" y="495015"/>
                  <a:pt x="319470" y="471297"/>
                </a:cubicBezTo>
                <a:cubicBezTo>
                  <a:pt x="297372" y="454724"/>
                  <a:pt x="275274" y="438055"/>
                  <a:pt x="253176" y="421577"/>
                </a:cubicBezTo>
                <a:cubicBezTo>
                  <a:pt x="239937" y="411671"/>
                  <a:pt x="229459" y="411766"/>
                  <a:pt x="216315" y="421577"/>
                </a:cubicBezTo>
                <a:cubicBezTo>
                  <a:pt x="164022" y="460820"/>
                  <a:pt x="111730" y="500063"/>
                  <a:pt x="59438" y="539211"/>
                </a:cubicBezTo>
                <a:cubicBezTo>
                  <a:pt x="58009" y="540258"/>
                  <a:pt x="56580" y="541306"/>
                  <a:pt x="55152" y="542354"/>
                </a:cubicBezTo>
                <a:cubicBezTo>
                  <a:pt x="53151" y="541116"/>
                  <a:pt x="54009" y="539306"/>
                  <a:pt x="54009" y="537877"/>
                </a:cubicBezTo>
                <a:cubicBezTo>
                  <a:pt x="54009" y="385191"/>
                  <a:pt x="54009" y="232601"/>
                  <a:pt x="54009" y="79915"/>
                </a:cubicBezTo>
                <a:cubicBezTo>
                  <a:pt x="54009" y="62770"/>
                  <a:pt x="64391" y="52388"/>
                  <a:pt x="81536" y="52388"/>
                </a:cubicBezTo>
                <a:cubicBezTo>
                  <a:pt x="183739" y="52388"/>
                  <a:pt x="285847" y="52388"/>
                  <a:pt x="388050" y="52388"/>
                </a:cubicBezTo>
                <a:cubicBezTo>
                  <a:pt x="405195" y="52388"/>
                  <a:pt x="415578" y="62770"/>
                  <a:pt x="415578" y="79915"/>
                </a:cubicBezTo>
                <a:cubicBezTo>
                  <a:pt x="415578" y="232601"/>
                  <a:pt x="415578" y="385191"/>
                  <a:pt x="415578" y="537877"/>
                </a:cubicBezTo>
                <a:cubicBezTo>
                  <a:pt x="415578" y="539211"/>
                  <a:pt x="415482" y="540544"/>
                  <a:pt x="415387" y="543020"/>
                </a:cubicBezTo>
                <a:close/>
              </a:path>
            </a:pathLst>
          </a:custGeom>
          <a:solidFill>
            <a:srgbClr val="B4B5B2"/>
          </a:solidFill>
          <a:ln w="9525" cap="flat">
            <a:noFill/>
            <a:prstDash val="solid"/>
            <a:miter/>
          </a:ln>
        </p:spPr>
        <p:txBody>
          <a:bodyPr rtlCol="0" anchor="ctr"/>
          <a:lstStyle/>
          <a:p>
            <a:endParaRPr lang="en-IN"/>
          </a:p>
        </p:txBody>
      </p:sp>
      <p:sp>
        <p:nvSpPr>
          <p:cNvPr id="136" name="TextBox 135">
            <a:hlinkClick r:id="rId12" action="ppaction://hlinksldjump"/>
            <a:extLst>
              <a:ext uri="{FF2B5EF4-FFF2-40B4-BE49-F238E27FC236}">
                <a16:creationId xmlns:a16="http://schemas.microsoft.com/office/drawing/2014/main" id="{05F47DD3-8BC9-12C0-8B2E-379D57BEA136}"/>
              </a:ext>
            </a:extLst>
          </p:cNvPr>
          <p:cNvSpPr txBox="1"/>
          <p:nvPr/>
        </p:nvSpPr>
        <p:spPr>
          <a:xfrm>
            <a:off x="850568" y="3133218"/>
            <a:ext cx="1709250" cy="276999"/>
          </a:xfrm>
          <a:prstGeom prst="rect">
            <a:avLst/>
          </a:prstGeom>
          <a:noFill/>
        </p:spPr>
        <p:txBody>
          <a:bodyPr wrap="none" rtlCol="0">
            <a:spAutoFit/>
          </a:bodyPr>
          <a:lstStyle/>
          <a:p>
            <a:r>
              <a:rPr lang="en-IN" sz="1200" dirty="0">
                <a:solidFill>
                  <a:srgbClr val="1ED760"/>
                </a:solidFill>
                <a:latin typeface="Poppins Medium" panose="00000600000000000000" pitchFamily="50" charset="0"/>
                <a:cs typeface="Poppins Medium" panose="00000600000000000000" pitchFamily="50" charset="0"/>
              </a:rPr>
              <a:t>Phát Triển Tương Lai</a:t>
            </a:r>
            <a:endParaRPr lang="en-IN" sz="1200" dirty="0">
              <a:solidFill>
                <a:srgbClr val="1ED760"/>
              </a:solidFill>
              <a:latin typeface="Poppins Medium" panose="00000600000000000000" pitchFamily="50" charset="0"/>
              <a:cs typeface="Poppins Medium" panose="00000600000000000000" pitchFamily="50" charset="0"/>
            </a:endParaRPr>
          </a:p>
        </p:txBody>
      </p:sp>
      <p:sp>
        <p:nvSpPr>
          <p:cNvPr id="137" name="Freeform: Shape 136">
            <a:hlinkClick r:id="rId12" action="ppaction://hlinksldjump"/>
            <a:extLst>
              <a:ext uri="{FF2B5EF4-FFF2-40B4-BE49-F238E27FC236}">
                <a16:creationId xmlns:a16="http://schemas.microsoft.com/office/drawing/2014/main" id="{2C8830F9-1E84-C45B-203C-F1B4279FD5A0}"/>
              </a:ext>
            </a:extLst>
          </p:cNvPr>
          <p:cNvSpPr/>
          <p:nvPr/>
        </p:nvSpPr>
        <p:spPr>
          <a:xfrm>
            <a:off x="440731" y="3176633"/>
            <a:ext cx="174926" cy="205826"/>
          </a:xfrm>
          <a:custGeom>
            <a:avLst/>
            <a:gdLst>
              <a:gd name="connsiteX0" fmla="*/ 250564 w 254310"/>
              <a:gd name="connsiteY0" fmla="*/ 139515 h 299233"/>
              <a:gd name="connsiteX1" fmla="*/ 215595 w 254310"/>
              <a:gd name="connsiteY1" fmla="*/ 93041 h 299233"/>
              <a:gd name="connsiteX2" fmla="*/ 215466 w 254310"/>
              <a:gd name="connsiteY2" fmla="*/ 86609 h 299233"/>
              <a:gd name="connsiteX3" fmla="*/ 250434 w 254310"/>
              <a:gd name="connsiteY3" fmla="*/ 40135 h 299233"/>
              <a:gd name="connsiteX4" fmla="*/ 254190 w 254310"/>
              <a:gd name="connsiteY4" fmla="*/ 31631 h 299233"/>
              <a:gd name="connsiteX5" fmla="*/ 238001 w 254310"/>
              <a:gd name="connsiteY5" fmla="*/ 14924 h 299233"/>
              <a:gd name="connsiteX6" fmla="*/ 63353 w 254310"/>
              <a:gd name="connsiteY6" fmla="*/ 14967 h 299233"/>
              <a:gd name="connsiteX7" fmla="*/ 59360 w 254310"/>
              <a:gd name="connsiteY7" fmla="*/ 11923 h 299233"/>
              <a:gd name="connsiteX8" fmla="*/ 45999 w 254310"/>
              <a:gd name="connsiteY8" fmla="*/ 30 h 299233"/>
              <a:gd name="connsiteX9" fmla="*/ 30716 w 254310"/>
              <a:gd name="connsiteY9" fmla="*/ 9916 h 299233"/>
              <a:gd name="connsiteX10" fmla="*/ 29788 w 254310"/>
              <a:gd name="connsiteY10" fmla="*/ 17169 h 299233"/>
              <a:gd name="connsiteX11" fmla="*/ 29788 w 254310"/>
              <a:gd name="connsiteY11" fmla="*/ 140615 h 299233"/>
              <a:gd name="connsiteX12" fmla="*/ 29788 w 254310"/>
              <a:gd name="connsiteY12" fmla="*/ 156049 h 299233"/>
              <a:gd name="connsiteX13" fmla="*/ 29853 w 254310"/>
              <a:gd name="connsiteY13" fmla="*/ 265811 h 299233"/>
              <a:gd name="connsiteX14" fmla="*/ 26205 w 254310"/>
              <a:gd name="connsiteY14" fmla="*/ 269437 h 299233"/>
              <a:gd name="connsiteX15" fmla="*/ 14290 w 254310"/>
              <a:gd name="connsiteY15" fmla="*/ 269437 h 299233"/>
              <a:gd name="connsiteX16" fmla="*/ 0 w 254310"/>
              <a:gd name="connsiteY16" fmla="*/ 284180 h 299233"/>
              <a:gd name="connsiteX17" fmla="*/ 14052 w 254310"/>
              <a:gd name="connsiteY17" fmla="*/ 299095 h 299233"/>
              <a:gd name="connsiteX18" fmla="*/ 75420 w 254310"/>
              <a:gd name="connsiteY18" fmla="*/ 299095 h 299233"/>
              <a:gd name="connsiteX19" fmla="*/ 89752 w 254310"/>
              <a:gd name="connsiteY19" fmla="*/ 284331 h 299233"/>
              <a:gd name="connsiteX20" fmla="*/ 75182 w 254310"/>
              <a:gd name="connsiteY20" fmla="*/ 269415 h 299233"/>
              <a:gd name="connsiteX21" fmla="*/ 63267 w 254310"/>
              <a:gd name="connsiteY21" fmla="*/ 269437 h 299233"/>
              <a:gd name="connsiteX22" fmla="*/ 59706 w 254310"/>
              <a:gd name="connsiteY22" fmla="*/ 265746 h 299233"/>
              <a:gd name="connsiteX23" fmla="*/ 59706 w 254310"/>
              <a:gd name="connsiteY23" fmla="*/ 168245 h 299233"/>
              <a:gd name="connsiteX24" fmla="*/ 63440 w 254310"/>
              <a:gd name="connsiteY24" fmla="*/ 164381 h 299233"/>
              <a:gd name="connsiteX25" fmla="*/ 235994 w 254310"/>
              <a:gd name="connsiteY25" fmla="*/ 164467 h 299233"/>
              <a:gd name="connsiteX26" fmla="*/ 240548 w 254310"/>
              <a:gd name="connsiteY26" fmla="*/ 164381 h 299233"/>
              <a:gd name="connsiteX27" fmla="*/ 250823 w 254310"/>
              <a:gd name="connsiteY27" fmla="*/ 159092 h 299233"/>
              <a:gd name="connsiteX28" fmla="*/ 250542 w 254310"/>
              <a:gd name="connsiteY28" fmla="*/ 139471 h 299233"/>
              <a:gd name="connsiteX29" fmla="*/ 228374 w 254310"/>
              <a:gd name="connsiteY29" fmla="*/ 147091 h 299233"/>
              <a:gd name="connsiteX30" fmla="*/ 69311 w 254310"/>
              <a:gd name="connsiteY30" fmla="*/ 147091 h 299233"/>
              <a:gd name="connsiteX31" fmla="*/ 59749 w 254310"/>
              <a:gd name="connsiteY31" fmla="*/ 138349 h 299233"/>
              <a:gd name="connsiteX32" fmla="*/ 59749 w 254310"/>
              <a:gd name="connsiteY32" fmla="*/ 40999 h 299233"/>
              <a:gd name="connsiteX33" fmla="*/ 69311 w 254310"/>
              <a:gd name="connsiteY33" fmla="*/ 32257 h 299233"/>
              <a:gd name="connsiteX34" fmla="*/ 228374 w 254310"/>
              <a:gd name="connsiteY34" fmla="*/ 32257 h 299233"/>
              <a:gd name="connsiteX35" fmla="*/ 230166 w 254310"/>
              <a:gd name="connsiteY35" fmla="*/ 32321 h 299233"/>
              <a:gd name="connsiteX36" fmla="*/ 205191 w 254310"/>
              <a:gd name="connsiteY36" fmla="*/ 62757 h 299233"/>
              <a:gd name="connsiteX37" fmla="*/ 187901 w 254310"/>
              <a:gd name="connsiteY37" fmla="*/ 83824 h 299233"/>
              <a:gd name="connsiteX38" fmla="*/ 187901 w 254310"/>
              <a:gd name="connsiteY38" fmla="*/ 95524 h 299233"/>
              <a:gd name="connsiteX39" fmla="*/ 228763 w 254310"/>
              <a:gd name="connsiteY39" fmla="*/ 145343 h 299233"/>
              <a:gd name="connsiteX40" fmla="*/ 229842 w 254310"/>
              <a:gd name="connsiteY40" fmla="*/ 146702 h 299233"/>
              <a:gd name="connsiteX41" fmla="*/ 228309 w 254310"/>
              <a:gd name="connsiteY41" fmla="*/ 147069 h 299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54310" h="299233">
                <a:moveTo>
                  <a:pt x="250564" y="139515"/>
                </a:moveTo>
                <a:cubicBezTo>
                  <a:pt x="238951" y="123995"/>
                  <a:pt x="227338" y="108453"/>
                  <a:pt x="215595" y="93041"/>
                </a:cubicBezTo>
                <a:cubicBezTo>
                  <a:pt x="213782" y="90667"/>
                  <a:pt x="213458" y="89221"/>
                  <a:pt x="215466" y="86609"/>
                </a:cubicBezTo>
                <a:cubicBezTo>
                  <a:pt x="227273" y="71218"/>
                  <a:pt x="238800" y="55655"/>
                  <a:pt x="250434" y="40135"/>
                </a:cubicBezTo>
                <a:cubicBezTo>
                  <a:pt x="252355" y="37588"/>
                  <a:pt x="253910" y="34890"/>
                  <a:pt x="254190" y="31631"/>
                </a:cubicBezTo>
                <a:cubicBezTo>
                  <a:pt x="255054" y="21896"/>
                  <a:pt x="248341" y="14924"/>
                  <a:pt x="238001" y="14924"/>
                </a:cubicBezTo>
                <a:cubicBezTo>
                  <a:pt x="179785" y="14924"/>
                  <a:pt x="121569" y="14924"/>
                  <a:pt x="63353" y="14967"/>
                </a:cubicBezTo>
                <a:cubicBezTo>
                  <a:pt x="61001" y="14967"/>
                  <a:pt x="59835" y="14773"/>
                  <a:pt x="59360" y="11923"/>
                </a:cubicBezTo>
                <a:cubicBezTo>
                  <a:pt x="58173" y="5102"/>
                  <a:pt x="52539" y="418"/>
                  <a:pt x="45999" y="30"/>
                </a:cubicBezTo>
                <a:cubicBezTo>
                  <a:pt x="38962" y="-380"/>
                  <a:pt x="32983" y="3483"/>
                  <a:pt x="30716" y="9916"/>
                </a:cubicBezTo>
                <a:cubicBezTo>
                  <a:pt x="29896" y="12269"/>
                  <a:pt x="29788" y="14708"/>
                  <a:pt x="29788" y="17169"/>
                </a:cubicBezTo>
                <a:cubicBezTo>
                  <a:pt x="29788" y="58310"/>
                  <a:pt x="29788" y="99474"/>
                  <a:pt x="29788" y="140615"/>
                </a:cubicBezTo>
                <a:lnTo>
                  <a:pt x="29788" y="156049"/>
                </a:lnTo>
                <a:cubicBezTo>
                  <a:pt x="29788" y="192636"/>
                  <a:pt x="29745" y="229223"/>
                  <a:pt x="29853" y="265811"/>
                </a:cubicBezTo>
                <a:cubicBezTo>
                  <a:pt x="29853" y="268725"/>
                  <a:pt x="29141" y="269631"/>
                  <a:pt x="26205" y="269437"/>
                </a:cubicBezTo>
                <a:cubicBezTo>
                  <a:pt x="22255" y="269178"/>
                  <a:pt x="18262" y="269286"/>
                  <a:pt x="14290" y="269437"/>
                </a:cubicBezTo>
                <a:cubicBezTo>
                  <a:pt x="6152" y="269761"/>
                  <a:pt x="43" y="276129"/>
                  <a:pt x="0" y="284180"/>
                </a:cubicBezTo>
                <a:cubicBezTo>
                  <a:pt x="-43" y="292274"/>
                  <a:pt x="5979" y="299031"/>
                  <a:pt x="14052" y="299095"/>
                </a:cubicBezTo>
                <a:cubicBezTo>
                  <a:pt x="34515" y="299290"/>
                  <a:pt x="54957" y="299268"/>
                  <a:pt x="75420" y="299095"/>
                </a:cubicBezTo>
                <a:cubicBezTo>
                  <a:pt x="83493" y="299031"/>
                  <a:pt x="89709" y="292318"/>
                  <a:pt x="89752" y="284331"/>
                </a:cubicBezTo>
                <a:cubicBezTo>
                  <a:pt x="89796" y="276258"/>
                  <a:pt x="83449" y="269696"/>
                  <a:pt x="75182" y="269415"/>
                </a:cubicBezTo>
                <a:cubicBezTo>
                  <a:pt x="71211" y="269286"/>
                  <a:pt x="67217" y="269156"/>
                  <a:pt x="63267" y="269437"/>
                </a:cubicBezTo>
                <a:cubicBezTo>
                  <a:pt x="60202" y="269674"/>
                  <a:pt x="59706" y="268552"/>
                  <a:pt x="59706" y="265746"/>
                </a:cubicBezTo>
                <a:cubicBezTo>
                  <a:pt x="59813" y="233238"/>
                  <a:pt x="59813" y="200752"/>
                  <a:pt x="59706" y="168245"/>
                </a:cubicBezTo>
                <a:cubicBezTo>
                  <a:pt x="59706" y="165266"/>
                  <a:pt x="60245" y="164381"/>
                  <a:pt x="63440" y="164381"/>
                </a:cubicBezTo>
                <a:cubicBezTo>
                  <a:pt x="120965" y="164489"/>
                  <a:pt x="178469" y="164467"/>
                  <a:pt x="235994" y="164467"/>
                </a:cubicBezTo>
                <a:cubicBezTo>
                  <a:pt x="237505" y="164467"/>
                  <a:pt x="239037" y="164467"/>
                  <a:pt x="240548" y="164381"/>
                </a:cubicBezTo>
                <a:cubicBezTo>
                  <a:pt x="244736" y="164143"/>
                  <a:pt x="248146" y="162309"/>
                  <a:pt x="250823" y="159092"/>
                </a:cubicBezTo>
                <a:cubicBezTo>
                  <a:pt x="255550" y="153394"/>
                  <a:pt x="255485" y="146076"/>
                  <a:pt x="250542" y="139471"/>
                </a:cubicBezTo>
                <a:close/>
                <a:moveTo>
                  <a:pt x="228374" y="147091"/>
                </a:moveTo>
                <a:cubicBezTo>
                  <a:pt x="175360" y="147091"/>
                  <a:pt x="122325" y="147091"/>
                  <a:pt x="69311" y="147091"/>
                </a:cubicBezTo>
                <a:cubicBezTo>
                  <a:pt x="63375" y="147091"/>
                  <a:pt x="59770" y="143788"/>
                  <a:pt x="59749" y="138349"/>
                </a:cubicBezTo>
                <a:cubicBezTo>
                  <a:pt x="59749" y="105906"/>
                  <a:pt x="59749" y="73463"/>
                  <a:pt x="59749" y="40999"/>
                </a:cubicBezTo>
                <a:cubicBezTo>
                  <a:pt x="59749" y="35559"/>
                  <a:pt x="63353" y="32257"/>
                  <a:pt x="69311" y="32257"/>
                </a:cubicBezTo>
                <a:cubicBezTo>
                  <a:pt x="122325" y="32257"/>
                  <a:pt x="175360" y="32257"/>
                  <a:pt x="228374" y="32257"/>
                </a:cubicBezTo>
                <a:cubicBezTo>
                  <a:pt x="228849" y="32257"/>
                  <a:pt x="229302" y="32300"/>
                  <a:pt x="230166" y="32321"/>
                </a:cubicBezTo>
                <a:cubicBezTo>
                  <a:pt x="221661" y="42682"/>
                  <a:pt x="213437" y="52720"/>
                  <a:pt x="205191" y="62757"/>
                </a:cubicBezTo>
                <a:cubicBezTo>
                  <a:pt x="199428" y="69772"/>
                  <a:pt x="193665" y="76787"/>
                  <a:pt x="187901" y="83824"/>
                </a:cubicBezTo>
                <a:cubicBezTo>
                  <a:pt x="184469" y="88012"/>
                  <a:pt x="184491" y="91358"/>
                  <a:pt x="187901" y="95524"/>
                </a:cubicBezTo>
                <a:cubicBezTo>
                  <a:pt x="201522" y="112123"/>
                  <a:pt x="215142" y="128722"/>
                  <a:pt x="228763" y="145343"/>
                </a:cubicBezTo>
                <a:cubicBezTo>
                  <a:pt x="229130" y="145796"/>
                  <a:pt x="229496" y="146249"/>
                  <a:pt x="229842" y="146702"/>
                </a:cubicBezTo>
                <a:cubicBezTo>
                  <a:pt x="229410" y="147350"/>
                  <a:pt x="228806" y="147069"/>
                  <a:pt x="228309" y="147069"/>
                </a:cubicBezTo>
                <a:close/>
              </a:path>
            </a:pathLst>
          </a:custGeom>
          <a:solidFill>
            <a:srgbClr val="1ED760"/>
          </a:solidFill>
          <a:ln w="2099" cap="flat">
            <a:noFill/>
            <a:prstDash val="solid"/>
            <a:miter/>
          </a:ln>
        </p:spPr>
        <p:txBody>
          <a:bodyPr rtlCol="0" anchor="ctr"/>
          <a:lstStyle/>
          <a:p>
            <a:endParaRPr lang="en-IN"/>
          </a:p>
        </p:txBody>
      </p:sp>
      <p:grpSp>
        <p:nvGrpSpPr>
          <p:cNvPr id="2" name="Group 1">
            <a:extLst>
              <a:ext uri="{FF2B5EF4-FFF2-40B4-BE49-F238E27FC236}">
                <a16:creationId xmlns:a16="http://schemas.microsoft.com/office/drawing/2014/main" id="{C2B2F8AF-3B50-4906-580F-4D6A71687633}"/>
              </a:ext>
            </a:extLst>
          </p:cNvPr>
          <p:cNvGrpSpPr/>
          <p:nvPr/>
        </p:nvGrpSpPr>
        <p:grpSpPr>
          <a:xfrm>
            <a:off x="3258053" y="292100"/>
            <a:ext cx="297947" cy="297947"/>
            <a:chOff x="8892506" y="664914"/>
            <a:chExt cx="209401" cy="209401"/>
          </a:xfrm>
        </p:grpSpPr>
        <p:sp>
          <p:nvSpPr>
            <p:cNvPr id="7" name="Oval 6">
              <a:hlinkClick r:id="" action="ppaction://hlinkshowjump?jump=previousslide"/>
              <a:extLst>
                <a:ext uri="{FF2B5EF4-FFF2-40B4-BE49-F238E27FC236}">
                  <a16:creationId xmlns:a16="http://schemas.microsoft.com/office/drawing/2014/main" id="{8A898433-1F1A-C868-2B88-7AE7D32C71EB}"/>
                </a:ext>
              </a:extLst>
            </p:cNvPr>
            <p:cNvSpPr/>
            <p:nvPr/>
          </p:nvSpPr>
          <p:spPr>
            <a:xfrm>
              <a:off x="8892506" y="664914"/>
              <a:ext cx="209401" cy="209401"/>
            </a:xfrm>
            <a:prstGeom prst="ellipse">
              <a:avLst/>
            </a:prstGeom>
            <a:solidFill>
              <a:srgbClr val="0A070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Graphic 63" descr="Caret Left with solid fill">
              <a:hlinkClick r:id="" action="ppaction://hlinkshowjump?jump=previousslide"/>
              <a:extLst>
                <a:ext uri="{FF2B5EF4-FFF2-40B4-BE49-F238E27FC236}">
                  <a16:creationId xmlns:a16="http://schemas.microsoft.com/office/drawing/2014/main" id="{FDAAFE85-5A3C-CD34-6B16-6402C4409C80}"/>
                </a:ext>
              </a:extLst>
            </p:cNvPr>
            <p:cNvSpPr/>
            <p:nvPr/>
          </p:nvSpPr>
          <p:spPr>
            <a:xfrm>
              <a:off x="8960350" y="717942"/>
              <a:ext cx="59427" cy="103344"/>
            </a:xfrm>
            <a:custGeom>
              <a:avLst/>
              <a:gdLst>
                <a:gd name="connsiteX0" fmla="*/ 269081 w 309505"/>
                <a:gd name="connsiteY0" fmla="*/ 538229 h 538229"/>
                <a:gd name="connsiteX1" fmla="*/ 0 w 309505"/>
                <a:gd name="connsiteY1" fmla="*/ 269091 h 538229"/>
                <a:gd name="connsiteX2" fmla="*/ 269081 w 309505"/>
                <a:gd name="connsiteY2" fmla="*/ 0 h 538229"/>
                <a:gd name="connsiteX3" fmla="*/ 309496 w 309505"/>
                <a:gd name="connsiteY3" fmla="*/ 40405 h 538229"/>
                <a:gd name="connsiteX4" fmla="*/ 80810 w 309505"/>
                <a:gd name="connsiteY4" fmla="*/ 269091 h 538229"/>
                <a:gd name="connsiteX5" fmla="*/ 309505 w 309505"/>
                <a:gd name="connsiteY5" fmla="*/ 497824 h 538229"/>
                <a:gd name="connsiteX6" fmla="*/ 269081 w 309505"/>
                <a:gd name="connsiteY6" fmla="*/ 538229 h 53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505" h="538229">
                  <a:moveTo>
                    <a:pt x="269081" y="538229"/>
                  </a:moveTo>
                  <a:lnTo>
                    <a:pt x="0" y="269091"/>
                  </a:lnTo>
                  <a:lnTo>
                    <a:pt x="269081" y="0"/>
                  </a:lnTo>
                  <a:lnTo>
                    <a:pt x="309496" y="40405"/>
                  </a:lnTo>
                  <a:lnTo>
                    <a:pt x="80810" y="269091"/>
                  </a:lnTo>
                  <a:lnTo>
                    <a:pt x="309505" y="497824"/>
                  </a:lnTo>
                  <a:lnTo>
                    <a:pt x="269081" y="538229"/>
                  </a:lnTo>
                  <a:close/>
                </a:path>
              </a:pathLst>
            </a:custGeom>
            <a:solidFill>
              <a:schemeClr val="bg1"/>
            </a:solidFill>
            <a:ln w="9525" cap="flat">
              <a:noFill/>
              <a:prstDash val="solid"/>
              <a:miter/>
            </a:ln>
          </p:spPr>
          <p:txBody>
            <a:bodyPr rtlCol="0" anchor="ctr"/>
            <a:lstStyle/>
            <a:p>
              <a:endParaRPr lang="en-IN"/>
            </a:p>
          </p:txBody>
        </p:sp>
      </p:grpSp>
      <p:grpSp>
        <p:nvGrpSpPr>
          <p:cNvPr id="10" name="Group 9">
            <a:extLst>
              <a:ext uri="{FF2B5EF4-FFF2-40B4-BE49-F238E27FC236}">
                <a16:creationId xmlns:a16="http://schemas.microsoft.com/office/drawing/2014/main" id="{64413A95-1699-06F1-5C0E-D70B218A9F81}"/>
              </a:ext>
            </a:extLst>
          </p:cNvPr>
          <p:cNvGrpSpPr/>
          <p:nvPr/>
        </p:nvGrpSpPr>
        <p:grpSpPr>
          <a:xfrm flipH="1">
            <a:off x="3665943" y="292100"/>
            <a:ext cx="297947" cy="297947"/>
            <a:chOff x="8892506" y="664914"/>
            <a:chExt cx="209401" cy="209401"/>
          </a:xfrm>
        </p:grpSpPr>
        <p:sp>
          <p:nvSpPr>
            <p:cNvPr id="12" name="Oval 11">
              <a:hlinkClick r:id="" action="ppaction://hlinkshowjump?jump=nextslide"/>
              <a:extLst>
                <a:ext uri="{FF2B5EF4-FFF2-40B4-BE49-F238E27FC236}">
                  <a16:creationId xmlns:a16="http://schemas.microsoft.com/office/drawing/2014/main" id="{0CAFE273-3434-DCB7-446E-756C4A3A34EE}"/>
                </a:ext>
              </a:extLst>
            </p:cNvPr>
            <p:cNvSpPr/>
            <p:nvPr/>
          </p:nvSpPr>
          <p:spPr>
            <a:xfrm>
              <a:off x="8892506" y="664914"/>
              <a:ext cx="209401" cy="209401"/>
            </a:xfrm>
            <a:prstGeom prst="ellipse">
              <a:avLst/>
            </a:prstGeom>
            <a:solidFill>
              <a:srgbClr val="120D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Graphic 63" descr="Caret Left with solid fill">
              <a:hlinkClick r:id="" action="ppaction://hlinkshowjump?jump=nextslide"/>
              <a:extLst>
                <a:ext uri="{FF2B5EF4-FFF2-40B4-BE49-F238E27FC236}">
                  <a16:creationId xmlns:a16="http://schemas.microsoft.com/office/drawing/2014/main" id="{E44E6036-20C3-D660-E257-76A8F36CD3DC}"/>
                </a:ext>
              </a:extLst>
            </p:cNvPr>
            <p:cNvSpPr/>
            <p:nvPr/>
          </p:nvSpPr>
          <p:spPr>
            <a:xfrm>
              <a:off x="8960350" y="717942"/>
              <a:ext cx="59427" cy="103344"/>
            </a:xfrm>
            <a:custGeom>
              <a:avLst/>
              <a:gdLst>
                <a:gd name="connsiteX0" fmla="*/ 269081 w 309505"/>
                <a:gd name="connsiteY0" fmla="*/ 538229 h 538229"/>
                <a:gd name="connsiteX1" fmla="*/ 0 w 309505"/>
                <a:gd name="connsiteY1" fmla="*/ 269091 h 538229"/>
                <a:gd name="connsiteX2" fmla="*/ 269081 w 309505"/>
                <a:gd name="connsiteY2" fmla="*/ 0 h 538229"/>
                <a:gd name="connsiteX3" fmla="*/ 309496 w 309505"/>
                <a:gd name="connsiteY3" fmla="*/ 40405 h 538229"/>
                <a:gd name="connsiteX4" fmla="*/ 80810 w 309505"/>
                <a:gd name="connsiteY4" fmla="*/ 269091 h 538229"/>
                <a:gd name="connsiteX5" fmla="*/ 309505 w 309505"/>
                <a:gd name="connsiteY5" fmla="*/ 497824 h 538229"/>
                <a:gd name="connsiteX6" fmla="*/ 269081 w 309505"/>
                <a:gd name="connsiteY6" fmla="*/ 538229 h 53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9505" h="538229">
                  <a:moveTo>
                    <a:pt x="269081" y="538229"/>
                  </a:moveTo>
                  <a:lnTo>
                    <a:pt x="0" y="269091"/>
                  </a:lnTo>
                  <a:lnTo>
                    <a:pt x="269081" y="0"/>
                  </a:lnTo>
                  <a:lnTo>
                    <a:pt x="309496" y="40405"/>
                  </a:lnTo>
                  <a:lnTo>
                    <a:pt x="80810" y="269091"/>
                  </a:lnTo>
                  <a:lnTo>
                    <a:pt x="309505" y="497824"/>
                  </a:lnTo>
                  <a:lnTo>
                    <a:pt x="269081" y="538229"/>
                  </a:lnTo>
                  <a:close/>
                </a:path>
              </a:pathLst>
            </a:custGeom>
            <a:solidFill>
              <a:srgbClr val="B4B5B2"/>
            </a:solidFill>
            <a:ln w="9525" cap="flat">
              <a:noFill/>
              <a:prstDash val="solid"/>
              <a:miter/>
            </a:ln>
          </p:spPr>
          <p:txBody>
            <a:bodyPr rtlCol="0" anchor="ctr"/>
            <a:lstStyle/>
            <a:p>
              <a:endParaRPr lang="en-IN"/>
            </a:p>
          </p:txBody>
        </p:sp>
      </p:grpSp>
      <p:cxnSp>
        <p:nvCxnSpPr>
          <p:cNvPr id="19" name="Straight Arrow Connector 18"/>
          <p:cNvCxnSpPr/>
          <p:nvPr/>
        </p:nvCxnSpPr>
        <p:spPr>
          <a:xfrm>
            <a:off x="5245331" y="3873731"/>
            <a:ext cx="1289493" cy="0"/>
          </a:xfrm>
          <a:prstGeom prst="straightConnector1">
            <a:avLst/>
          </a:prstGeom>
          <a:ln>
            <a:solidFill>
              <a:srgbClr val="1ED760"/>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p:nvPr/>
        </p:nvCxnSpPr>
        <p:spPr>
          <a:xfrm>
            <a:off x="8459719" y="3873731"/>
            <a:ext cx="1289493" cy="0"/>
          </a:xfrm>
          <a:prstGeom prst="straightConnector1">
            <a:avLst/>
          </a:prstGeom>
          <a:ln>
            <a:solidFill>
              <a:srgbClr val="1ED760"/>
            </a:solidFill>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3583072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E4BEF4F-16A7-27D9-FB12-30D2128537F1}"/>
              </a:ext>
            </a:extLst>
          </p:cNvPr>
          <p:cNvSpPr txBox="1"/>
          <p:nvPr/>
        </p:nvSpPr>
        <p:spPr>
          <a:xfrm>
            <a:off x="1102485" y="1871478"/>
            <a:ext cx="9987029" cy="1754326"/>
          </a:xfrm>
          <a:prstGeom prst="rect">
            <a:avLst/>
          </a:prstGeom>
          <a:noFill/>
        </p:spPr>
        <p:txBody>
          <a:bodyPr wrap="none" rtlCol="0">
            <a:spAutoFit/>
          </a:bodyPr>
          <a:lstStyle/>
          <a:p>
            <a:pPr algn="ctr"/>
            <a:r>
              <a:rPr lang="en-IN" sz="5400" dirty="0" smtClean="0">
                <a:solidFill>
                  <a:srgbClr val="1ED760"/>
                </a:solidFill>
                <a:latin typeface="Microsoft PhagsPa" panose="020B0502040204020203" pitchFamily="34" charset="0"/>
                <a:cs typeface="Poppins SemiBold" panose="00000700000000000000" pitchFamily="50" charset="0"/>
              </a:rPr>
              <a:t>Thầy Cô Và Các Bạn Có Câu Hỏi </a:t>
            </a:r>
          </a:p>
          <a:p>
            <a:pPr algn="ctr"/>
            <a:r>
              <a:rPr lang="en-IN" sz="5400" dirty="0" smtClean="0">
                <a:solidFill>
                  <a:srgbClr val="1ED760"/>
                </a:solidFill>
                <a:latin typeface="Microsoft PhagsPa" panose="020B0502040204020203" pitchFamily="34" charset="0"/>
                <a:cs typeface="Poppins SemiBold" panose="00000700000000000000" pitchFamily="50" charset="0"/>
              </a:rPr>
              <a:t>Gì Cho Em Không Ạ?</a:t>
            </a:r>
            <a:endParaRPr lang="en-IN" sz="5400" dirty="0">
              <a:solidFill>
                <a:srgbClr val="1ED760"/>
              </a:solidFill>
              <a:latin typeface="Microsoft PhagsPa" panose="020B0502040204020203" pitchFamily="34" charset="0"/>
              <a:cs typeface="Poppins SemiBold" panose="00000700000000000000" pitchFamily="50" charset="0"/>
            </a:endParaRPr>
          </a:p>
        </p:txBody>
      </p:sp>
      <p:sp>
        <p:nvSpPr>
          <p:cNvPr id="25" name="Freeform: Shape 24">
            <a:extLst>
              <a:ext uri="{FF2B5EF4-FFF2-40B4-BE49-F238E27FC236}">
                <a16:creationId xmlns:a16="http://schemas.microsoft.com/office/drawing/2014/main" id="{1371FB22-7FA7-46A2-F082-E8B4A3E0E664}"/>
              </a:ext>
            </a:extLst>
          </p:cNvPr>
          <p:cNvSpPr/>
          <p:nvPr/>
        </p:nvSpPr>
        <p:spPr>
          <a:xfrm>
            <a:off x="0" y="5689950"/>
            <a:ext cx="12192000" cy="1168889"/>
          </a:xfrm>
          <a:custGeom>
            <a:avLst/>
            <a:gdLst>
              <a:gd name="connsiteX0" fmla="*/ 0 w 12192000"/>
              <a:gd name="connsiteY0" fmla="*/ 0 h 1168889"/>
              <a:gd name="connsiteX1" fmla="*/ 12192000 w 12192000"/>
              <a:gd name="connsiteY1" fmla="*/ 0 h 1168889"/>
              <a:gd name="connsiteX2" fmla="*/ 12192000 w 12192000"/>
              <a:gd name="connsiteY2" fmla="*/ 1168890 h 1168889"/>
              <a:gd name="connsiteX3" fmla="*/ 0 w 12192000"/>
              <a:gd name="connsiteY3" fmla="*/ 1168890 h 1168889"/>
              <a:gd name="connsiteX4" fmla="*/ 0 w 12192000"/>
              <a:gd name="connsiteY4" fmla="*/ 0 h 1168889"/>
              <a:gd name="connsiteX5" fmla="*/ 0 w 12192000"/>
              <a:gd name="connsiteY5" fmla="*/ 0 h 116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168889">
                <a:moveTo>
                  <a:pt x="0" y="0"/>
                </a:moveTo>
                <a:lnTo>
                  <a:pt x="12192000" y="0"/>
                </a:lnTo>
                <a:lnTo>
                  <a:pt x="12192000" y="1168890"/>
                </a:lnTo>
                <a:lnTo>
                  <a:pt x="0" y="1168890"/>
                </a:lnTo>
                <a:lnTo>
                  <a:pt x="0" y="0"/>
                </a:lnTo>
                <a:lnTo>
                  <a:pt x="0" y="0"/>
                </a:lnTo>
                <a:close/>
              </a:path>
            </a:pathLst>
          </a:custGeom>
          <a:solidFill>
            <a:srgbClr val="171717"/>
          </a:solidFill>
          <a:ln>
            <a:noFill/>
          </a:ln>
          <a:effectLst>
            <a:outerShdw blurRad="127000" dist="381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31" name="Freeform: Shape 30">
            <a:extLst>
              <a:ext uri="{FF2B5EF4-FFF2-40B4-BE49-F238E27FC236}">
                <a16:creationId xmlns:a16="http://schemas.microsoft.com/office/drawing/2014/main" id="{8B75710E-7F2F-8634-D2E3-AA2677355D59}"/>
              </a:ext>
            </a:extLst>
          </p:cNvPr>
          <p:cNvSpPr/>
          <p:nvPr/>
        </p:nvSpPr>
        <p:spPr>
          <a:xfrm>
            <a:off x="422440" y="5873860"/>
            <a:ext cx="801144" cy="801144"/>
          </a:xfrm>
          <a:custGeom>
            <a:avLst/>
            <a:gdLst>
              <a:gd name="connsiteX0" fmla="*/ 0 w 801144"/>
              <a:gd name="connsiteY0" fmla="*/ 0 h 801144"/>
              <a:gd name="connsiteX1" fmla="*/ 801145 w 801144"/>
              <a:gd name="connsiteY1" fmla="*/ 0 h 801144"/>
              <a:gd name="connsiteX2" fmla="*/ 801145 w 801144"/>
              <a:gd name="connsiteY2" fmla="*/ 801145 h 801144"/>
              <a:gd name="connsiteX3" fmla="*/ 0 w 801144"/>
              <a:gd name="connsiteY3" fmla="*/ 801145 h 801144"/>
            </a:gdLst>
            <a:ahLst/>
            <a:cxnLst>
              <a:cxn ang="0">
                <a:pos x="connsiteX0" y="connsiteY0"/>
              </a:cxn>
              <a:cxn ang="0">
                <a:pos x="connsiteX1" y="connsiteY1"/>
              </a:cxn>
              <a:cxn ang="0">
                <a:pos x="connsiteX2" y="connsiteY2"/>
              </a:cxn>
              <a:cxn ang="0">
                <a:pos x="connsiteX3" y="connsiteY3"/>
              </a:cxn>
            </a:cxnLst>
            <a:rect l="l" t="t" r="r" b="b"/>
            <a:pathLst>
              <a:path w="801144" h="801144">
                <a:moveTo>
                  <a:pt x="0" y="0"/>
                </a:moveTo>
                <a:lnTo>
                  <a:pt x="801145" y="0"/>
                </a:lnTo>
                <a:lnTo>
                  <a:pt x="801145" y="801145"/>
                </a:lnTo>
                <a:lnTo>
                  <a:pt x="0" y="801145"/>
                </a:lnTo>
                <a:close/>
              </a:path>
            </a:pathLst>
          </a:custGeom>
          <a:solidFill>
            <a:srgbClr val="DDDFDA"/>
          </a:solidFill>
          <a:ln w="7634" cap="flat">
            <a:noFill/>
            <a:prstDash val="solid"/>
            <a:miter/>
          </a:ln>
        </p:spPr>
        <p:txBody>
          <a:bodyPr rtlCol="0" anchor="ctr"/>
          <a:lstStyle/>
          <a:p>
            <a:endParaRPr lang="en-IN"/>
          </a:p>
        </p:txBody>
      </p:sp>
      <p:sp>
        <p:nvSpPr>
          <p:cNvPr id="32" name="TextBox 31">
            <a:extLst>
              <a:ext uri="{FF2B5EF4-FFF2-40B4-BE49-F238E27FC236}">
                <a16:creationId xmlns:a16="http://schemas.microsoft.com/office/drawing/2014/main" id="{581594D2-253A-09F1-EB23-B2FF63A499F4}"/>
              </a:ext>
            </a:extLst>
          </p:cNvPr>
          <p:cNvSpPr txBox="1"/>
          <p:nvPr/>
        </p:nvSpPr>
        <p:spPr>
          <a:xfrm>
            <a:off x="1295672" y="6281466"/>
            <a:ext cx="1768433" cy="246221"/>
          </a:xfrm>
          <a:prstGeom prst="rect">
            <a:avLst/>
          </a:prstGeom>
          <a:noFill/>
        </p:spPr>
        <p:txBody>
          <a:bodyPr wrap="none" rtlCol="0">
            <a:spAutoFit/>
          </a:bodyPr>
          <a:lstStyle/>
          <a:p>
            <a:pPr algn="l"/>
            <a:r>
              <a:rPr lang="en-IN" sz="1000" spc="0" baseline="0" dirty="0">
                <a:ln/>
                <a:solidFill>
                  <a:srgbClr val="A3A3A3"/>
                </a:solidFill>
                <a:latin typeface="Poppins-Regular"/>
                <a:cs typeface="Poppins-Regular"/>
                <a:sym typeface="Poppins-Regular"/>
                <a:rtl val="0"/>
              </a:rPr>
              <a:t>Luis </a:t>
            </a:r>
            <a:r>
              <a:rPr lang="en-IN" sz="1000" spc="0" baseline="0" dirty="0" err="1">
                <a:ln/>
                <a:solidFill>
                  <a:srgbClr val="A3A3A3"/>
                </a:solidFill>
                <a:latin typeface="Poppins-Regular"/>
                <a:cs typeface="Poppins-Regular"/>
                <a:sym typeface="Poppins-Regular"/>
                <a:rtl val="0"/>
              </a:rPr>
              <a:t>Fonsi</a:t>
            </a:r>
            <a:r>
              <a:rPr lang="en-IN" sz="1000" spc="0" baseline="0" dirty="0">
                <a:ln/>
                <a:solidFill>
                  <a:srgbClr val="A3A3A3"/>
                </a:solidFill>
                <a:latin typeface="Poppins-Regular"/>
                <a:cs typeface="Poppins-Regular"/>
                <a:sym typeface="Poppins-Regular"/>
                <a:rtl val="0"/>
              </a:rPr>
              <a:t>, Daddy Yankee</a:t>
            </a:r>
          </a:p>
        </p:txBody>
      </p:sp>
      <p:sp>
        <p:nvSpPr>
          <p:cNvPr id="36" name="TextBox 35">
            <a:extLst>
              <a:ext uri="{FF2B5EF4-FFF2-40B4-BE49-F238E27FC236}">
                <a16:creationId xmlns:a16="http://schemas.microsoft.com/office/drawing/2014/main" id="{BA8AE424-DCFE-238E-0E73-69A9BC93C1A5}"/>
              </a:ext>
            </a:extLst>
          </p:cNvPr>
          <p:cNvSpPr txBox="1"/>
          <p:nvPr/>
        </p:nvSpPr>
        <p:spPr>
          <a:xfrm>
            <a:off x="1291091" y="5986094"/>
            <a:ext cx="1910388" cy="276999"/>
          </a:xfrm>
          <a:prstGeom prst="rect">
            <a:avLst/>
          </a:prstGeom>
          <a:noFill/>
        </p:spPr>
        <p:txBody>
          <a:bodyPr wrap="square" rtlCol="0">
            <a:spAutoFit/>
          </a:bodyPr>
          <a:lstStyle/>
          <a:p>
            <a:pPr algn="l"/>
            <a:r>
              <a:rPr lang="en-IN" sz="1200" spc="0" baseline="0" dirty="0">
                <a:ln/>
                <a:solidFill>
                  <a:srgbClr val="FFFFFF"/>
                </a:solidFill>
                <a:latin typeface="Poppins-Medium"/>
                <a:cs typeface="Poppins-Medium"/>
                <a:sym typeface="Poppins-Medium"/>
                <a:rtl val="0"/>
              </a:rPr>
              <a:t>Despacito</a:t>
            </a:r>
          </a:p>
        </p:txBody>
      </p:sp>
      <p:grpSp>
        <p:nvGrpSpPr>
          <p:cNvPr id="37" name="Graphic 22">
            <a:extLst>
              <a:ext uri="{FF2B5EF4-FFF2-40B4-BE49-F238E27FC236}">
                <a16:creationId xmlns:a16="http://schemas.microsoft.com/office/drawing/2014/main" id="{F04A90F6-E788-E953-0DF5-E3D3F1F1A524}"/>
              </a:ext>
            </a:extLst>
          </p:cNvPr>
          <p:cNvGrpSpPr/>
          <p:nvPr/>
        </p:nvGrpSpPr>
        <p:grpSpPr>
          <a:xfrm>
            <a:off x="3107581" y="6207327"/>
            <a:ext cx="141998" cy="134058"/>
            <a:chOff x="3193815" y="6207327"/>
            <a:chExt cx="141998" cy="134058"/>
          </a:xfrm>
        </p:grpSpPr>
        <p:sp>
          <p:nvSpPr>
            <p:cNvPr id="38" name="Freeform: Shape 37">
              <a:extLst>
                <a:ext uri="{FF2B5EF4-FFF2-40B4-BE49-F238E27FC236}">
                  <a16:creationId xmlns:a16="http://schemas.microsoft.com/office/drawing/2014/main" id="{322DDAFE-54BD-7E32-65D5-EBF8BA291472}"/>
                </a:ext>
              </a:extLst>
            </p:cNvPr>
            <p:cNvSpPr/>
            <p:nvPr/>
          </p:nvSpPr>
          <p:spPr>
            <a:xfrm>
              <a:off x="3193815" y="6207327"/>
              <a:ext cx="141998" cy="134058"/>
            </a:xfrm>
            <a:custGeom>
              <a:avLst/>
              <a:gdLst>
                <a:gd name="connsiteX0" fmla="*/ 106499 w 141998"/>
                <a:gd name="connsiteY0" fmla="*/ 0 h 134058"/>
                <a:gd name="connsiteX1" fmla="*/ 70999 w 141998"/>
                <a:gd name="connsiteY1" fmla="*/ 27942 h 134058"/>
                <a:gd name="connsiteX2" fmla="*/ 35500 w 141998"/>
                <a:gd name="connsiteY2" fmla="*/ 0 h 134058"/>
                <a:gd name="connsiteX3" fmla="*/ 0 w 141998"/>
                <a:gd name="connsiteY3" fmla="*/ 36263 h 134058"/>
                <a:gd name="connsiteX4" fmla="*/ 70999 w 141998"/>
                <a:gd name="connsiteY4" fmla="*/ 134059 h 134058"/>
                <a:gd name="connsiteX5" fmla="*/ 141998 w 141998"/>
                <a:gd name="connsiteY5" fmla="*/ 36263 h 134058"/>
                <a:gd name="connsiteX6" fmla="*/ 106499 w 141998"/>
                <a:gd name="connsiteY6" fmla="*/ 0 h 134058"/>
                <a:gd name="connsiteX7" fmla="*/ 106499 w 141998"/>
                <a:gd name="connsiteY7" fmla="*/ 0 h 134058"/>
                <a:gd name="connsiteX8" fmla="*/ 70999 w 141998"/>
                <a:gd name="connsiteY8" fmla="*/ 128791 h 134058"/>
                <a:gd name="connsiteX9" fmla="*/ 4123 w 141998"/>
                <a:gd name="connsiteY9" fmla="*/ 36263 h 134058"/>
                <a:gd name="connsiteX10" fmla="*/ 13665 w 141998"/>
                <a:gd name="connsiteY10" fmla="*/ 14353 h 134058"/>
                <a:gd name="connsiteX11" fmla="*/ 35500 w 141998"/>
                <a:gd name="connsiteY11" fmla="*/ 4199 h 134058"/>
                <a:gd name="connsiteX12" fmla="*/ 67258 w 141998"/>
                <a:gd name="connsiteY12" fmla="*/ 29850 h 134058"/>
                <a:gd name="connsiteX13" fmla="*/ 70999 w 141998"/>
                <a:gd name="connsiteY13" fmla="*/ 37255 h 134058"/>
                <a:gd name="connsiteX14" fmla="*/ 74740 w 141998"/>
                <a:gd name="connsiteY14" fmla="*/ 29850 h 134058"/>
                <a:gd name="connsiteX15" fmla="*/ 106499 w 141998"/>
                <a:gd name="connsiteY15" fmla="*/ 4199 h 134058"/>
                <a:gd name="connsiteX16" fmla="*/ 137876 w 141998"/>
                <a:gd name="connsiteY16" fmla="*/ 36339 h 134058"/>
                <a:gd name="connsiteX17" fmla="*/ 70999 w 141998"/>
                <a:gd name="connsiteY17" fmla="*/ 128867 h 134058"/>
                <a:gd name="connsiteX18" fmla="*/ 70999 w 141998"/>
                <a:gd name="connsiteY18" fmla="*/ 128867 h 134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1998" h="134058">
                  <a:moveTo>
                    <a:pt x="106499" y="0"/>
                  </a:moveTo>
                  <a:cubicBezTo>
                    <a:pt x="94360" y="0"/>
                    <a:pt x="81305" y="7634"/>
                    <a:pt x="70999" y="27942"/>
                  </a:cubicBezTo>
                  <a:cubicBezTo>
                    <a:pt x="60693" y="7634"/>
                    <a:pt x="47638" y="0"/>
                    <a:pt x="35500" y="0"/>
                  </a:cubicBezTo>
                  <a:cubicBezTo>
                    <a:pt x="16566" y="0"/>
                    <a:pt x="0" y="18551"/>
                    <a:pt x="0" y="36263"/>
                  </a:cubicBezTo>
                  <a:cubicBezTo>
                    <a:pt x="0" y="80008"/>
                    <a:pt x="70999" y="134059"/>
                    <a:pt x="70999" y="134059"/>
                  </a:cubicBezTo>
                  <a:cubicBezTo>
                    <a:pt x="70999" y="134059"/>
                    <a:pt x="141998" y="79931"/>
                    <a:pt x="141998" y="36263"/>
                  </a:cubicBezTo>
                  <a:cubicBezTo>
                    <a:pt x="141998" y="18475"/>
                    <a:pt x="125432" y="0"/>
                    <a:pt x="106499" y="0"/>
                  </a:cubicBezTo>
                  <a:lnTo>
                    <a:pt x="106499" y="0"/>
                  </a:lnTo>
                  <a:close/>
                  <a:moveTo>
                    <a:pt x="70999" y="128791"/>
                  </a:moveTo>
                  <a:cubicBezTo>
                    <a:pt x="58479" y="118714"/>
                    <a:pt x="4123" y="72908"/>
                    <a:pt x="4123" y="36263"/>
                  </a:cubicBezTo>
                  <a:cubicBezTo>
                    <a:pt x="4428" y="28018"/>
                    <a:pt x="7863" y="20231"/>
                    <a:pt x="13665" y="14353"/>
                  </a:cubicBezTo>
                  <a:cubicBezTo>
                    <a:pt x="19238" y="8169"/>
                    <a:pt x="27102" y="4428"/>
                    <a:pt x="35500" y="4199"/>
                  </a:cubicBezTo>
                  <a:cubicBezTo>
                    <a:pt x="47791" y="4199"/>
                    <a:pt x="58784" y="13055"/>
                    <a:pt x="67258" y="29850"/>
                  </a:cubicBezTo>
                  <a:lnTo>
                    <a:pt x="70999" y="37255"/>
                  </a:lnTo>
                  <a:lnTo>
                    <a:pt x="74740" y="29850"/>
                  </a:lnTo>
                  <a:cubicBezTo>
                    <a:pt x="83214" y="13055"/>
                    <a:pt x="94207" y="4199"/>
                    <a:pt x="106499" y="4199"/>
                  </a:cubicBezTo>
                  <a:cubicBezTo>
                    <a:pt x="122302" y="4199"/>
                    <a:pt x="137876" y="20078"/>
                    <a:pt x="137876" y="36339"/>
                  </a:cubicBezTo>
                  <a:cubicBezTo>
                    <a:pt x="137876" y="72908"/>
                    <a:pt x="83519" y="118790"/>
                    <a:pt x="70999" y="128867"/>
                  </a:cubicBezTo>
                  <a:lnTo>
                    <a:pt x="70999" y="128867"/>
                  </a:lnTo>
                  <a:close/>
                </a:path>
              </a:pathLst>
            </a:custGeom>
            <a:solidFill>
              <a:srgbClr val="B4B5B2"/>
            </a:solidFill>
            <a:ln w="7634"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9523B0A2-DA63-4010-AA5F-74DAF1DE9D7B}"/>
                </a:ext>
              </a:extLst>
            </p:cNvPr>
            <p:cNvSpPr/>
            <p:nvPr/>
          </p:nvSpPr>
          <p:spPr>
            <a:xfrm>
              <a:off x="3193815" y="6207327"/>
              <a:ext cx="141998" cy="134058"/>
            </a:xfrm>
            <a:custGeom>
              <a:avLst/>
              <a:gdLst>
                <a:gd name="connsiteX0" fmla="*/ 106499 w 141998"/>
                <a:gd name="connsiteY0" fmla="*/ 0 h 134058"/>
                <a:gd name="connsiteX1" fmla="*/ 70999 w 141998"/>
                <a:gd name="connsiteY1" fmla="*/ 27942 h 134058"/>
                <a:gd name="connsiteX2" fmla="*/ 35500 w 141998"/>
                <a:gd name="connsiteY2" fmla="*/ 0 h 134058"/>
                <a:gd name="connsiteX3" fmla="*/ 0 w 141998"/>
                <a:gd name="connsiteY3" fmla="*/ 36263 h 134058"/>
                <a:gd name="connsiteX4" fmla="*/ 70999 w 141998"/>
                <a:gd name="connsiteY4" fmla="*/ 134059 h 134058"/>
                <a:gd name="connsiteX5" fmla="*/ 141998 w 141998"/>
                <a:gd name="connsiteY5" fmla="*/ 36263 h 134058"/>
                <a:gd name="connsiteX6" fmla="*/ 106499 w 141998"/>
                <a:gd name="connsiteY6" fmla="*/ 0 h 134058"/>
                <a:gd name="connsiteX7" fmla="*/ 106499 w 141998"/>
                <a:gd name="connsiteY7" fmla="*/ 0 h 134058"/>
                <a:gd name="connsiteX8" fmla="*/ 70999 w 141998"/>
                <a:gd name="connsiteY8" fmla="*/ 128791 h 134058"/>
                <a:gd name="connsiteX9" fmla="*/ 4123 w 141998"/>
                <a:gd name="connsiteY9" fmla="*/ 36263 h 134058"/>
                <a:gd name="connsiteX10" fmla="*/ 13665 w 141998"/>
                <a:gd name="connsiteY10" fmla="*/ 14353 h 134058"/>
                <a:gd name="connsiteX11" fmla="*/ 35500 w 141998"/>
                <a:gd name="connsiteY11" fmla="*/ 4199 h 134058"/>
                <a:gd name="connsiteX12" fmla="*/ 67258 w 141998"/>
                <a:gd name="connsiteY12" fmla="*/ 29850 h 134058"/>
                <a:gd name="connsiteX13" fmla="*/ 70999 w 141998"/>
                <a:gd name="connsiteY13" fmla="*/ 37255 h 134058"/>
                <a:gd name="connsiteX14" fmla="*/ 74740 w 141998"/>
                <a:gd name="connsiteY14" fmla="*/ 29850 h 134058"/>
                <a:gd name="connsiteX15" fmla="*/ 106499 w 141998"/>
                <a:gd name="connsiteY15" fmla="*/ 4199 h 134058"/>
                <a:gd name="connsiteX16" fmla="*/ 137876 w 141998"/>
                <a:gd name="connsiteY16" fmla="*/ 36339 h 134058"/>
                <a:gd name="connsiteX17" fmla="*/ 70999 w 141998"/>
                <a:gd name="connsiteY17" fmla="*/ 128867 h 134058"/>
                <a:gd name="connsiteX18" fmla="*/ 70999 w 141998"/>
                <a:gd name="connsiteY18" fmla="*/ 128867 h 134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1998" h="134058">
                  <a:moveTo>
                    <a:pt x="106499" y="0"/>
                  </a:moveTo>
                  <a:cubicBezTo>
                    <a:pt x="94360" y="0"/>
                    <a:pt x="81305" y="7634"/>
                    <a:pt x="70999" y="27942"/>
                  </a:cubicBezTo>
                  <a:cubicBezTo>
                    <a:pt x="60693" y="7634"/>
                    <a:pt x="47638" y="0"/>
                    <a:pt x="35500" y="0"/>
                  </a:cubicBezTo>
                  <a:cubicBezTo>
                    <a:pt x="16566" y="0"/>
                    <a:pt x="0" y="18551"/>
                    <a:pt x="0" y="36263"/>
                  </a:cubicBezTo>
                  <a:cubicBezTo>
                    <a:pt x="0" y="80008"/>
                    <a:pt x="70999" y="134059"/>
                    <a:pt x="70999" y="134059"/>
                  </a:cubicBezTo>
                  <a:cubicBezTo>
                    <a:pt x="70999" y="134059"/>
                    <a:pt x="141998" y="79931"/>
                    <a:pt x="141998" y="36263"/>
                  </a:cubicBezTo>
                  <a:cubicBezTo>
                    <a:pt x="141998" y="18475"/>
                    <a:pt x="125432" y="0"/>
                    <a:pt x="106499" y="0"/>
                  </a:cubicBezTo>
                  <a:lnTo>
                    <a:pt x="106499" y="0"/>
                  </a:lnTo>
                  <a:close/>
                  <a:moveTo>
                    <a:pt x="70999" y="128791"/>
                  </a:moveTo>
                  <a:cubicBezTo>
                    <a:pt x="58479" y="118714"/>
                    <a:pt x="4123" y="72908"/>
                    <a:pt x="4123" y="36263"/>
                  </a:cubicBezTo>
                  <a:cubicBezTo>
                    <a:pt x="4428" y="28018"/>
                    <a:pt x="7863" y="20231"/>
                    <a:pt x="13665" y="14353"/>
                  </a:cubicBezTo>
                  <a:cubicBezTo>
                    <a:pt x="19238" y="8169"/>
                    <a:pt x="27102" y="4428"/>
                    <a:pt x="35500" y="4199"/>
                  </a:cubicBezTo>
                  <a:cubicBezTo>
                    <a:pt x="47791" y="4199"/>
                    <a:pt x="58784" y="13055"/>
                    <a:pt x="67258" y="29850"/>
                  </a:cubicBezTo>
                  <a:lnTo>
                    <a:pt x="70999" y="37255"/>
                  </a:lnTo>
                  <a:lnTo>
                    <a:pt x="74740" y="29850"/>
                  </a:lnTo>
                  <a:cubicBezTo>
                    <a:pt x="83214" y="13055"/>
                    <a:pt x="94207" y="4199"/>
                    <a:pt x="106499" y="4199"/>
                  </a:cubicBezTo>
                  <a:cubicBezTo>
                    <a:pt x="122302" y="4199"/>
                    <a:pt x="137876" y="20078"/>
                    <a:pt x="137876" y="36339"/>
                  </a:cubicBezTo>
                  <a:cubicBezTo>
                    <a:pt x="137876" y="72908"/>
                    <a:pt x="83519" y="118790"/>
                    <a:pt x="70999" y="128867"/>
                  </a:cubicBezTo>
                  <a:lnTo>
                    <a:pt x="70999" y="128867"/>
                  </a:lnTo>
                  <a:close/>
                </a:path>
              </a:pathLst>
            </a:custGeom>
            <a:noFill/>
            <a:ln w="5726" cap="flat">
              <a:solidFill>
                <a:srgbClr val="B4B5B2"/>
              </a:solidFill>
              <a:prstDash val="solid"/>
              <a:miter/>
            </a:ln>
          </p:spPr>
          <p:txBody>
            <a:bodyPr rtlCol="0" anchor="ctr"/>
            <a:lstStyle/>
            <a:p>
              <a:endParaRPr lang="en-IN"/>
            </a:p>
          </p:txBody>
        </p:sp>
      </p:grpSp>
      <p:sp>
        <p:nvSpPr>
          <p:cNvPr id="42" name="TextBox 41">
            <a:extLst>
              <a:ext uri="{FF2B5EF4-FFF2-40B4-BE49-F238E27FC236}">
                <a16:creationId xmlns:a16="http://schemas.microsoft.com/office/drawing/2014/main" id="{92DCCBEF-6FD4-1922-F281-7241E0CA1A9D}"/>
              </a:ext>
            </a:extLst>
          </p:cNvPr>
          <p:cNvSpPr txBox="1"/>
          <p:nvPr/>
        </p:nvSpPr>
        <p:spPr>
          <a:xfrm>
            <a:off x="3997540" y="6425602"/>
            <a:ext cx="441146" cy="246221"/>
          </a:xfrm>
          <a:prstGeom prst="rect">
            <a:avLst/>
          </a:prstGeom>
          <a:noFill/>
        </p:spPr>
        <p:txBody>
          <a:bodyPr wrap="none" rtlCol="0">
            <a:spAutoFit/>
          </a:bodyPr>
          <a:lstStyle/>
          <a:p>
            <a:pPr algn="l"/>
            <a:r>
              <a:rPr lang="en-IN" sz="1000" spc="0" baseline="0" dirty="0">
                <a:ln/>
                <a:solidFill>
                  <a:srgbClr val="A3A3A3"/>
                </a:solidFill>
                <a:latin typeface="Poppins-Regular"/>
                <a:cs typeface="Poppins-Regular"/>
                <a:sym typeface="Poppins-Regular"/>
                <a:rtl val="0"/>
              </a:rPr>
              <a:t>0:23</a:t>
            </a:r>
          </a:p>
        </p:txBody>
      </p:sp>
      <p:sp>
        <p:nvSpPr>
          <p:cNvPr id="45" name="TextBox 44">
            <a:extLst>
              <a:ext uri="{FF2B5EF4-FFF2-40B4-BE49-F238E27FC236}">
                <a16:creationId xmlns:a16="http://schemas.microsoft.com/office/drawing/2014/main" id="{02409ACF-257C-445B-CD01-A89D16FA258D}"/>
              </a:ext>
            </a:extLst>
          </p:cNvPr>
          <p:cNvSpPr txBox="1"/>
          <p:nvPr/>
        </p:nvSpPr>
        <p:spPr>
          <a:xfrm>
            <a:off x="8518660" y="6425602"/>
            <a:ext cx="511679" cy="246221"/>
          </a:xfrm>
          <a:prstGeom prst="rect">
            <a:avLst/>
          </a:prstGeom>
          <a:noFill/>
        </p:spPr>
        <p:txBody>
          <a:bodyPr wrap="none" rtlCol="0">
            <a:spAutoFit/>
          </a:bodyPr>
          <a:lstStyle/>
          <a:p>
            <a:pPr algn="l"/>
            <a:r>
              <a:rPr lang="en-IN" sz="1000" spc="0" baseline="0" dirty="0">
                <a:ln/>
                <a:solidFill>
                  <a:srgbClr val="A3A3A3"/>
                </a:solidFill>
                <a:latin typeface="Poppins-Regular"/>
                <a:cs typeface="Poppins-Regular"/>
                <a:sym typeface="Poppins-Regular"/>
                <a:rtl val="0"/>
              </a:rPr>
              <a:t>-3:25</a:t>
            </a:r>
          </a:p>
        </p:txBody>
      </p:sp>
      <p:grpSp>
        <p:nvGrpSpPr>
          <p:cNvPr id="46" name="Graphic 22">
            <a:extLst>
              <a:ext uri="{FF2B5EF4-FFF2-40B4-BE49-F238E27FC236}">
                <a16:creationId xmlns:a16="http://schemas.microsoft.com/office/drawing/2014/main" id="{0B8CE4B4-F590-184F-9CED-B46833E2F959}"/>
              </a:ext>
            </a:extLst>
          </p:cNvPr>
          <p:cNvGrpSpPr/>
          <p:nvPr/>
        </p:nvGrpSpPr>
        <p:grpSpPr>
          <a:xfrm>
            <a:off x="4474933" y="6565987"/>
            <a:ext cx="4007480" cy="7634"/>
            <a:chOff x="4300409" y="6565987"/>
            <a:chExt cx="4007480" cy="7634"/>
          </a:xfrm>
        </p:grpSpPr>
        <p:sp>
          <p:nvSpPr>
            <p:cNvPr id="48" name="Freeform: Shape 47">
              <a:extLst>
                <a:ext uri="{FF2B5EF4-FFF2-40B4-BE49-F238E27FC236}">
                  <a16:creationId xmlns:a16="http://schemas.microsoft.com/office/drawing/2014/main" id="{02C3BDCF-FDFC-9079-D9ED-C887FEFE3341}"/>
                </a:ext>
              </a:extLst>
            </p:cNvPr>
            <p:cNvSpPr/>
            <p:nvPr/>
          </p:nvSpPr>
          <p:spPr>
            <a:xfrm>
              <a:off x="4300409" y="6565987"/>
              <a:ext cx="4007480" cy="7634"/>
            </a:xfrm>
            <a:custGeom>
              <a:avLst/>
              <a:gdLst>
                <a:gd name="connsiteX0" fmla="*/ 0 w 4007480"/>
                <a:gd name="connsiteY0" fmla="*/ 0 h 7634"/>
                <a:gd name="connsiteX1" fmla="*/ 4007481 w 4007480"/>
                <a:gd name="connsiteY1" fmla="*/ 0 h 7634"/>
              </a:gdLst>
              <a:ahLst/>
              <a:cxnLst>
                <a:cxn ang="0">
                  <a:pos x="connsiteX0" y="connsiteY0"/>
                </a:cxn>
                <a:cxn ang="0">
                  <a:pos x="connsiteX1" y="connsiteY1"/>
                </a:cxn>
              </a:cxnLst>
              <a:rect l="l" t="t" r="r" b="b"/>
              <a:pathLst>
                <a:path w="4007480" h="7634">
                  <a:moveTo>
                    <a:pt x="0" y="0"/>
                  </a:moveTo>
                  <a:lnTo>
                    <a:pt x="4007481" y="0"/>
                  </a:lnTo>
                </a:path>
              </a:pathLst>
            </a:custGeom>
            <a:ln w="22903" cap="rnd">
              <a:solidFill>
                <a:srgbClr val="A3A3A3"/>
              </a:solidFill>
              <a:prstDash val="solid"/>
              <a:round/>
            </a:ln>
          </p:spPr>
          <p:txBody>
            <a:bodyPr rtlCol="0" anchor="ctr"/>
            <a:lstStyle/>
            <a:p>
              <a:endParaRPr lang="en-IN"/>
            </a:p>
          </p:txBody>
        </p:sp>
        <p:sp>
          <p:nvSpPr>
            <p:cNvPr id="51" name="Freeform: Shape 50">
              <a:extLst>
                <a:ext uri="{FF2B5EF4-FFF2-40B4-BE49-F238E27FC236}">
                  <a16:creationId xmlns:a16="http://schemas.microsoft.com/office/drawing/2014/main" id="{47CBC3A7-B7B2-D763-ED83-4224245CDE3B}"/>
                </a:ext>
              </a:extLst>
            </p:cNvPr>
            <p:cNvSpPr/>
            <p:nvPr/>
          </p:nvSpPr>
          <p:spPr>
            <a:xfrm>
              <a:off x="4300409" y="6565987"/>
              <a:ext cx="324992" cy="7634"/>
            </a:xfrm>
            <a:custGeom>
              <a:avLst/>
              <a:gdLst>
                <a:gd name="connsiteX0" fmla="*/ 0 w 324992"/>
                <a:gd name="connsiteY0" fmla="*/ 0 h 7634"/>
                <a:gd name="connsiteX1" fmla="*/ 324993 w 324992"/>
                <a:gd name="connsiteY1" fmla="*/ 0 h 7634"/>
              </a:gdLst>
              <a:ahLst/>
              <a:cxnLst>
                <a:cxn ang="0">
                  <a:pos x="connsiteX0" y="connsiteY0"/>
                </a:cxn>
                <a:cxn ang="0">
                  <a:pos x="connsiteX1" y="connsiteY1"/>
                </a:cxn>
              </a:cxnLst>
              <a:rect l="l" t="t" r="r" b="b"/>
              <a:pathLst>
                <a:path w="324992" h="7634">
                  <a:moveTo>
                    <a:pt x="0" y="0"/>
                  </a:moveTo>
                  <a:lnTo>
                    <a:pt x="324993" y="0"/>
                  </a:lnTo>
                </a:path>
              </a:pathLst>
            </a:custGeom>
            <a:ln w="22903" cap="rnd">
              <a:solidFill>
                <a:srgbClr val="FFFFFF"/>
              </a:solidFill>
              <a:prstDash val="solid"/>
              <a:round/>
            </a:ln>
          </p:spPr>
          <p:txBody>
            <a:bodyPr rtlCol="0" anchor="ctr"/>
            <a:lstStyle/>
            <a:p>
              <a:endParaRPr lang="en-IN"/>
            </a:p>
          </p:txBody>
        </p:sp>
      </p:grpSp>
      <p:grpSp>
        <p:nvGrpSpPr>
          <p:cNvPr id="56" name="Graphic 22">
            <a:extLst>
              <a:ext uri="{FF2B5EF4-FFF2-40B4-BE49-F238E27FC236}">
                <a16:creationId xmlns:a16="http://schemas.microsoft.com/office/drawing/2014/main" id="{31CCF217-3D6B-8A4C-E780-6E9E2E261FF9}"/>
              </a:ext>
            </a:extLst>
          </p:cNvPr>
          <p:cNvGrpSpPr/>
          <p:nvPr/>
        </p:nvGrpSpPr>
        <p:grpSpPr>
          <a:xfrm>
            <a:off x="6014976" y="5942566"/>
            <a:ext cx="1010457" cy="347287"/>
            <a:chOff x="5985836" y="6055175"/>
            <a:chExt cx="682813" cy="234678"/>
          </a:xfrm>
        </p:grpSpPr>
        <p:grpSp>
          <p:nvGrpSpPr>
            <p:cNvPr id="57" name="Graphic 22">
              <a:extLst>
                <a:ext uri="{FF2B5EF4-FFF2-40B4-BE49-F238E27FC236}">
                  <a16:creationId xmlns:a16="http://schemas.microsoft.com/office/drawing/2014/main" id="{42A7CF39-2212-C555-4303-3484A2263C13}"/>
                </a:ext>
              </a:extLst>
            </p:cNvPr>
            <p:cNvGrpSpPr/>
            <p:nvPr/>
          </p:nvGrpSpPr>
          <p:grpSpPr>
            <a:xfrm>
              <a:off x="6209903" y="6055175"/>
              <a:ext cx="234678" cy="234678"/>
              <a:chOff x="6209903" y="6055175"/>
              <a:chExt cx="234678" cy="234678"/>
            </a:xfrm>
          </p:grpSpPr>
          <p:sp>
            <p:nvSpPr>
              <p:cNvPr id="59" name="Freeform: Shape 58">
                <a:extLst>
                  <a:ext uri="{FF2B5EF4-FFF2-40B4-BE49-F238E27FC236}">
                    <a16:creationId xmlns:a16="http://schemas.microsoft.com/office/drawing/2014/main" id="{C8D29D25-41E9-8A4F-1EA6-CC62418E3E95}"/>
                  </a:ext>
                </a:extLst>
              </p:cNvPr>
              <p:cNvSpPr/>
              <p:nvPr/>
            </p:nvSpPr>
            <p:spPr>
              <a:xfrm>
                <a:off x="6209903" y="6055175"/>
                <a:ext cx="234678" cy="234678"/>
              </a:xfrm>
              <a:custGeom>
                <a:avLst/>
                <a:gdLst>
                  <a:gd name="connsiteX0" fmla="*/ 234679 w 234678"/>
                  <a:gd name="connsiteY0" fmla="*/ 117339 h 234678"/>
                  <a:gd name="connsiteX1" fmla="*/ 117339 w 234678"/>
                  <a:gd name="connsiteY1" fmla="*/ 234679 h 234678"/>
                  <a:gd name="connsiteX2" fmla="*/ 0 w 234678"/>
                  <a:gd name="connsiteY2" fmla="*/ 117339 h 234678"/>
                  <a:gd name="connsiteX3" fmla="*/ 117339 w 234678"/>
                  <a:gd name="connsiteY3" fmla="*/ 0 h 234678"/>
                  <a:gd name="connsiteX4" fmla="*/ 234679 w 234678"/>
                  <a:gd name="connsiteY4" fmla="*/ 117339 h 234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4678" h="234678">
                    <a:moveTo>
                      <a:pt x="234679" y="117339"/>
                    </a:moveTo>
                    <a:cubicBezTo>
                      <a:pt x="234679" y="182144"/>
                      <a:pt x="182144" y="234679"/>
                      <a:pt x="117339" y="234679"/>
                    </a:cubicBezTo>
                    <a:cubicBezTo>
                      <a:pt x="52535" y="234679"/>
                      <a:pt x="0" y="182144"/>
                      <a:pt x="0" y="117339"/>
                    </a:cubicBezTo>
                    <a:cubicBezTo>
                      <a:pt x="0" y="52535"/>
                      <a:pt x="52535" y="0"/>
                      <a:pt x="117339" y="0"/>
                    </a:cubicBezTo>
                    <a:cubicBezTo>
                      <a:pt x="182144" y="0"/>
                      <a:pt x="234679" y="52535"/>
                      <a:pt x="234679" y="117339"/>
                    </a:cubicBezTo>
                    <a:close/>
                  </a:path>
                </a:pathLst>
              </a:custGeom>
              <a:solidFill>
                <a:srgbClr val="FFFFFF"/>
              </a:solidFill>
              <a:ln w="7634" cap="flat">
                <a:noFill/>
                <a:prstDash val="solid"/>
                <a:miter/>
              </a:ln>
            </p:spPr>
            <p:txBody>
              <a:bodyPr rtlCol="0" anchor="ctr"/>
              <a:lstStyle/>
              <a:p>
                <a:endParaRPr lang="en-IN"/>
              </a:p>
            </p:txBody>
          </p:sp>
          <p:grpSp>
            <p:nvGrpSpPr>
              <p:cNvPr id="60" name="Graphic 22">
                <a:extLst>
                  <a:ext uri="{FF2B5EF4-FFF2-40B4-BE49-F238E27FC236}">
                    <a16:creationId xmlns:a16="http://schemas.microsoft.com/office/drawing/2014/main" id="{76421D9D-D3CA-59A3-0AAA-36F1A3D2CA89}"/>
                  </a:ext>
                </a:extLst>
              </p:cNvPr>
              <p:cNvGrpSpPr/>
              <p:nvPr/>
            </p:nvGrpSpPr>
            <p:grpSpPr>
              <a:xfrm>
                <a:off x="6289224" y="6120601"/>
                <a:ext cx="76037" cy="103750"/>
                <a:chOff x="6289224" y="6120601"/>
                <a:chExt cx="76037" cy="103750"/>
              </a:xfrm>
              <a:solidFill>
                <a:srgbClr val="000000"/>
              </a:solidFill>
            </p:grpSpPr>
            <p:sp>
              <p:nvSpPr>
                <p:cNvPr id="61" name="Freeform: Shape 60">
                  <a:extLst>
                    <a:ext uri="{FF2B5EF4-FFF2-40B4-BE49-F238E27FC236}">
                      <a16:creationId xmlns:a16="http://schemas.microsoft.com/office/drawing/2014/main" id="{34850E5A-91B2-D584-D5B5-C8A97A07463B}"/>
                    </a:ext>
                  </a:extLst>
                </p:cNvPr>
                <p:cNvSpPr/>
                <p:nvPr/>
              </p:nvSpPr>
              <p:spPr>
                <a:xfrm>
                  <a:off x="6289224" y="6120601"/>
                  <a:ext cx="25345" cy="103750"/>
                </a:xfrm>
                <a:custGeom>
                  <a:avLst/>
                  <a:gdLst>
                    <a:gd name="connsiteX0" fmla="*/ 0 w 25345"/>
                    <a:gd name="connsiteY0" fmla="*/ 0 h 103750"/>
                    <a:gd name="connsiteX1" fmla="*/ 25346 w 25345"/>
                    <a:gd name="connsiteY1" fmla="*/ 0 h 103750"/>
                    <a:gd name="connsiteX2" fmla="*/ 25346 w 25345"/>
                    <a:gd name="connsiteY2" fmla="*/ 103750 h 103750"/>
                    <a:gd name="connsiteX3" fmla="*/ 0 w 25345"/>
                    <a:gd name="connsiteY3" fmla="*/ 103750 h 103750"/>
                  </a:gdLst>
                  <a:ahLst/>
                  <a:cxnLst>
                    <a:cxn ang="0">
                      <a:pos x="connsiteX0" y="connsiteY0"/>
                    </a:cxn>
                    <a:cxn ang="0">
                      <a:pos x="connsiteX1" y="connsiteY1"/>
                    </a:cxn>
                    <a:cxn ang="0">
                      <a:pos x="connsiteX2" y="connsiteY2"/>
                    </a:cxn>
                    <a:cxn ang="0">
                      <a:pos x="connsiteX3" y="connsiteY3"/>
                    </a:cxn>
                  </a:cxnLst>
                  <a:rect l="l" t="t" r="r" b="b"/>
                  <a:pathLst>
                    <a:path w="25345" h="103750">
                      <a:moveTo>
                        <a:pt x="0" y="0"/>
                      </a:moveTo>
                      <a:lnTo>
                        <a:pt x="25346" y="0"/>
                      </a:lnTo>
                      <a:lnTo>
                        <a:pt x="25346" y="103750"/>
                      </a:lnTo>
                      <a:lnTo>
                        <a:pt x="0" y="103750"/>
                      </a:lnTo>
                      <a:close/>
                    </a:path>
                  </a:pathLst>
                </a:custGeom>
                <a:solidFill>
                  <a:srgbClr val="000000"/>
                </a:solidFill>
                <a:ln w="7634" cap="flat">
                  <a:noFill/>
                  <a:prstDash val="solid"/>
                  <a:miter/>
                </a:ln>
              </p:spPr>
              <p:txBody>
                <a:bodyPr rtlCol="0" anchor="ctr"/>
                <a:lstStyle/>
                <a:p>
                  <a:endParaRPr lang="en-IN"/>
                </a:p>
              </p:txBody>
            </p:sp>
            <p:sp>
              <p:nvSpPr>
                <p:cNvPr id="63" name="Freeform: Shape 62">
                  <a:extLst>
                    <a:ext uri="{FF2B5EF4-FFF2-40B4-BE49-F238E27FC236}">
                      <a16:creationId xmlns:a16="http://schemas.microsoft.com/office/drawing/2014/main" id="{43826244-9B2E-081E-D626-37DA1CA39C60}"/>
                    </a:ext>
                  </a:extLst>
                </p:cNvPr>
                <p:cNvSpPr/>
                <p:nvPr/>
              </p:nvSpPr>
              <p:spPr>
                <a:xfrm>
                  <a:off x="6339916" y="6120601"/>
                  <a:ext cx="25345" cy="103750"/>
                </a:xfrm>
                <a:custGeom>
                  <a:avLst/>
                  <a:gdLst>
                    <a:gd name="connsiteX0" fmla="*/ 0 w 25345"/>
                    <a:gd name="connsiteY0" fmla="*/ 0 h 103750"/>
                    <a:gd name="connsiteX1" fmla="*/ 25346 w 25345"/>
                    <a:gd name="connsiteY1" fmla="*/ 0 h 103750"/>
                    <a:gd name="connsiteX2" fmla="*/ 25346 w 25345"/>
                    <a:gd name="connsiteY2" fmla="*/ 103750 h 103750"/>
                    <a:gd name="connsiteX3" fmla="*/ 0 w 25345"/>
                    <a:gd name="connsiteY3" fmla="*/ 103750 h 103750"/>
                  </a:gdLst>
                  <a:ahLst/>
                  <a:cxnLst>
                    <a:cxn ang="0">
                      <a:pos x="connsiteX0" y="connsiteY0"/>
                    </a:cxn>
                    <a:cxn ang="0">
                      <a:pos x="connsiteX1" y="connsiteY1"/>
                    </a:cxn>
                    <a:cxn ang="0">
                      <a:pos x="connsiteX2" y="connsiteY2"/>
                    </a:cxn>
                    <a:cxn ang="0">
                      <a:pos x="connsiteX3" y="connsiteY3"/>
                    </a:cxn>
                  </a:cxnLst>
                  <a:rect l="l" t="t" r="r" b="b"/>
                  <a:pathLst>
                    <a:path w="25345" h="103750">
                      <a:moveTo>
                        <a:pt x="0" y="0"/>
                      </a:moveTo>
                      <a:lnTo>
                        <a:pt x="25346" y="0"/>
                      </a:lnTo>
                      <a:lnTo>
                        <a:pt x="25346" y="103750"/>
                      </a:lnTo>
                      <a:lnTo>
                        <a:pt x="0" y="103750"/>
                      </a:lnTo>
                      <a:close/>
                    </a:path>
                  </a:pathLst>
                </a:custGeom>
                <a:solidFill>
                  <a:srgbClr val="000000"/>
                </a:solidFill>
                <a:ln w="7634" cap="flat">
                  <a:noFill/>
                  <a:prstDash val="solid"/>
                  <a:miter/>
                </a:ln>
              </p:spPr>
              <p:txBody>
                <a:bodyPr rtlCol="0" anchor="ctr"/>
                <a:lstStyle/>
                <a:p>
                  <a:endParaRPr lang="en-IN"/>
                </a:p>
              </p:txBody>
            </p:sp>
          </p:grpSp>
        </p:grpSp>
        <p:grpSp>
          <p:nvGrpSpPr>
            <p:cNvPr id="66" name="Graphic 22">
              <a:extLst>
                <a:ext uri="{FF2B5EF4-FFF2-40B4-BE49-F238E27FC236}">
                  <a16:creationId xmlns:a16="http://schemas.microsoft.com/office/drawing/2014/main" id="{195409B4-8E68-9776-5C4C-62B6600DF0D2}"/>
                </a:ext>
              </a:extLst>
            </p:cNvPr>
            <p:cNvGrpSpPr/>
            <p:nvPr/>
          </p:nvGrpSpPr>
          <p:grpSpPr>
            <a:xfrm>
              <a:off x="6565205" y="6114036"/>
              <a:ext cx="103444" cy="111613"/>
              <a:chOff x="6565205" y="6114036"/>
              <a:chExt cx="103444" cy="111613"/>
            </a:xfrm>
            <a:solidFill>
              <a:srgbClr val="FFFFFF"/>
            </a:solidFill>
          </p:grpSpPr>
          <p:sp>
            <p:nvSpPr>
              <p:cNvPr id="74" name="Freeform: Shape 73">
                <a:extLst>
                  <a:ext uri="{FF2B5EF4-FFF2-40B4-BE49-F238E27FC236}">
                    <a16:creationId xmlns:a16="http://schemas.microsoft.com/office/drawing/2014/main" id="{6AAAB4F8-7B40-0BEF-F04A-7B3A113ABCFD}"/>
                  </a:ext>
                </a:extLst>
              </p:cNvPr>
              <p:cNvSpPr/>
              <p:nvPr/>
            </p:nvSpPr>
            <p:spPr>
              <a:xfrm>
                <a:off x="6565205" y="6114036"/>
                <a:ext cx="96650" cy="111613"/>
              </a:xfrm>
              <a:custGeom>
                <a:avLst/>
                <a:gdLst>
                  <a:gd name="connsiteX0" fmla="*/ 96650 w 96650"/>
                  <a:gd name="connsiteY0" fmla="*/ 55807 h 111613"/>
                  <a:gd name="connsiteX1" fmla="*/ 0 w 96650"/>
                  <a:gd name="connsiteY1" fmla="*/ 0 h 111613"/>
                  <a:gd name="connsiteX2" fmla="*/ 0 w 96650"/>
                  <a:gd name="connsiteY2" fmla="*/ 111614 h 111613"/>
                  <a:gd name="connsiteX3" fmla="*/ 96650 w 96650"/>
                  <a:gd name="connsiteY3" fmla="*/ 55807 h 111613"/>
                </a:gdLst>
                <a:ahLst/>
                <a:cxnLst>
                  <a:cxn ang="0">
                    <a:pos x="connsiteX0" y="connsiteY0"/>
                  </a:cxn>
                  <a:cxn ang="0">
                    <a:pos x="connsiteX1" y="connsiteY1"/>
                  </a:cxn>
                  <a:cxn ang="0">
                    <a:pos x="connsiteX2" y="connsiteY2"/>
                  </a:cxn>
                  <a:cxn ang="0">
                    <a:pos x="connsiteX3" y="connsiteY3"/>
                  </a:cxn>
                </a:cxnLst>
                <a:rect l="l" t="t" r="r" b="b"/>
                <a:pathLst>
                  <a:path w="96650" h="111613">
                    <a:moveTo>
                      <a:pt x="96650" y="55807"/>
                    </a:moveTo>
                    <a:lnTo>
                      <a:pt x="0" y="0"/>
                    </a:lnTo>
                    <a:lnTo>
                      <a:pt x="0" y="111614"/>
                    </a:lnTo>
                    <a:lnTo>
                      <a:pt x="96650" y="55807"/>
                    </a:lnTo>
                    <a:close/>
                  </a:path>
                </a:pathLst>
              </a:custGeom>
              <a:solidFill>
                <a:srgbClr val="FFFFFF"/>
              </a:solidFill>
              <a:ln w="7634"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E809CEF5-0C63-A9CC-DAC0-5750FC57AE05}"/>
                  </a:ext>
                </a:extLst>
              </p:cNvPr>
              <p:cNvSpPr/>
              <p:nvPr/>
            </p:nvSpPr>
            <p:spPr>
              <a:xfrm>
                <a:off x="6655060" y="6114036"/>
                <a:ext cx="13589" cy="111613"/>
              </a:xfrm>
              <a:custGeom>
                <a:avLst/>
                <a:gdLst>
                  <a:gd name="connsiteX0" fmla="*/ 0 w 13589"/>
                  <a:gd name="connsiteY0" fmla="*/ 0 h 111613"/>
                  <a:gd name="connsiteX1" fmla="*/ 13589 w 13589"/>
                  <a:gd name="connsiteY1" fmla="*/ 0 h 111613"/>
                  <a:gd name="connsiteX2" fmla="*/ 13589 w 13589"/>
                  <a:gd name="connsiteY2" fmla="*/ 111614 h 111613"/>
                  <a:gd name="connsiteX3" fmla="*/ 0 w 13589"/>
                  <a:gd name="connsiteY3" fmla="*/ 111614 h 111613"/>
                </a:gdLst>
                <a:ahLst/>
                <a:cxnLst>
                  <a:cxn ang="0">
                    <a:pos x="connsiteX0" y="connsiteY0"/>
                  </a:cxn>
                  <a:cxn ang="0">
                    <a:pos x="connsiteX1" y="connsiteY1"/>
                  </a:cxn>
                  <a:cxn ang="0">
                    <a:pos x="connsiteX2" y="connsiteY2"/>
                  </a:cxn>
                  <a:cxn ang="0">
                    <a:pos x="connsiteX3" y="connsiteY3"/>
                  </a:cxn>
                </a:cxnLst>
                <a:rect l="l" t="t" r="r" b="b"/>
                <a:pathLst>
                  <a:path w="13589" h="111613">
                    <a:moveTo>
                      <a:pt x="0" y="0"/>
                    </a:moveTo>
                    <a:lnTo>
                      <a:pt x="13589" y="0"/>
                    </a:lnTo>
                    <a:lnTo>
                      <a:pt x="13589" y="111614"/>
                    </a:lnTo>
                    <a:lnTo>
                      <a:pt x="0" y="111614"/>
                    </a:lnTo>
                    <a:close/>
                  </a:path>
                </a:pathLst>
              </a:custGeom>
              <a:solidFill>
                <a:srgbClr val="FFFFFF"/>
              </a:solidFill>
              <a:ln w="7634" cap="flat">
                <a:noFill/>
                <a:prstDash val="solid"/>
                <a:miter/>
              </a:ln>
            </p:spPr>
            <p:txBody>
              <a:bodyPr rtlCol="0" anchor="ctr"/>
              <a:lstStyle/>
              <a:p>
                <a:endParaRPr lang="en-IN"/>
              </a:p>
            </p:txBody>
          </p:sp>
        </p:grpSp>
        <p:grpSp>
          <p:nvGrpSpPr>
            <p:cNvPr id="82" name="Graphic 22">
              <a:extLst>
                <a:ext uri="{FF2B5EF4-FFF2-40B4-BE49-F238E27FC236}">
                  <a16:creationId xmlns:a16="http://schemas.microsoft.com/office/drawing/2014/main" id="{9E623AAD-3785-E80E-2980-5096A52075B3}"/>
                </a:ext>
              </a:extLst>
            </p:cNvPr>
            <p:cNvGrpSpPr/>
            <p:nvPr/>
          </p:nvGrpSpPr>
          <p:grpSpPr>
            <a:xfrm>
              <a:off x="5985836" y="6114036"/>
              <a:ext cx="103521" cy="111613"/>
              <a:chOff x="5985836" y="6114036"/>
              <a:chExt cx="103521" cy="111613"/>
            </a:xfrm>
            <a:solidFill>
              <a:srgbClr val="FFFFFF"/>
            </a:solidFill>
          </p:grpSpPr>
          <p:sp>
            <p:nvSpPr>
              <p:cNvPr id="83" name="Freeform: Shape 82">
                <a:extLst>
                  <a:ext uri="{FF2B5EF4-FFF2-40B4-BE49-F238E27FC236}">
                    <a16:creationId xmlns:a16="http://schemas.microsoft.com/office/drawing/2014/main" id="{6AA657D1-4956-1596-65B3-795D04D6DE75}"/>
                  </a:ext>
                </a:extLst>
              </p:cNvPr>
              <p:cNvSpPr/>
              <p:nvPr/>
            </p:nvSpPr>
            <p:spPr>
              <a:xfrm>
                <a:off x="5992631" y="6114036"/>
                <a:ext cx="96726" cy="111613"/>
              </a:xfrm>
              <a:custGeom>
                <a:avLst/>
                <a:gdLst>
                  <a:gd name="connsiteX0" fmla="*/ 0 w 96726"/>
                  <a:gd name="connsiteY0" fmla="*/ 55807 h 111613"/>
                  <a:gd name="connsiteX1" fmla="*/ 96727 w 96726"/>
                  <a:gd name="connsiteY1" fmla="*/ 0 h 111613"/>
                  <a:gd name="connsiteX2" fmla="*/ 96727 w 96726"/>
                  <a:gd name="connsiteY2" fmla="*/ 111614 h 111613"/>
                  <a:gd name="connsiteX3" fmla="*/ 0 w 96726"/>
                  <a:gd name="connsiteY3" fmla="*/ 55807 h 111613"/>
                </a:gdLst>
                <a:ahLst/>
                <a:cxnLst>
                  <a:cxn ang="0">
                    <a:pos x="connsiteX0" y="connsiteY0"/>
                  </a:cxn>
                  <a:cxn ang="0">
                    <a:pos x="connsiteX1" y="connsiteY1"/>
                  </a:cxn>
                  <a:cxn ang="0">
                    <a:pos x="connsiteX2" y="connsiteY2"/>
                  </a:cxn>
                  <a:cxn ang="0">
                    <a:pos x="connsiteX3" y="connsiteY3"/>
                  </a:cxn>
                </a:cxnLst>
                <a:rect l="l" t="t" r="r" b="b"/>
                <a:pathLst>
                  <a:path w="96726" h="111613">
                    <a:moveTo>
                      <a:pt x="0" y="55807"/>
                    </a:moveTo>
                    <a:lnTo>
                      <a:pt x="96727" y="0"/>
                    </a:lnTo>
                    <a:lnTo>
                      <a:pt x="96727" y="111614"/>
                    </a:lnTo>
                    <a:lnTo>
                      <a:pt x="0" y="55807"/>
                    </a:lnTo>
                    <a:close/>
                  </a:path>
                </a:pathLst>
              </a:custGeom>
              <a:solidFill>
                <a:srgbClr val="FFFFFF"/>
              </a:solidFill>
              <a:ln w="7634"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674F7BF8-CCF7-863A-D314-5A5F61C72936}"/>
                  </a:ext>
                </a:extLst>
              </p:cNvPr>
              <p:cNvSpPr/>
              <p:nvPr/>
            </p:nvSpPr>
            <p:spPr>
              <a:xfrm rot="-10800000">
                <a:off x="5985836" y="6114036"/>
                <a:ext cx="13589" cy="111613"/>
              </a:xfrm>
              <a:custGeom>
                <a:avLst/>
                <a:gdLst>
                  <a:gd name="connsiteX0" fmla="*/ 0 w 13589"/>
                  <a:gd name="connsiteY0" fmla="*/ 0 h 111613"/>
                  <a:gd name="connsiteX1" fmla="*/ 13589 w 13589"/>
                  <a:gd name="connsiteY1" fmla="*/ 0 h 111613"/>
                  <a:gd name="connsiteX2" fmla="*/ 13589 w 13589"/>
                  <a:gd name="connsiteY2" fmla="*/ 111614 h 111613"/>
                  <a:gd name="connsiteX3" fmla="*/ 0 w 13589"/>
                  <a:gd name="connsiteY3" fmla="*/ 111614 h 111613"/>
                </a:gdLst>
                <a:ahLst/>
                <a:cxnLst>
                  <a:cxn ang="0">
                    <a:pos x="connsiteX0" y="connsiteY0"/>
                  </a:cxn>
                  <a:cxn ang="0">
                    <a:pos x="connsiteX1" y="connsiteY1"/>
                  </a:cxn>
                  <a:cxn ang="0">
                    <a:pos x="connsiteX2" y="connsiteY2"/>
                  </a:cxn>
                  <a:cxn ang="0">
                    <a:pos x="connsiteX3" y="connsiteY3"/>
                  </a:cxn>
                </a:cxnLst>
                <a:rect l="l" t="t" r="r" b="b"/>
                <a:pathLst>
                  <a:path w="13589" h="111613">
                    <a:moveTo>
                      <a:pt x="0" y="0"/>
                    </a:moveTo>
                    <a:lnTo>
                      <a:pt x="13589" y="0"/>
                    </a:lnTo>
                    <a:lnTo>
                      <a:pt x="13589" y="111614"/>
                    </a:lnTo>
                    <a:lnTo>
                      <a:pt x="0" y="111614"/>
                    </a:lnTo>
                    <a:close/>
                  </a:path>
                </a:pathLst>
              </a:custGeom>
              <a:solidFill>
                <a:srgbClr val="FFFFFF"/>
              </a:solidFill>
              <a:ln w="7634" cap="flat">
                <a:noFill/>
                <a:prstDash val="solid"/>
                <a:miter/>
              </a:ln>
            </p:spPr>
            <p:txBody>
              <a:bodyPr rtlCol="0" anchor="ctr"/>
              <a:lstStyle/>
              <a:p>
                <a:endParaRPr lang="en-IN"/>
              </a:p>
            </p:txBody>
          </p:sp>
        </p:grpSp>
      </p:grpSp>
      <p:grpSp>
        <p:nvGrpSpPr>
          <p:cNvPr id="85" name="Graphic 22">
            <a:extLst>
              <a:ext uri="{FF2B5EF4-FFF2-40B4-BE49-F238E27FC236}">
                <a16:creationId xmlns:a16="http://schemas.microsoft.com/office/drawing/2014/main" id="{75A6F947-34A7-B505-AECD-F18055A09AC0}"/>
              </a:ext>
            </a:extLst>
          </p:cNvPr>
          <p:cNvGrpSpPr/>
          <p:nvPr/>
        </p:nvGrpSpPr>
        <p:grpSpPr>
          <a:xfrm>
            <a:off x="7404920" y="6042663"/>
            <a:ext cx="185055" cy="193980"/>
            <a:chOff x="6925086" y="6122815"/>
            <a:chExt cx="125050" cy="131081"/>
          </a:xfrm>
          <a:solidFill>
            <a:srgbClr val="1ED760"/>
          </a:solidFill>
        </p:grpSpPr>
        <p:sp>
          <p:nvSpPr>
            <p:cNvPr id="86" name="Freeform: Shape 85">
              <a:extLst>
                <a:ext uri="{FF2B5EF4-FFF2-40B4-BE49-F238E27FC236}">
                  <a16:creationId xmlns:a16="http://schemas.microsoft.com/office/drawing/2014/main" id="{F82F4295-6748-7BAE-3891-742E07A0DB21}"/>
                </a:ext>
              </a:extLst>
            </p:cNvPr>
            <p:cNvSpPr/>
            <p:nvPr/>
          </p:nvSpPr>
          <p:spPr>
            <a:xfrm>
              <a:off x="6925086" y="6122815"/>
              <a:ext cx="125050" cy="110621"/>
            </a:xfrm>
            <a:custGeom>
              <a:avLst/>
              <a:gdLst>
                <a:gd name="connsiteX0" fmla="*/ 94742 w 125050"/>
                <a:gd name="connsiteY0" fmla="*/ 0 h 110621"/>
                <a:gd name="connsiteX1" fmla="*/ 30308 w 125050"/>
                <a:gd name="connsiteY1" fmla="*/ 0 h 110621"/>
                <a:gd name="connsiteX2" fmla="*/ 0 w 125050"/>
                <a:gd name="connsiteY2" fmla="*/ 30308 h 110621"/>
                <a:gd name="connsiteX3" fmla="*/ 0 w 125050"/>
                <a:gd name="connsiteY3" fmla="*/ 64892 h 110621"/>
                <a:gd name="connsiteX4" fmla="*/ 30308 w 125050"/>
                <a:gd name="connsiteY4" fmla="*/ 95200 h 110621"/>
                <a:gd name="connsiteX5" fmla="*/ 45424 w 125050"/>
                <a:gd name="connsiteY5" fmla="*/ 95200 h 110621"/>
                <a:gd name="connsiteX6" fmla="*/ 49165 w 125050"/>
                <a:gd name="connsiteY6" fmla="*/ 91459 h 110621"/>
                <a:gd name="connsiteX7" fmla="*/ 45424 w 125050"/>
                <a:gd name="connsiteY7" fmla="*/ 87718 h 110621"/>
                <a:gd name="connsiteX8" fmla="*/ 30308 w 125050"/>
                <a:gd name="connsiteY8" fmla="*/ 87718 h 110621"/>
                <a:gd name="connsiteX9" fmla="*/ 7482 w 125050"/>
                <a:gd name="connsiteY9" fmla="*/ 64892 h 110621"/>
                <a:gd name="connsiteX10" fmla="*/ 7482 w 125050"/>
                <a:gd name="connsiteY10" fmla="*/ 30308 h 110621"/>
                <a:gd name="connsiteX11" fmla="*/ 30308 w 125050"/>
                <a:gd name="connsiteY11" fmla="*/ 7482 h 110621"/>
                <a:gd name="connsiteX12" fmla="*/ 94742 w 125050"/>
                <a:gd name="connsiteY12" fmla="*/ 7482 h 110621"/>
                <a:gd name="connsiteX13" fmla="*/ 117569 w 125050"/>
                <a:gd name="connsiteY13" fmla="*/ 30308 h 110621"/>
                <a:gd name="connsiteX14" fmla="*/ 117569 w 125050"/>
                <a:gd name="connsiteY14" fmla="*/ 64892 h 110621"/>
                <a:gd name="connsiteX15" fmla="*/ 94742 w 125050"/>
                <a:gd name="connsiteY15" fmla="*/ 87718 h 110621"/>
                <a:gd name="connsiteX16" fmla="*/ 67335 w 125050"/>
                <a:gd name="connsiteY16" fmla="*/ 87718 h 110621"/>
                <a:gd name="connsiteX17" fmla="*/ 76343 w 125050"/>
                <a:gd name="connsiteY17" fmla="*/ 78710 h 110621"/>
                <a:gd name="connsiteX18" fmla="*/ 76343 w 125050"/>
                <a:gd name="connsiteY18" fmla="*/ 73366 h 110621"/>
                <a:gd name="connsiteX19" fmla="*/ 71000 w 125050"/>
                <a:gd name="connsiteY19" fmla="*/ 73366 h 110621"/>
                <a:gd name="connsiteX20" fmla="*/ 55578 w 125050"/>
                <a:gd name="connsiteY20" fmla="*/ 88787 h 110621"/>
                <a:gd name="connsiteX21" fmla="*/ 54509 w 125050"/>
                <a:gd name="connsiteY21" fmla="*/ 91459 h 110621"/>
                <a:gd name="connsiteX22" fmla="*/ 55578 w 125050"/>
                <a:gd name="connsiteY22" fmla="*/ 94131 h 110621"/>
                <a:gd name="connsiteX23" fmla="*/ 71000 w 125050"/>
                <a:gd name="connsiteY23" fmla="*/ 109552 h 110621"/>
                <a:gd name="connsiteX24" fmla="*/ 73671 w 125050"/>
                <a:gd name="connsiteY24" fmla="*/ 110621 h 110621"/>
                <a:gd name="connsiteX25" fmla="*/ 76343 w 125050"/>
                <a:gd name="connsiteY25" fmla="*/ 109552 h 110621"/>
                <a:gd name="connsiteX26" fmla="*/ 76343 w 125050"/>
                <a:gd name="connsiteY26" fmla="*/ 104208 h 110621"/>
                <a:gd name="connsiteX27" fmla="*/ 67335 w 125050"/>
                <a:gd name="connsiteY27" fmla="*/ 95200 h 110621"/>
                <a:gd name="connsiteX28" fmla="*/ 94742 w 125050"/>
                <a:gd name="connsiteY28" fmla="*/ 95200 h 110621"/>
                <a:gd name="connsiteX29" fmla="*/ 125050 w 125050"/>
                <a:gd name="connsiteY29" fmla="*/ 64892 h 110621"/>
                <a:gd name="connsiteX30" fmla="*/ 125050 w 125050"/>
                <a:gd name="connsiteY30" fmla="*/ 30308 h 110621"/>
                <a:gd name="connsiteX31" fmla="*/ 94742 w 125050"/>
                <a:gd name="connsiteY31" fmla="*/ 0 h 110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5050" h="110621">
                  <a:moveTo>
                    <a:pt x="94742" y="0"/>
                  </a:moveTo>
                  <a:lnTo>
                    <a:pt x="30308" y="0"/>
                  </a:lnTo>
                  <a:cubicBezTo>
                    <a:pt x="13589" y="0"/>
                    <a:pt x="0" y="13589"/>
                    <a:pt x="0" y="30308"/>
                  </a:cubicBezTo>
                  <a:lnTo>
                    <a:pt x="0" y="64892"/>
                  </a:lnTo>
                  <a:cubicBezTo>
                    <a:pt x="0" y="81611"/>
                    <a:pt x="13589" y="95200"/>
                    <a:pt x="30308" y="95200"/>
                  </a:cubicBezTo>
                  <a:lnTo>
                    <a:pt x="45424" y="95200"/>
                  </a:lnTo>
                  <a:cubicBezTo>
                    <a:pt x="47486" y="95200"/>
                    <a:pt x="49165" y="93520"/>
                    <a:pt x="49165" y="91459"/>
                  </a:cubicBezTo>
                  <a:cubicBezTo>
                    <a:pt x="49165" y="89398"/>
                    <a:pt x="47486" y="87718"/>
                    <a:pt x="45424" y="87718"/>
                  </a:cubicBezTo>
                  <a:lnTo>
                    <a:pt x="30308" y="87718"/>
                  </a:lnTo>
                  <a:cubicBezTo>
                    <a:pt x="17712" y="87718"/>
                    <a:pt x="7482" y="77488"/>
                    <a:pt x="7482" y="64892"/>
                  </a:cubicBezTo>
                  <a:lnTo>
                    <a:pt x="7482" y="30308"/>
                  </a:lnTo>
                  <a:cubicBezTo>
                    <a:pt x="7482" y="17712"/>
                    <a:pt x="17712" y="7482"/>
                    <a:pt x="30308" y="7482"/>
                  </a:cubicBezTo>
                  <a:lnTo>
                    <a:pt x="94742" y="7482"/>
                  </a:lnTo>
                  <a:cubicBezTo>
                    <a:pt x="107338" y="7482"/>
                    <a:pt x="117569" y="17712"/>
                    <a:pt x="117569" y="30308"/>
                  </a:cubicBezTo>
                  <a:lnTo>
                    <a:pt x="117569" y="64892"/>
                  </a:lnTo>
                  <a:cubicBezTo>
                    <a:pt x="117569" y="77488"/>
                    <a:pt x="107338" y="87718"/>
                    <a:pt x="94742" y="87718"/>
                  </a:cubicBezTo>
                  <a:lnTo>
                    <a:pt x="67335" y="87718"/>
                  </a:lnTo>
                  <a:lnTo>
                    <a:pt x="76343" y="78710"/>
                  </a:lnTo>
                  <a:cubicBezTo>
                    <a:pt x="77794" y="77259"/>
                    <a:pt x="77794" y="74816"/>
                    <a:pt x="76343" y="73366"/>
                  </a:cubicBezTo>
                  <a:cubicBezTo>
                    <a:pt x="74893" y="71915"/>
                    <a:pt x="72450" y="71915"/>
                    <a:pt x="71000" y="73366"/>
                  </a:cubicBezTo>
                  <a:lnTo>
                    <a:pt x="55578" y="88787"/>
                  </a:lnTo>
                  <a:cubicBezTo>
                    <a:pt x="54891" y="89474"/>
                    <a:pt x="54509" y="90467"/>
                    <a:pt x="54509" y="91459"/>
                  </a:cubicBezTo>
                  <a:cubicBezTo>
                    <a:pt x="54509" y="92452"/>
                    <a:pt x="54891" y="93444"/>
                    <a:pt x="55578" y="94131"/>
                  </a:cubicBezTo>
                  <a:lnTo>
                    <a:pt x="71000" y="109552"/>
                  </a:lnTo>
                  <a:cubicBezTo>
                    <a:pt x="71763" y="110316"/>
                    <a:pt x="72679" y="110621"/>
                    <a:pt x="73671" y="110621"/>
                  </a:cubicBezTo>
                  <a:cubicBezTo>
                    <a:pt x="74664" y="110621"/>
                    <a:pt x="75580" y="110239"/>
                    <a:pt x="76343" y="109552"/>
                  </a:cubicBezTo>
                  <a:cubicBezTo>
                    <a:pt x="77794" y="108102"/>
                    <a:pt x="77794" y="105659"/>
                    <a:pt x="76343" y="104208"/>
                  </a:cubicBezTo>
                  <a:lnTo>
                    <a:pt x="67335" y="95200"/>
                  </a:lnTo>
                  <a:lnTo>
                    <a:pt x="94742" y="95200"/>
                  </a:lnTo>
                  <a:cubicBezTo>
                    <a:pt x="111461" y="95200"/>
                    <a:pt x="125050" y="81611"/>
                    <a:pt x="125050" y="64892"/>
                  </a:cubicBezTo>
                  <a:lnTo>
                    <a:pt x="125050" y="30308"/>
                  </a:lnTo>
                  <a:cubicBezTo>
                    <a:pt x="125050" y="13589"/>
                    <a:pt x="111461" y="0"/>
                    <a:pt x="94742" y="0"/>
                  </a:cubicBezTo>
                  <a:close/>
                </a:path>
              </a:pathLst>
            </a:custGeom>
            <a:solidFill>
              <a:srgbClr val="1ED760"/>
            </a:solidFill>
            <a:ln w="7634"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5F0FD274-33A7-CE2B-CCB1-2CCF4AB0D52E}"/>
                </a:ext>
              </a:extLst>
            </p:cNvPr>
            <p:cNvSpPr/>
            <p:nvPr/>
          </p:nvSpPr>
          <p:spPr>
            <a:xfrm>
              <a:off x="6987611" y="6243514"/>
              <a:ext cx="10382" cy="10382"/>
            </a:xfrm>
            <a:custGeom>
              <a:avLst/>
              <a:gdLst>
                <a:gd name="connsiteX0" fmla="*/ 10383 w 10382"/>
                <a:gd name="connsiteY0" fmla="*/ 5191 h 10382"/>
                <a:gd name="connsiteX1" fmla="*/ 5192 w 10382"/>
                <a:gd name="connsiteY1" fmla="*/ 10383 h 10382"/>
                <a:gd name="connsiteX2" fmla="*/ 0 w 10382"/>
                <a:gd name="connsiteY2" fmla="*/ 5191 h 10382"/>
                <a:gd name="connsiteX3" fmla="*/ 5192 w 10382"/>
                <a:gd name="connsiteY3" fmla="*/ 0 h 10382"/>
                <a:gd name="connsiteX4" fmla="*/ 10383 w 10382"/>
                <a:gd name="connsiteY4" fmla="*/ 5191 h 10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2" h="10382">
                  <a:moveTo>
                    <a:pt x="10383" y="5191"/>
                  </a:moveTo>
                  <a:cubicBezTo>
                    <a:pt x="10383" y="8058"/>
                    <a:pt x="8059" y="10383"/>
                    <a:pt x="5192" y="10383"/>
                  </a:cubicBezTo>
                  <a:cubicBezTo>
                    <a:pt x="2325" y="10383"/>
                    <a:pt x="0" y="8058"/>
                    <a:pt x="0" y="5191"/>
                  </a:cubicBezTo>
                  <a:cubicBezTo>
                    <a:pt x="0" y="2324"/>
                    <a:pt x="2325" y="0"/>
                    <a:pt x="5192" y="0"/>
                  </a:cubicBezTo>
                  <a:cubicBezTo>
                    <a:pt x="8059" y="0"/>
                    <a:pt x="10383" y="2324"/>
                    <a:pt x="10383" y="5191"/>
                  </a:cubicBezTo>
                  <a:close/>
                </a:path>
              </a:pathLst>
            </a:custGeom>
            <a:solidFill>
              <a:srgbClr val="1ED760"/>
            </a:solidFill>
            <a:ln w="7634" cap="flat">
              <a:noFill/>
              <a:prstDash val="solid"/>
              <a:miter/>
            </a:ln>
          </p:spPr>
          <p:txBody>
            <a:bodyPr rtlCol="0" anchor="ctr"/>
            <a:lstStyle/>
            <a:p>
              <a:endParaRPr lang="en-IN"/>
            </a:p>
          </p:txBody>
        </p:sp>
      </p:grpSp>
      <p:grpSp>
        <p:nvGrpSpPr>
          <p:cNvPr id="89" name="Graphic 22">
            <a:extLst>
              <a:ext uri="{FF2B5EF4-FFF2-40B4-BE49-F238E27FC236}">
                <a16:creationId xmlns:a16="http://schemas.microsoft.com/office/drawing/2014/main" id="{7DC1B064-751F-B5D5-AE98-3B9EB6F09434}"/>
              </a:ext>
            </a:extLst>
          </p:cNvPr>
          <p:cNvGrpSpPr/>
          <p:nvPr/>
        </p:nvGrpSpPr>
        <p:grpSpPr>
          <a:xfrm>
            <a:off x="5437903" y="6041514"/>
            <a:ext cx="177618" cy="141560"/>
            <a:chOff x="5595881" y="6122039"/>
            <a:chExt cx="120025" cy="95659"/>
          </a:xfrm>
          <a:solidFill>
            <a:srgbClr val="FFFFFF"/>
          </a:solidFill>
        </p:grpSpPr>
        <p:sp>
          <p:nvSpPr>
            <p:cNvPr id="90" name="Freeform: Shape 89">
              <a:extLst>
                <a:ext uri="{FF2B5EF4-FFF2-40B4-BE49-F238E27FC236}">
                  <a16:creationId xmlns:a16="http://schemas.microsoft.com/office/drawing/2014/main" id="{BE241937-8072-325C-B04D-3DAFE807D00F}"/>
                </a:ext>
              </a:extLst>
            </p:cNvPr>
            <p:cNvSpPr/>
            <p:nvPr/>
          </p:nvSpPr>
          <p:spPr>
            <a:xfrm>
              <a:off x="5595881" y="6133630"/>
              <a:ext cx="120025" cy="84068"/>
            </a:xfrm>
            <a:custGeom>
              <a:avLst/>
              <a:gdLst>
                <a:gd name="connsiteX0" fmla="*/ 99470 w 120025"/>
                <a:gd name="connsiteY0" fmla="*/ 60184 h 84068"/>
                <a:gd name="connsiteX1" fmla="*/ 96188 w 120025"/>
                <a:gd name="connsiteY1" fmla="*/ 55527 h 84068"/>
                <a:gd name="connsiteX2" fmla="*/ 98936 w 120025"/>
                <a:gd name="connsiteY2" fmla="*/ 49114 h 84068"/>
                <a:gd name="connsiteX3" fmla="*/ 105883 w 120025"/>
                <a:gd name="connsiteY3" fmla="*/ 49649 h 84068"/>
                <a:gd name="connsiteX4" fmla="*/ 118480 w 120025"/>
                <a:gd name="connsiteY4" fmla="*/ 62245 h 84068"/>
                <a:gd name="connsiteX5" fmla="*/ 118480 w 120025"/>
                <a:gd name="connsiteY5" fmla="*/ 70032 h 84068"/>
                <a:gd name="connsiteX6" fmla="*/ 105959 w 120025"/>
                <a:gd name="connsiteY6" fmla="*/ 82552 h 84068"/>
                <a:gd name="connsiteX7" fmla="*/ 97867 w 120025"/>
                <a:gd name="connsiteY7" fmla="*/ 82247 h 84068"/>
                <a:gd name="connsiteX8" fmla="*/ 97562 w 120025"/>
                <a:gd name="connsiteY8" fmla="*/ 74078 h 84068"/>
                <a:gd name="connsiteX9" fmla="*/ 99394 w 120025"/>
                <a:gd name="connsiteY9" fmla="*/ 72399 h 84068"/>
                <a:gd name="connsiteX10" fmla="*/ 99241 w 120025"/>
                <a:gd name="connsiteY10" fmla="*/ 72017 h 84068"/>
                <a:gd name="connsiteX11" fmla="*/ 92599 w 120025"/>
                <a:gd name="connsiteY11" fmla="*/ 72017 h 84068"/>
                <a:gd name="connsiteX12" fmla="*/ 79010 w 120025"/>
                <a:gd name="connsiteY12" fmla="*/ 67818 h 84068"/>
                <a:gd name="connsiteX13" fmla="*/ 73513 w 120025"/>
                <a:gd name="connsiteY13" fmla="*/ 62627 h 84068"/>
                <a:gd name="connsiteX14" fmla="*/ 37250 w 120025"/>
                <a:gd name="connsiteY14" fmla="*/ 17203 h 84068"/>
                <a:gd name="connsiteX15" fmla="*/ 26715 w 120025"/>
                <a:gd name="connsiteY15" fmla="*/ 12088 h 84068"/>
                <a:gd name="connsiteX16" fmla="*/ 6331 w 120025"/>
                <a:gd name="connsiteY16" fmla="*/ 12088 h 84068"/>
                <a:gd name="connsiteX17" fmla="*/ 376 w 120025"/>
                <a:gd name="connsiteY17" fmla="*/ 4072 h 84068"/>
                <a:gd name="connsiteX18" fmla="*/ 5797 w 120025"/>
                <a:gd name="connsiteY18" fmla="*/ 102 h 84068"/>
                <a:gd name="connsiteX19" fmla="*/ 28700 w 120025"/>
                <a:gd name="connsiteY19" fmla="*/ 102 h 84068"/>
                <a:gd name="connsiteX20" fmla="*/ 45496 w 120025"/>
                <a:gd name="connsiteY20" fmla="*/ 8423 h 84068"/>
                <a:gd name="connsiteX21" fmla="*/ 73590 w 120025"/>
                <a:gd name="connsiteY21" fmla="*/ 43465 h 84068"/>
                <a:gd name="connsiteX22" fmla="*/ 82903 w 120025"/>
                <a:gd name="connsiteY22" fmla="*/ 55069 h 84068"/>
                <a:gd name="connsiteX23" fmla="*/ 92752 w 120025"/>
                <a:gd name="connsiteY23" fmla="*/ 59878 h 84068"/>
                <a:gd name="connsiteX24" fmla="*/ 99394 w 120025"/>
                <a:gd name="connsiteY24" fmla="*/ 59878 h 84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0025" h="84068">
                  <a:moveTo>
                    <a:pt x="99470" y="60184"/>
                  </a:moveTo>
                  <a:cubicBezTo>
                    <a:pt x="98020" y="58657"/>
                    <a:pt x="96569" y="57512"/>
                    <a:pt x="96188" y="55527"/>
                  </a:cubicBezTo>
                  <a:cubicBezTo>
                    <a:pt x="95729" y="53008"/>
                    <a:pt x="96721" y="50488"/>
                    <a:pt x="98936" y="49114"/>
                  </a:cubicBezTo>
                  <a:cubicBezTo>
                    <a:pt x="101150" y="47816"/>
                    <a:pt x="103974" y="47893"/>
                    <a:pt x="105883" y="49649"/>
                  </a:cubicBezTo>
                  <a:cubicBezTo>
                    <a:pt x="110158" y="53771"/>
                    <a:pt x="114357" y="57970"/>
                    <a:pt x="118480" y="62245"/>
                  </a:cubicBezTo>
                  <a:cubicBezTo>
                    <a:pt x="120541" y="64383"/>
                    <a:pt x="120541" y="67895"/>
                    <a:pt x="118480" y="70032"/>
                  </a:cubicBezTo>
                  <a:cubicBezTo>
                    <a:pt x="114357" y="74307"/>
                    <a:pt x="110234" y="78430"/>
                    <a:pt x="105959" y="82552"/>
                  </a:cubicBezTo>
                  <a:cubicBezTo>
                    <a:pt x="103669" y="84766"/>
                    <a:pt x="100005" y="84461"/>
                    <a:pt x="97867" y="82247"/>
                  </a:cubicBezTo>
                  <a:cubicBezTo>
                    <a:pt x="95653" y="80033"/>
                    <a:pt x="95500" y="76521"/>
                    <a:pt x="97562" y="74078"/>
                  </a:cubicBezTo>
                  <a:cubicBezTo>
                    <a:pt x="98096" y="73468"/>
                    <a:pt x="98783" y="72933"/>
                    <a:pt x="99394" y="72399"/>
                  </a:cubicBezTo>
                  <a:cubicBezTo>
                    <a:pt x="99394" y="72246"/>
                    <a:pt x="99317" y="72170"/>
                    <a:pt x="99241" y="72017"/>
                  </a:cubicBezTo>
                  <a:cubicBezTo>
                    <a:pt x="97027" y="72017"/>
                    <a:pt x="94813" y="72017"/>
                    <a:pt x="92599" y="72017"/>
                  </a:cubicBezTo>
                  <a:cubicBezTo>
                    <a:pt x="87637" y="72017"/>
                    <a:pt x="83133" y="70567"/>
                    <a:pt x="79010" y="67818"/>
                  </a:cubicBezTo>
                  <a:cubicBezTo>
                    <a:pt x="76872" y="66368"/>
                    <a:pt x="75117" y="64612"/>
                    <a:pt x="73513" y="62627"/>
                  </a:cubicBezTo>
                  <a:cubicBezTo>
                    <a:pt x="61451" y="47511"/>
                    <a:pt x="49313" y="32395"/>
                    <a:pt x="37250" y="17203"/>
                  </a:cubicBezTo>
                  <a:cubicBezTo>
                    <a:pt x="34502" y="13767"/>
                    <a:pt x="31143" y="12011"/>
                    <a:pt x="26715" y="12088"/>
                  </a:cubicBezTo>
                  <a:cubicBezTo>
                    <a:pt x="19920" y="12088"/>
                    <a:pt x="13126" y="12088"/>
                    <a:pt x="6331" y="12088"/>
                  </a:cubicBezTo>
                  <a:cubicBezTo>
                    <a:pt x="1827" y="12088"/>
                    <a:pt x="-1074" y="8041"/>
                    <a:pt x="376" y="4072"/>
                  </a:cubicBezTo>
                  <a:cubicBezTo>
                    <a:pt x="1217" y="1781"/>
                    <a:pt x="3354" y="102"/>
                    <a:pt x="5797" y="102"/>
                  </a:cubicBezTo>
                  <a:cubicBezTo>
                    <a:pt x="13431" y="102"/>
                    <a:pt x="21066" y="-127"/>
                    <a:pt x="28700" y="102"/>
                  </a:cubicBezTo>
                  <a:cubicBezTo>
                    <a:pt x="35495" y="331"/>
                    <a:pt x="41220" y="3156"/>
                    <a:pt x="45496" y="8423"/>
                  </a:cubicBezTo>
                  <a:cubicBezTo>
                    <a:pt x="54962" y="20027"/>
                    <a:pt x="64276" y="31784"/>
                    <a:pt x="73590" y="43465"/>
                  </a:cubicBezTo>
                  <a:cubicBezTo>
                    <a:pt x="76720" y="47358"/>
                    <a:pt x="79774" y="51175"/>
                    <a:pt x="82903" y="55069"/>
                  </a:cubicBezTo>
                  <a:cubicBezTo>
                    <a:pt x="85423" y="58199"/>
                    <a:pt x="88629" y="59878"/>
                    <a:pt x="92752" y="59878"/>
                  </a:cubicBezTo>
                  <a:cubicBezTo>
                    <a:pt x="94889" y="59878"/>
                    <a:pt x="96951" y="59878"/>
                    <a:pt x="99394" y="59878"/>
                  </a:cubicBezTo>
                  <a:close/>
                </a:path>
              </a:pathLst>
            </a:custGeom>
            <a:solidFill>
              <a:srgbClr val="FFFFFF"/>
            </a:solidFill>
            <a:ln w="7634"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AC4129C7-212D-CCEB-EB86-B8D60EA8A790}"/>
                </a:ext>
              </a:extLst>
            </p:cNvPr>
            <p:cNvSpPr/>
            <p:nvPr/>
          </p:nvSpPr>
          <p:spPr>
            <a:xfrm>
              <a:off x="5661751" y="6122039"/>
              <a:ext cx="54079" cy="38845"/>
            </a:xfrm>
            <a:custGeom>
              <a:avLst/>
              <a:gdLst>
                <a:gd name="connsiteX0" fmla="*/ 33217 w 54079"/>
                <a:gd name="connsiteY0" fmla="*/ 23832 h 38845"/>
                <a:gd name="connsiteX1" fmla="*/ 24591 w 54079"/>
                <a:gd name="connsiteY1" fmla="*/ 24061 h 38845"/>
                <a:gd name="connsiteX2" fmla="*/ 17033 w 54079"/>
                <a:gd name="connsiteY2" fmla="*/ 28718 h 38845"/>
                <a:gd name="connsiteX3" fmla="*/ 10773 w 54079"/>
                <a:gd name="connsiteY3" fmla="*/ 36505 h 38845"/>
                <a:gd name="connsiteX4" fmla="*/ 4360 w 54079"/>
                <a:gd name="connsiteY4" fmla="*/ 38566 h 38845"/>
                <a:gd name="connsiteX5" fmla="*/ 85 w 54079"/>
                <a:gd name="connsiteY5" fmla="*/ 33527 h 38845"/>
                <a:gd name="connsiteX6" fmla="*/ 848 w 54079"/>
                <a:gd name="connsiteY6" fmla="*/ 29939 h 38845"/>
                <a:gd name="connsiteX7" fmla="*/ 11231 w 54079"/>
                <a:gd name="connsiteY7" fmla="*/ 17572 h 38845"/>
                <a:gd name="connsiteX8" fmla="*/ 26500 w 54079"/>
                <a:gd name="connsiteY8" fmla="*/ 11922 h 38845"/>
                <a:gd name="connsiteX9" fmla="*/ 33447 w 54079"/>
                <a:gd name="connsiteY9" fmla="*/ 11617 h 38845"/>
                <a:gd name="connsiteX10" fmla="*/ 31767 w 54079"/>
                <a:gd name="connsiteY10" fmla="*/ 10090 h 38845"/>
                <a:gd name="connsiteX11" fmla="*/ 31920 w 54079"/>
                <a:gd name="connsiteY11" fmla="*/ 1768 h 38845"/>
                <a:gd name="connsiteX12" fmla="*/ 40165 w 54079"/>
                <a:gd name="connsiteY12" fmla="*/ 1616 h 38845"/>
                <a:gd name="connsiteX13" fmla="*/ 52456 w 54079"/>
                <a:gd name="connsiteY13" fmla="*/ 13907 h 38845"/>
                <a:gd name="connsiteX14" fmla="*/ 52380 w 54079"/>
                <a:gd name="connsiteY14" fmla="*/ 21999 h 38845"/>
                <a:gd name="connsiteX15" fmla="*/ 40089 w 54079"/>
                <a:gd name="connsiteY15" fmla="*/ 34291 h 38845"/>
                <a:gd name="connsiteX16" fmla="*/ 31767 w 54079"/>
                <a:gd name="connsiteY16" fmla="*/ 34138 h 38845"/>
                <a:gd name="connsiteX17" fmla="*/ 31767 w 54079"/>
                <a:gd name="connsiteY17" fmla="*/ 25817 h 38845"/>
                <a:gd name="connsiteX18" fmla="*/ 33370 w 54079"/>
                <a:gd name="connsiteY18" fmla="*/ 24290 h 38845"/>
                <a:gd name="connsiteX19" fmla="*/ 33294 w 54079"/>
                <a:gd name="connsiteY19" fmla="*/ 23908 h 38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4079" h="38845">
                  <a:moveTo>
                    <a:pt x="33217" y="23832"/>
                  </a:moveTo>
                  <a:cubicBezTo>
                    <a:pt x="30317" y="23908"/>
                    <a:pt x="27416" y="23603"/>
                    <a:pt x="24591" y="24061"/>
                  </a:cubicBezTo>
                  <a:cubicBezTo>
                    <a:pt x="21461" y="24519"/>
                    <a:pt x="19018" y="26275"/>
                    <a:pt x="17033" y="28718"/>
                  </a:cubicBezTo>
                  <a:cubicBezTo>
                    <a:pt x="14972" y="31313"/>
                    <a:pt x="12910" y="33909"/>
                    <a:pt x="10773" y="36505"/>
                  </a:cubicBezTo>
                  <a:cubicBezTo>
                    <a:pt x="9093" y="38490"/>
                    <a:pt x="6956" y="39329"/>
                    <a:pt x="4360" y="38566"/>
                  </a:cubicBezTo>
                  <a:cubicBezTo>
                    <a:pt x="1841" y="37802"/>
                    <a:pt x="466" y="36047"/>
                    <a:pt x="85" y="33527"/>
                  </a:cubicBezTo>
                  <a:cubicBezTo>
                    <a:pt x="-144" y="32229"/>
                    <a:pt x="85" y="30932"/>
                    <a:pt x="848" y="29939"/>
                  </a:cubicBezTo>
                  <a:cubicBezTo>
                    <a:pt x="4131" y="25664"/>
                    <a:pt x="7108" y="21160"/>
                    <a:pt x="11231" y="17572"/>
                  </a:cubicBezTo>
                  <a:cubicBezTo>
                    <a:pt x="15582" y="13754"/>
                    <a:pt x="20774" y="11922"/>
                    <a:pt x="26500" y="11922"/>
                  </a:cubicBezTo>
                  <a:cubicBezTo>
                    <a:pt x="28714" y="11922"/>
                    <a:pt x="31004" y="11922"/>
                    <a:pt x="33447" y="11617"/>
                  </a:cubicBezTo>
                  <a:cubicBezTo>
                    <a:pt x="32912" y="11082"/>
                    <a:pt x="32301" y="10624"/>
                    <a:pt x="31767" y="10090"/>
                  </a:cubicBezTo>
                  <a:cubicBezTo>
                    <a:pt x="29477" y="7647"/>
                    <a:pt x="29553" y="4059"/>
                    <a:pt x="31920" y="1768"/>
                  </a:cubicBezTo>
                  <a:cubicBezTo>
                    <a:pt x="34134" y="-445"/>
                    <a:pt x="37798" y="-675"/>
                    <a:pt x="40165" y="1616"/>
                  </a:cubicBezTo>
                  <a:cubicBezTo>
                    <a:pt x="44364" y="5662"/>
                    <a:pt x="48410" y="9785"/>
                    <a:pt x="52456" y="13907"/>
                  </a:cubicBezTo>
                  <a:cubicBezTo>
                    <a:pt x="54670" y="16197"/>
                    <a:pt x="54594" y="19709"/>
                    <a:pt x="52380" y="21999"/>
                  </a:cubicBezTo>
                  <a:cubicBezTo>
                    <a:pt x="48334" y="26122"/>
                    <a:pt x="44211" y="30244"/>
                    <a:pt x="40089" y="34291"/>
                  </a:cubicBezTo>
                  <a:cubicBezTo>
                    <a:pt x="37722" y="36581"/>
                    <a:pt x="33981" y="36428"/>
                    <a:pt x="31767" y="34138"/>
                  </a:cubicBezTo>
                  <a:cubicBezTo>
                    <a:pt x="29477" y="31848"/>
                    <a:pt x="29477" y="28183"/>
                    <a:pt x="31767" y="25817"/>
                  </a:cubicBezTo>
                  <a:cubicBezTo>
                    <a:pt x="32301" y="25282"/>
                    <a:pt x="32836" y="24824"/>
                    <a:pt x="33370" y="24290"/>
                  </a:cubicBezTo>
                  <a:cubicBezTo>
                    <a:pt x="33370" y="24137"/>
                    <a:pt x="33370" y="24061"/>
                    <a:pt x="33294" y="23908"/>
                  </a:cubicBezTo>
                  <a:close/>
                </a:path>
              </a:pathLst>
            </a:custGeom>
            <a:solidFill>
              <a:srgbClr val="FFFFFF"/>
            </a:solidFill>
            <a:ln w="7634" cap="flat">
              <a:noFill/>
              <a:prstDash val="solid"/>
              <a:miter/>
            </a:ln>
          </p:spPr>
          <p:txBody>
            <a:bodyPr rtlCol="0" anchor="ctr"/>
            <a:lstStyle/>
            <a:p>
              <a:endParaRPr lang="en-IN"/>
            </a:p>
          </p:txBody>
        </p:sp>
        <p:sp>
          <p:nvSpPr>
            <p:cNvPr id="93" name="Freeform: Shape 92">
              <a:extLst>
                <a:ext uri="{FF2B5EF4-FFF2-40B4-BE49-F238E27FC236}">
                  <a16:creationId xmlns:a16="http://schemas.microsoft.com/office/drawing/2014/main" id="{6AC81830-D74D-B6E1-131C-224BB938C8D3}"/>
                </a:ext>
              </a:extLst>
            </p:cNvPr>
            <p:cNvSpPr/>
            <p:nvPr/>
          </p:nvSpPr>
          <p:spPr>
            <a:xfrm>
              <a:off x="5596028" y="6178543"/>
              <a:ext cx="53998" cy="27257"/>
            </a:xfrm>
            <a:custGeom>
              <a:avLst/>
              <a:gdLst>
                <a:gd name="connsiteX0" fmla="*/ 17254 w 53998"/>
                <a:gd name="connsiteY0" fmla="*/ 27257 h 27257"/>
                <a:gd name="connsiteX1" fmla="*/ 6337 w 53998"/>
                <a:gd name="connsiteY1" fmla="*/ 27257 h 27257"/>
                <a:gd name="connsiteX2" fmla="*/ 0 w 53998"/>
                <a:gd name="connsiteY2" fmla="*/ 21226 h 27257"/>
                <a:gd name="connsiteX3" fmla="*/ 6413 w 53998"/>
                <a:gd name="connsiteY3" fmla="*/ 15195 h 27257"/>
                <a:gd name="connsiteX4" fmla="*/ 26338 w 53998"/>
                <a:gd name="connsiteY4" fmla="*/ 15195 h 27257"/>
                <a:gd name="connsiteX5" fmla="*/ 37332 w 53998"/>
                <a:gd name="connsiteY5" fmla="*/ 9851 h 27257"/>
                <a:gd name="connsiteX6" fmla="*/ 43592 w 53998"/>
                <a:gd name="connsiteY6" fmla="*/ 2064 h 27257"/>
                <a:gd name="connsiteX7" fmla="*/ 50463 w 53998"/>
                <a:gd name="connsiteY7" fmla="*/ 537 h 27257"/>
                <a:gd name="connsiteX8" fmla="*/ 53975 w 53998"/>
                <a:gd name="connsiteY8" fmla="*/ 6568 h 27257"/>
                <a:gd name="connsiteX9" fmla="*/ 52676 w 53998"/>
                <a:gd name="connsiteY9" fmla="*/ 9775 h 27257"/>
                <a:gd name="connsiteX10" fmla="*/ 45348 w 53998"/>
                <a:gd name="connsiteY10" fmla="*/ 18860 h 27257"/>
                <a:gd name="connsiteX11" fmla="*/ 27636 w 53998"/>
                <a:gd name="connsiteY11" fmla="*/ 27181 h 27257"/>
                <a:gd name="connsiteX12" fmla="*/ 17254 w 53998"/>
                <a:gd name="connsiteY12" fmla="*/ 27181 h 27257"/>
                <a:gd name="connsiteX13" fmla="*/ 17254 w 53998"/>
                <a:gd name="connsiteY13" fmla="*/ 27181 h 2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998" h="27257">
                  <a:moveTo>
                    <a:pt x="17254" y="27257"/>
                  </a:moveTo>
                  <a:cubicBezTo>
                    <a:pt x="13589" y="27257"/>
                    <a:pt x="9925" y="27257"/>
                    <a:pt x="6337" y="27257"/>
                  </a:cubicBezTo>
                  <a:cubicBezTo>
                    <a:pt x="2595" y="27257"/>
                    <a:pt x="0" y="24738"/>
                    <a:pt x="0" y="21226"/>
                  </a:cubicBezTo>
                  <a:cubicBezTo>
                    <a:pt x="0" y="17714"/>
                    <a:pt x="2595" y="15271"/>
                    <a:pt x="6413" y="15195"/>
                  </a:cubicBezTo>
                  <a:cubicBezTo>
                    <a:pt x="13054" y="15195"/>
                    <a:pt x="19697" y="15119"/>
                    <a:pt x="26338" y="15195"/>
                  </a:cubicBezTo>
                  <a:cubicBezTo>
                    <a:pt x="30995" y="15195"/>
                    <a:pt x="34583" y="13516"/>
                    <a:pt x="37332" y="9851"/>
                  </a:cubicBezTo>
                  <a:cubicBezTo>
                    <a:pt x="39316" y="7179"/>
                    <a:pt x="41454" y="4583"/>
                    <a:pt x="43592" y="2064"/>
                  </a:cubicBezTo>
                  <a:cubicBezTo>
                    <a:pt x="45348" y="3"/>
                    <a:pt x="48096" y="-532"/>
                    <a:pt x="50463" y="537"/>
                  </a:cubicBezTo>
                  <a:cubicBezTo>
                    <a:pt x="52753" y="1606"/>
                    <a:pt x="54203" y="3896"/>
                    <a:pt x="53975" y="6568"/>
                  </a:cubicBezTo>
                  <a:cubicBezTo>
                    <a:pt x="53898" y="7790"/>
                    <a:pt x="53440" y="8859"/>
                    <a:pt x="52676" y="9775"/>
                  </a:cubicBezTo>
                  <a:cubicBezTo>
                    <a:pt x="50234" y="12829"/>
                    <a:pt x="47867" y="15882"/>
                    <a:pt x="45348" y="18860"/>
                  </a:cubicBezTo>
                  <a:cubicBezTo>
                    <a:pt x="40691" y="24280"/>
                    <a:pt x="34736" y="27028"/>
                    <a:pt x="27636" y="27181"/>
                  </a:cubicBezTo>
                  <a:cubicBezTo>
                    <a:pt x="24201" y="27257"/>
                    <a:pt x="20689" y="27181"/>
                    <a:pt x="17254" y="27181"/>
                  </a:cubicBezTo>
                  <a:lnTo>
                    <a:pt x="17254" y="27181"/>
                  </a:lnTo>
                  <a:close/>
                </a:path>
              </a:pathLst>
            </a:custGeom>
            <a:solidFill>
              <a:srgbClr val="FFFFFF"/>
            </a:solidFill>
            <a:ln w="7634" cap="flat">
              <a:noFill/>
              <a:prstDash val="solid"/>
              <a:miter/>
            </a:ln>
          </p:spPr>
          <p:txBody>
            <a:bodyPr rtlCol="0" anchor="ctr"/>
            <a:lstStyle/>
            <a:p>
              <a:endParaRPr lang="en-IN"/>
            </a:p>
          </p:txBody>
        </p:sp>
      </p:grpSp>
      <p:grpSp>
        <p:nvGrpSpPr>
          <p:cNvPr id="97" name="Graphic 22">
            <a:extLst>
              <a:ext uri="{FF2B5EF4-FFF2-40B4-BE49-F238E27FC236}">
                <a16:creationId xmlns:a16="http://schemas.microsoft.com/office/drawing/2014/main" id="{C2CC0809-C5EB-FE4D-4C59-2D302EB0E8E0}"/>
              </a:ext>
            </a:extLst>
          </p:cNvPr>
          <p:cNvGrpSpPr/>
          <p:nvPr/>
        </p:nvGrpSpPr>
        <p:grpSpPr>
          <a:xfrm>
            <a:off x="9844023" y="6195366"/>
            <a:ext cx="167139" cy="169505"/>
            <a:chOff x="9752405" y="6195366"/>
            <a:chExt cx="167139" cy="169505"/>
          </a:xfrm>
          <a:noFill/>
        </p:grpSpPr>
        <p:sp>
          <p:nvSpPr>
            <p:cNvPr id="99" name="Freeform: Shape 98">
              <a:extLst>
                <a:ext uri="{FF2B5EF4-FFF2-40B4-BE49-F238E27FC236}">
                  <a16:creationId xmlns:a16="http://schemas.microsoft.com/office/drawing/2014/main" id="{90E72D3F-2763-B90B-02C5-3AB9DDC0A444}"/>
                </a:ext>
              </a:extLst>
            </p:cNvPr>
            <p:cNvSpPr/>
            <p:nvPr/>
          </p:nvSpPr>
          <p:spPr>
            <a:xfrm>
              <a:off x="9752405" y="6248018"/>
              <a:ext cx="115632" cy="116854"/>
            </a:xfrm>
            <a:custGeom>
              <a:avLst/>
              <a:gdLst>
                <a:gd name="connsiteX0" fmla="*/ 75476 w 115632"/>
                <a:gd name="connsiteY0" fmla="*/ 0 h 116854"/>
                <a:gd name="connsiteX1" fmla="*/ 5851 w 115632"/>
                <a:gd name="connsiteY1" fmla="*/ 78252 h 116854"/>
                <a:gd name="connsiteX2" fmla="*/ 6233 w 115632"/>
                <a:gd name="connsiteY2" fmla="*/ 107415 h 116854"/>
                <a:gd name="connsiteX3" fmla="*/ 9898 w 115632"/>
                <a:gd name="connsiteY3" fmla="*/ 111003 h 116854"/>
                <a:gd name="connsiteX4" fmla="*/ 39061 w 115632"/>
                <a:gd name="connsiteY4" fmla="*/ 110621 h 116854"/>
                <a:gd name="connsiteX5" fmla="*/ 115633 w 115632"/>
                <a:gd name="connsiteY5" fmla="*/ 39164 h 116854"/>
                <a:gd name="connsiteX6" fmla="*/ 88913 w 115632"/>
                <a:gd name="connsiteY6" fmla="*/ 26415 h 116854"/>
                <a:gd name="connsiteX7" fmla="*/ 75553 w 115632"/>
                <a:gd name="connsiteY7" fmla="*/ 0 h 116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632" h="116854">
                  <a:moveTo>
                    <a:pt x="75476" y="0"/>
                  </a:moveTo>
                  <a:lnTo>
                    <a:pt x="5851" y="78252"/>
                  </a:lnTo>
                  <a:cubicBezTo>
                    <a:pt x="-2088" y="86344"/>
                    <a:pt x="-1936" y="99475"/>
                    <a:pt x="6233" y="107415"/>
                  </a:cubicBezTo>
                  <a:lnTo>
                    <a:pt x="9898" y="111003"/>
                  </a:lnTo>
                  <a:cubicBezTo>
                    <a:pt x="17990" y="118943"/>
                    <a:pt x="31121" y="118790"/>
                    <a:pt x="39061" y="110621"/>
                  </a:cubicBezTo>
                  <a:lnTo>
                    <a:pt x="115633" y="39164"/>
                  </a:lnTo>
                  <a:cubicBezTo>
                    <a:pt x="105937" y="38019"/>
                    <a:pt x="96471" y="33820"/>
                    <a:pt x="88913" y="26415"/>
                  </a:cubicBezTo>
                  <a:cubicBezTo>
                    <a:pt x="81355" y="19009"/>
                    <a:pt x="76927" y="9696"/>
                    <a:pt x="75553" y="0"/>
                  </a:cubicBezTo>
                  <a:close/>
                </a:path>
              </a:pathLst>
            </a:custGeom>
            <a:noFill/>
            <a:ln w="15269" cap="flat">
              <a:solidFill>
                <a:srgbClr val="A3A3A3"/>
              </a:solidFill>
              <a:prstDash val="solid"/>
              <a:miter/>
            </a:ln>
          </p:spPr>
          <p:txBody>
            <a:bodyPr rtlCol="0" anchor="ctr"/>
            <a:lstStyle/>
            <a:p>
              <a:endParaRPr lang="en-IN"/>
            </a:p>
          </p:txBody>
        </p:sp>
        <p:sp>
          <p:nvSpPr>
            <p:cNvPr id="100" name="Freeform: Shape 99">
              <a:extLst>
                <a:ext uri="{FF2B5EF4-FFF2-40B4-BE49-F238E27FC236}">
                  <a16:creationId xmlns:a16="http://schemas.microsoft.com/office/drawing/2014/main" id="{539A5FAB-DBEF-DFF6-5367-927B5D71CDEA}"/>
                </a:ext>
              </a:extLst>
            </p:cNvPr>
            <p:cNvSpPr/>
            <p:nvPr/>
          </p:nvSpPr>
          <p:spPr>
            <a:xfrm>
              <a:off x="9827403" y="6195366"/>
              <a:ext cx="92141" cy="92134"/>
            </a:xfrm>
            <a:custGeom>
              <a:avLst/>
              <a:gdLst>
                <a:gd name="connsiteX0" fmla="*/ 78272 w 92141"/>
                <a:gd name="connsiteY0" fmla="*/ 13106 h 92134"/>
                <a:gd name="connsiteX1" fmla="*/ 13075 w 92141"/>
                <a:gd name="connsiteY1" fmla="*/ 13869 h 92134"/>
                <a:gd name="connsiteX2" fmla="*/ 478 w 92141"/>
                <a:gd name="connsiteY2" fmla="*/ 52652 h 92134"/>
                <a:gd name="connsiteX3" fmla="*/ 13838 w 92141"/>
                <a:gd name="connsiteY3" fmla="*/ 79066 h 92134"/>
                <a:gd name="connsiteX4" fmla="*/ 40558 w 92141"/>
                <a:gd name="connsiteY4" fmla="*/ 91816 h 92134"/>
                <a:gd name="connsiteX5" fmla="*/ 79035 w 92141"/>
                <a:gd name="connsiteY5" fmla="*/ 78303 h 92134"/>
                <a:gd name="connsiteX6" fmla="*/ 78272 w 92141"/>
                <a:gd name="connsiteY6" fmla="*/ 13106 h 92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141" h="92134">
                  <a:moveTo>
                    <a:pt x="78272" y="13106"/>
                  </a:moveTo>
                  <a:cubicBezTo>
                    <a:pt x="60026" y="-4682"/>
                    <a:pt x="30863" y="-4300"/>
                    <a:pt x="13075" y="13869"/>
                  </a:cubicBezTo>
                  <a:cubicBezTo>
                    <a:pt x="2692" y="24557"/>
                    <a:pt x="-1507" y="38910"/>
                    <a:pt x="478" y="52652"/>
                  </a:cubicBezTo>
                  <a:cubicBezTo>
                    <a:pt x="1852" y="62347"/>
                    <a:pt x="6280" y="71661"/>
                    <a:pt x="13838" y="79066"/>
                  </a:cubicBezTo>
                  <a:cubicBezTo>
                    <a:pt x="21396" y="86472"/>
                    <a:pt x="30863" y="90670"/>
                    <a:pt x="40558" y="91816"/>
                  </a:cubicBezTo>
                  <a:cubicBezTo>
                    <a:pt x="54300" y="93419"/>
                    <a:pt x="68576" y="88991"/>
                    <a:pt x="79035" y="78303"/>
                  </a:cubicBezTo>
                  <a:cubicBezTo>
                    <a:pt x="96823" y="60057"/>
                    <a:pt x="96442" y="30894"/>
                    <a:pt x="78272" y="13106"/>
                  </a:cubicBezTo>
                  <a:close/>
                </a:path>
              </a:pathLst>
            </a:custGeom>
            <a:noFill/>
            <a:ln w="15269" cap="flat">
              <a:solidFill>
                <a:srgbClr val="A3A3A3"/>
              </a:solidFill>
              <a:prstDash val="solid"/>
              <a:miter/>
            </a:ln>
          </p:spPr>
          <p:txBody>
            <a:bodyPr rtlCol="0" anchor="ctr"/>
            <a:lstStyle/>
            <a:p>
              <a:endParaRPr lang="en-IN"/>
            </a:p>
          </p:txBody>
        </p:sp>
      </p:grpSp>
      <p:grpSp>
        <p:nvGrpSpPr>
          <p:cNvPr id="138" name="Graphic 22">
            <a:extLst>
              <a:ext uri="{FF2B5EF4-FFF2-40B4-BE49-F238E27FC236}">
                <a16:creationId xmlns:a16="http://schemas.microsoft.com/office/drawing/2014/main" id="{2B186AF0-9659-DE34-187A-0739D3E9F466}"/>
              </a:ext>
            </a:extLst>
          </p:cNvPr>
          <p:cNvGrpSpPr/>
          <p:nvPr/>
        </p:nvGrpSpPr>
        <p:grpSpPr>
          <a:xfrm>
            <a:off x="10246401" y="6212824"/>
            <a:ext cx="200782" cy="134592"/>
            <a:chOff x="10154783" y="6212824"/>
            <a:chExt cx="200782" cy="134592"/>
          </a:xfrm>
          <a:noFill/>
        </p:grpSpPr>
        <p:sp>
          <p:nvSpPr>
            <p:cNvPr id="139" name="Freeform: Shape 138">
              <a:extLst>
                <a:ext uri="{FF2B5EF4-FFF2-40B4-BE49-F238E27FC236}">
                  <a16:creationId xmlns:a16="http://schemas.microsoft.com/office/drawing/2014/main" id="{FEA6EF92-60FB-93E5-B1FF-C1E5D2FC1DA3}"/>
                </a:ext>
              </a:extLst>
            </p:cNvPr>
            <p:cNvSpPr/>
            <p:nvPr/>
          </p:nvSpPr>
          <p:spPr>
            <a:xfrm>
              <a:off x="10154783" y="6212824"/>
              <a:ext cx="200782" cy="35423"/>
            </a:xfrm>
            <a:custGeom>
              <a:avLst/>
              <a:gdLst>
                <a:gd name="connsiteX0" fmla="*/ 183071 w 200782"/>
                <a:gd name="connsiteY0" fmla="*/ 0 h 35423"/>
                <a:gd name="connsiteX1" fmla="*/ 200782 w 200782"/>
                <a:gd name="connsiteY1" fmla="*/ 17712 h 35423"/>
                <a:gd name="connsiteX2" fmla="*/ 200782 w 200782"/>
                <a:gd name="connsiteY2" fmla="*/ 17712 h 35423"/>
                <a:gd name="connsiteX3" fmla="*/ 183071 w 200782"/>
                <a:gd name="connsiteY3" fmla="*/ 35423 h 35423"/>
                <a:gd name="connsiteX4" fmla="*/ 17711 w 200782"/>
                <a:gd name="connsiteY4" fmla="*/ 35423 h 35423"/>
                <a:gd name="connsiteX5" fmla="*/ 0 w 200782"/>
                <a:gd name="connsiteY5" fmla="*/ 17712 h 35423"/>
                <a:gd name="connsiteX6" fmla="*/ 0 w 200782"/>
                <a:gd name="connsiteY6" fmla="*/ 17712 h 35423"/>
                <a:gd name="connsiteX7" fmla="*/ 17711 w 200782"/>
                <a:gd name="connsiteY7" fmla="*/ 0 h 35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0782" h="35423">
                  <a:moveTo>
                    <a:pt x="183071" y="0"/>
                  </a:moveTo>
                  <a:cubicBezTo>
                    <a:pt x="192852" y="0"/>
                    <a:pt x="200782" y="7930"/>
                    <a:pt x="200782" y="17712"/>
                  </a:cubicBezTo>
                  <a:lnTo>
                    <a:pt x="200782" y="17712"/>
                  </a:lnTo>
                  <a:cubicBezTo>
                    <a:pt x="200782" y="27493"/>
                    <a:pt x="192852" y="35423"/>
                    <a:pt x="183071" y="35423"/>
                  </a:cubicBezTo>
                  <a:lnTo>
                    <a:pt x="17711" y="35423"/>
                  </a:lnTo>
                  <a:cubicBezTo>
                    <a:pt x="7930" y="35423"/>
                    <a:pt x="0" y="27493"/>
                    <a:pt x="0" y="17712"/>
                  </a:cubicBezTo>
                  <a:lnTo>
                    <a:pt x="0" y="17712"/>
                  </a:lnTo>
                  <a:cubicBezTo>
                    <a:pt x="0" y="7930"/>
                    <a:pt x="7930" y="0"/>
                    <a:pt x="17711" y="0"/>
                  </a:cubicBezTo>
                  <a:close/>
                </a:path>
              </a:pathLst>
            </a:custGeom>
            <a:noFill/>
            <a:ln w="15269" cap="flat">
              <a:solidFill>
                <a:srgbClr val="A3A3A3"/>
              </a:solidFill>
              <a:prstDash val="solid"/>
              <a:miter/>
            </a:ln>
          </p:spPr>
          <p:txBody>
            <a:bodyPr rtlCol="0" anchor="ctr"/>
            <a:lstStyle/>
            <a:p>
              <a:endParaRPr lang="en-IN"/>
            </a:p>
          </p:txBody>
        </p:sp>
        <p:sp>
          <p:nvSpPr>
            <p:cNvPr id="140" name="Freeform: Shape 139">
              <a:extLst>
                <a:ext uri="{FF2B5EF4-FFF2-40B4-BE49-F238E27FC236}">
                  <a16:creationId xmlns:a16="http://schemas.microsoft.com/office/drawing/2014/main" id="{DB5CC66F-36AF-15E5-7ECC-FDF0F31A3268}"/>
                </a:ext>
              </a:extLst>
            </p:cNvPr>
            <p:cNvSpPr/>
            <p:nvPr/>
          </p:nvSpPr>
          <p:spPr>
            <a:xfrm>
              <a:off x="10154783" y="6302527"/>
              <a:ext cx="200782" cy="7634"/>
            </a:xfrm>
            <a:custGeom>
              <a:avLst/>
              <a:gdLst>
                <a:gd name="connsiteX0" fmla="*/ 0 w 200782"/>
                <a:gd name="connsiteY0" fmla="*/ 0 h 7634"/>
                <a:gd name="connsiteX1" fmla="*/ 200782 w 200782"/>
                <a:gd name="connsiteY1" fmla="*/ 0 h 7634"/>
              </a:gdLst>
              <a:ahLst/>
              <a:cxnLst>
                <a:cxn ang="0">
                  <a:pos x="connsiteX0" y="connsiteY0"/>
                </a:cxn>
                <a:cxn ang="0">
                  <a:pos x="connsiteX1" y="connsiteY1"/>
                </a:cxn>
              </a:cxnLst>
              <a:rect l="l" t="t" r="r" b="b"/>
              <a:pathLst>
                <a:path w="200782" h="7634">
                  <a:moveTo>
                    <a:pt x="0" y="0"/>
                  </a:moveTo>
                  <a:lnTo>
                    <a:pt x="200782" y="0"/>
                  </a:lnTo>
                </a:path>
              </a:pathLst>
            </a:custGeom>
            <a:ln w="15269" cap="flat">
              <a:solidFill>
                <a:srgbClr val="A3A3A3"/>
              </a:solidFill>
              <a:prstDash val="solid"/>
              <a:miter/>
            </a:ln>
          </p:spPr>
          <p:txBody>
            <a:bodyPr rtlCol="0" anchor="ctr"/>
            <a:lstStyle/>
            <a:p>
              <a:endParaRPr lang="en-IN"/>
            </a:p>
          </p:txBody>
        </p:sp>
        <p:sp>
          <p:nvSpPr>
            <p:cNvPr id="141" name="Freeform: Shape 140">
              <a:extLst>
                <a:ext uri="{FF2B5EF4-FFF2-40B4-BE49-F238E27FC236}">
                  <a16:creationId xmlns:a16="http://schemas.microsoft.com/office/drawing/2014/main" id="{3533E77B-B3E9-CBC2-99BC-4A2F15B16095}"/>
                </a:ext>
              </a:extLst>
            </p:cNvPr>
            <p:cNvSpPr/>
            <p:nvPr/>
          </p:nvSpPr>
          <p:spPr>
            <a:xfrm>
              <a:off x="10154783" y="6347417"/>
              <a:ext cx="200782" cy="7634"/>
            </a:xfrm>
            <a:custGeom>
              <a:avLst/>
              <a:gdLst>
                <a:gd name="connsiteX0" fmla="*/ 0 w 200782"/>
                <a:gd name="connsiteY0" fmla="*/ 0 h 7634"/>
                <a:gd name="connsiteX1" fmla="*/ 200782 w 200782"/>
                <a:gd name="connsiteY1" fmla="*/ 0 h 7634"/>
              </a:gdLst>
              <a:ahLst/>
              <a:cxnLst>
                <a:cxn ang="0">
                  <a:pos x="connsiteX0" y="connsiteY0"/>
                </a:cxn>
                <a:cxn ang="0">
                  <a:pos x="connsiteX1" y="connsiteY1"/>
                </a:cxn>
              </a:cxnLst>
              <a:rect l="l" t="t" r="r" b="b"/>
              <a:pathLst>
                <a:path w="200782" h="7634">
                  <a:moveTo>
                    <a:pt x="0" y="0"/>
                  </a:moveTo>
                  <a:lnTo>
                    <a:pt x="200782" y="0"/>
                  </a:lnTo>
                </a:path>
              </a:pathLst>
            </a:custGeom>
            <a:ln w="15269" cap="flat">
              <a:solidFill>
                <a:srgbClr val="A3A3A3"/>
              </a:solidFill>
              <a:prstDash val="solid"/>
              <a:miter/>
            </a:ln>
          </p:spPr>
          <p:txBody>
            <a:bodyPr rtlCol="0" anchor="ctr"/>
            <a:lstStyle/>
            <a:p>
              <a:endParaRPr lang="en-IN"/>
            </a:p>
          </p:txBody>
        </p:sp>
      </p:grpSp>
      <p:grpSp>
        <p:nvGrpSpPr>
          <p:cNvPr id="142" name="Graphic 22">
            <a:extLst>
              <a:ext uri="{FF2B5EF4-FFF2-40B4-BE49-F238E27FC236}">
                <a16:creationId xmlns:a16="http://schemas.microsoft.com/office/drawing/2014/main" id="{2BE2AB2F-E7A8-E0E4-226F-2C8B453AB524}"/>
              </a:ext>
            </a:extLst>
          </p:cNvPr>
          <p:cNvGrpSpPr/>
          <p:nvPr/>
        </p:nvGrpSpPr>
        <p:grpSpPr>
          <a:xfrm>
            <a:off x="10818745" y="6205799"/>
            <a:ext cx="75350" cy="150701"/>
            <a:chOff x="10727127" y="6205800"/>
            <a:chExt cx="75350" cy="150701"/>
          </a:xfrm>
          <a:noFill/>
        </p:grpSpPr>
        <p:sp>
          <p:nvSpPr>
            <p:cNvPr id="144" name="Freeform: Shape 143">
              <a:extLst>
                <a:ext uri="{FF2B5EF4-FFF2-40B4-BE49-F238E27FC236}">
                  <a16:creationId xmlns:a16="http://schemas.microsoft.com/office/drawing/2014/main" id="{23054A5B-34A1-72E0-C28E-EB4D26DEC857}"/>
                </a:ext>
              </a:extLst>
            </p:cNvPr>
            <p:cNvSpPr/>
            <p:nvPr/>
          </p:nvSpPr>
          <p:spPr>
            <a:xfrm>
              <a:off x="10727127" y="6205800"/>
              <a:ext cx="75350" cy="150701"/>
            </a:xfrm>
            <a:custGeom>
              <a:avLst/>
              <a:gdLst>
                <a:gd name="connsiteX0" fmla="*/ 0 w 75350"/>
                <a:gd name="connsiteY0" fmla="*/ 0 h 150701"/>
                <a:gd name="connsiteX1" fmla="*/ 75351 w 75350"/>
                <a:gd name="connsiteY1" fmla="*/ 75351 h 150701"/>
                <a:gd name="connsiteX2" fmla="*/ 0 w 75350"/>
                <a:gd name="connsiteY2" fmla="*/ 150701 h 150701"/>
              </a:gdLst>
              <a:ahLst/>
              <a:cxnLst>
                <a:cxn ang="0">
                  <a:pos x="connsiteX0" y="connsiteY0"/>
                </a:cxn>
                <a:cxn ang="0">
                  <a:pos x="connsiteX1" y="connsiteY1"/>
                </a:cxn>
                <a:cxn ang="0">
                  <a:pos x="connsiteX2" y="connsiteY2"/>
                </a:cxn>
              </a:cxnLst>
              <a:rect l="l" t="t" r="r" b="b"/>
              <a:pathLst>
                <a:path w="75350" h="150701">
                  <a:moveTo>
                    <a:pt x="0" y="0"/>
                  </a:moveTo>
                  <a:cubicBezTo>
                    <a:pt x="41607" y="0"/>
                    <a:pt x="75351" y="33744"/>
                    <a:pt x="75351" y="75351"/>
                  </a:cubicBezTo>
                  <a:cubicBezTo>
                    <a:pt x="75351" y="116958"/>
                    <a:pt x="41607" y="150701"/>
                    <a:pt x="0" y="150701"/>
                  </a:cubicBezTo>
                </a:path>
              </a:pathLst>
            </a:custGeom>
            <a:noFill/>
            <a:ln w="15269" cap="flat">
              <a:solidFill>
                <a:srgbClr val="A3A3A3"/>
              </a:solidFill>
              <a:prstDash val="solid"/>
              <a:miter/>
            </a:ln>
          </p:spPr>
          <p:txBody>
            <a:bodyPr rtlCol="0" anchor="ctr"/>
            <a:lstStyle/>
            <a:p>
              <a:endParaRPr lang="en-IN"/>
            </a:p>
          </p:txBody>
        </p:sp>
        <p:sp>
          <p:nvSpPr>
            <p:cNvPr id="145" name="Freeform: Shape 144">
              <a:extLst>
                <a:ext uri="{FF2B5EF4-FFF2-40B4-BE49-F238E27FC236}">
                  <a16:creationId xmlns:a16="http://schemas.microsoft.com/office/drawing/2014/main" id="{D76056CF-9257-10EC-7CDA-C1BB0FE47D44}"/>
                </a:ext>
              </a:extLst>
            </p:cNvPr>
            <p:cNvSpPr/>
            <p:nvPr/>
          </p:nvSpPr>
          <p:spPr>
            <a:xfrm>
              <a:off x="10727127" y="6236032"/>
              <a:ext cx="45119" cy="90237"/>
            </a:xfrm>
            <a:custGeom>
              <a:avLst/>
              <a:gdLst>
                <a:gd name="connsiteX0" fmla="*/ 0 w 45119"/>
                <a:gd name="connsiteY0" fmla="*/ 0 h 90237"/>
                <a:gd name="connsiteX1" fmla="*/ 45119 w 45119"/>
                <a:gd name="connsiteY1" fmla="*/ 45119 h 90237"/>
                <a:gd name="connsiteX2" fmla="*/ 0 w 45119"/>
                <a:gd name="connsiteY2" fmla="*/ 90238 h 90237"/>
              </a:gdLst>
              <a:ahLst/>
              <a:cxnLst>
                <a:cxn ang="0">
                  <a:pos x="connsiteX0" y="connsiteY0"/>
                </a:cxn>
                <a:cxn ang="0">
                  <a:pos x="connsiteX1" y="connsiteY1"/>
                </a:cxn>
                <a:cxn ang="0">
                  <a:pos x="connsiteX2" y="connsiteY2"/>
                </a:cxn>
              </a:cxnLst>
              <a:rect l="l" t="t" r="r" b="b"/>
              <a:pathLst>
                <a:path w="45119" h="90237">
                  <a:moveTo>
                    <a:pt x="0" y="0"/>
                  </a:moveTo>
                  <a:cubicBezTo>
                    <a:pt x="24888" y="0"/>
                    <a:pt x="45119" y="20155"/>
                    <a:pt x="45119" y="45119"/>
                  </a:cubicBezTo>
                  <a:cubicBezTo>
                    <a:pt x="45119" y="70083"/>
                    <a:pt x="24964" y="90238"/>
                    <a:pt x="0" y="90238"/>
                  </a:cubicBezTo>
                </a:path>
              </a:pathLst>
            </a:custGeom>
            <a:noFill/>
            <a:ln w="15269" cap="flat">
              <a:solidFill>
                <a:srgbClr val="A3A3A3"/>
              </a:solidFill>
              <a:prstDash val="solid"/>
              <a:miter/>
            </a:ln>
          </p:spPr>
          <p:txBody>
            <a:bodyPr rtlCol="0" anchor="ctr"/>
            <a:lstStyle/>
            <a:p>
              <a:endParaRPr lang="en-IN"/>
            </a:p>
          </p:txBody>
        </p:sp>
      </p:grpSp>
      <p:grpSp>
        <p:nvGrpSpPr>
          <p:cNvPr id="146" name="Graphic 22">
            <a:extLst>
              <a:ext uri="{FF2B5EF4-FFF2-40B4-BE49-F238E27FC236}">
                <a16:creationId xmlns:a16="http://schemas.microsoft.com/office/drawing/2014/main" id="{385BF348-D130-6AFE-9C03-411722F54EE1}"/>
              </a:ext>
            </a:extLst>
          </p:cNvPr>
          <p:cNvGrpSpPr/>
          <p:nvPr/>
        </p:nvGrpSpPr>
        <p:grpSpPr>
          <a:xfrm>
            <a:off x="11050447" y="6302527"/>
            <a:ext cx="725717" cy="7634"/>
            <a:chOff x="10958829" y="6302527"/>
            <a:chExt cx="725717" cy="7634"/>
          </a:xfrm>
        </p:grpSpPr>
        <p:sp>
          <p:nvSpPr>
            <p:cNvPr id="147" name="Freeform: Shape 146">
              <a:extLst>
                <a:ext uri="{FF2B5EF4-FFF2-40B4-BE49-F238E27FC236}">
                  <a16:creationId xmlns:a16="http://schemas.microsoft.com/office/drawing/2014/main" id="{FA90F580-F742-5433-2050-50F824095147}"/>
                </a:ext>
              </a:extLst>
            </p:cNvPr>
            <p:cNvSpPr/>
            <p:nvPr/>
          </p:nvSpPr>
          <p:spPr>
            <a:xfrm>
              <a:off x="10958829" y="6302527"/>
              <a:ext cx="725717" cy="7634"/>
            </a:xfrm>
            <a:custGeom>
              <a:avLst/>
              <a:gdLst>
                <a:gd name="connsiteX0" fmla="*/ 0 w 725717"/>
                <a:gd name="connsiteY0" fmla="*/ 0 h 7634"/>
                <a:gd name="connsiteX1" fmla="*/ 725718 w 725717"/>
                <a:gd name="connsiteY1" fmla="*/ 0 h 7634"/>
              </a:gdLst>
              <a:ahLst/>
              <a:cxnLst>
                <a:cxn ang="0">
                  <a:pos x="connsiteX0" y="connsiteY0"/>
                </a:cxn>
                <a:cxn ang="0">
                  <a:pos x="connsiteX1" y="connsiteY1"/>
                </a:cxn>
              </a:cxnLst>
              <a:rect l="l" t="t" r="r" b="b"/>
              <a:pathLst>
                <a:path w="725717" h="7634">
                  <a:moveTo>
                    <a:pt x="0" y="0"/>
                  </a:moveTo>
                  <a:lnTo>
                    <a:pt x="725718" y="0"/>
                  </a:lnTo>
                </a:path>
              </a:pathLst>
            </a:custGeom>
            <a:ln w="22903" cap="rnd">
              <a:solidFill>
                <a:srgbClr val="A3A3A3"/>
              </a:solidFill>
              <a:prstDash val="solid"/>
              <a:round/>
            </a:ln>
          </p:spPr>
          <p:txBody>
            <a:bodyPr rtlCol="0" anchor="ctr"/>
            <a:lstStyle/>
            <a:p>
              <a:endParaRPr lang="en-IN"/>
            </a:p>
          </p:txBody>
        </p:sp>
        <p:sp>
          <p:nvSpPr>
            <p:cNvPr id="148" name="Freeform: Shape 147">
              <a:extLst>
                <a:ext uri="{FF2B5EF4-FFF2-40B4-BE49-F238E27FC236}">
                  <a16:creationId xmlns:a16="http://schemas.microsoft.com/office/drawing/2014/main" id="{ADE69317-F0A5-46B8-682F-2AC4EB2F9B53}"/>
                </a:ext>
              </a:extLst>
            </p:cNvPr>
            <p:cNvSpPr/>
            <p:nvPr/>
          </p:nvSpPr>
          <p:spPr>
            <a:xfrm>
              <a:off x="10958829" y="6302527"/>
              <a:ext cx="609829" cy="7634"/>
            </a:xfrm>
            <a:custGeom>
              <a:avLst/>
              <a:gdLst>
                <a:gd name="connsiteX0" fmla="*/ 0 w 609829"/>
                <a:gd name="connsiteY0" fmla="*/ 0 h 7634"/>
                <a:gd name="connsiteX1" fmla="*/ 609829 w 609829"/>
                <a:gd name="connsiteY1" fmla="*/ 0 h 7634"/>
              </a:gdLst>
              <a:ahLst/>
              <a:cxnLst>
                <a:cxn ang="0">
                  <a:pos x="connsiteX0" y="connsiteY0"/>
                </a:cxn>
                <a:cxn ang="0">
                  <a:pos x="connsiteX1" y="connsiteY1"/>
                </a:cxn>
              </a:cxnLst>
              <a:rect l="l" t="t" r="r" b="b"/>
              <a:pathLst>
                <a:path w="609829" h="7634">
                  <a:moveTo>
                    <a:pt x="0" y="0"/>
                  </a:moveTo>
                  <a:lnTo>
                    <a:pt x="609829" y="0"/>
                  </a:lnTo>
                </a:path>
              </a:pathLst>
            </a:custGeom>
            <a:ln w="22903" cap="rnd">
              <a:solidFill>
                <a:srgbClr val="FFFFFF"/>
              </a:solidFill>
              <a:prstDash val="solid"/>
              <a:round/>
            </a:ln>
          </p:spPr>
          <p:txBody>
            <a:bodyPr rtlCol="0" anchor="ctr"/>
            <a:lstStyle/>
            <a:p>
              <a:endParaRPr lang="en-IN"/>
            </a:p>
          </p:txBody>
        </p:sp>
      </p:grpSp>
      <p:pic>
        <p:nvPicPr>
          <p:cNvPr id="154" name="Graphic 153">
            <a:extLst>
              <a:ext uri="{FF2B5EF4-FFF2-40B4-BE49-F238E27FC236}">
                <a16:creationId xmlns:a16="http://schemas.microsoft.com/office/drawing/2014/main" id="{9C8D998C-CF4B-E90B-5C51-374F7AAB039F}"/>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10624019" y="6166835"/>
            <a:ext cx="157675" cy="228629"/>
          </a:xfrm>
          <a:prstGeom prst="rect">
            <a:avLst/>
          </a:prstGeom>
        </p:spPr>
      </p:pic>
      <p:pic>
        <p:nvPicPr>
          <p:cNvPr id="157" name="Picture Placeholder 156" descr="Text&#10;&#10;Description automatically generated">
            <a:extLst>
              <a:ext uri="{FF2B5EF4-FFF2-40B4-BE49-F238E27FC236}">
                <a16:creationId xmlns:a16="http://schemas.microsoft.com/office/drawing/2014/main" id="{C24F1819-70E8-7961-1322-5BCAD655518A}"/>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27840812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E4BEF4F-16A7-27D9-FB12-30D2128537F1}"/>
              </a:ext>
            </a:extLst>
          </p:cNvPr>
          <p:cNvSpPr txBox="1"/>
          <p:nvPr/>
        </p:nvSpPr>
        <p:spPr>
          <a:xfrm>
            <a:off x="2807279" y="720011"/>
            <a:ext cx="6455613" cy="4062651"/>
          </a:xfrm>
          <a:prstGeom prst="rect">
            <a:avLst/>
          </a:prstGeom>
          <a:noFill/>
        </p:spPr>
        <p:txBody>
          <a:bodyPr wrap="none" rtlCol="0">
            <a:spAutoFit/>
          </a:bodyPr>
          <a:lstStyle/>
          <a:p>
            <a:pPr algn="ctr"/>
            <a:r>
              <a:rPr lang="en-IN" sz="9600" dirty="0" smtClean="0">
                <a:solidFill>
                  <a:srgbClr val="1ED760"/>
                </a:solidFill>
                <a:latin typeface="Bahnschrift SemiLight SemiConde" panose="020B0502040204020203" pitchFamily="34" charset="0"/>
                <a:cs typeface="Poppins SemiBold" panose="00000700000000000000" pitchFamily="50" charset="0"/>
              </a:rPr>
              <a:t>Cảm ơn </a:t>
            </a:r>
          </a:p>
          <a:p>
            <a:pPr algn="ctr"/>
            <a:r>
              <a:rPr lang="en-IN" sz="5400" dirty="0" smtClean="0">
                <a:solidFill>
                  <a:srgbClr val="B4B5B2"/>
                </a:solidFill>
                <a:latin typeface="Microsoft PhagsPa" panose="020B0502040204020203" pitchFamily="34" charset="0"/>
                <a:cs typeface="Poppins SemiBold" panose="00000700000000000000" pitchFamily="50" charset="0"/>
              </a:rPr>
              <a:t>Thầy Cô Và Các Bạn </a:t>
            </a:r>
          </a:p>
          <a:p>
            <a:pPr algn="ctr"/>
            <a:r>
              <a:rPr lang="en-IN" sz="5400" dirty="0" smtClean="0">
                <a:solidFill>
                  <a:srgbClr val="B4B5B2"/>
                </a:solidFill>
                <a:latin typeface="Microsoft PhagsPa" panose="020B0502040204020203" pitchFamily="34" charset="0"/>
                <a:cs typeface="Poppins SemiBold" panose="00000700000000000000" pitchFamily="50" charset="0"/>
              </a:rPr>
              <a:t>Đã </a:t>
            </a:r>
            <a:r>
              <a:rPr lang="en-IN" sz="5400" dirty="0" smtClean="0">
                <a:solidFill>
                  <a:srgbClr val="B4B5B2"/>
                </a:solidFill>
                <a:latin typeface="Microsoft PhagsPa" panose="020B0502040204020203" pitchFamily="34" charset="0"/>
                <a:cs typeface="Poppins SemiBold" panose="00000700000000000000" pitchFamily="50" charset="0"/>
              </a:rPr>
              <a:t>Lắng Nghe Bài </a:t>
            </a:r>
          </a:p>
          <a:p>
            <a:pPr algn="ctr"/>
            <a:r>
              <a:rPr lang="en-IN" sz="5400" dirty="0" smtClean="0">
                <a:solidFill>
                  <a:srgbClr val="B4B5B2"/>
                </a:solidFill>
                <a:latin typeface="Microsoft PhagsPa" panose="020B0502040204020203" pitchFamily="34" charset="0"/>
                <a:cs typeface="Poppins SemiBold" panose="00000700000000000000" pitchFamily="50" charset="0"/>
              </a:rPr>
              <a:t>Thuyết Trình Của </a:t>
            </a:r>
            <a:r>
              <a:rPr lang="en-IN" sz="5400" dirty="0" smtClean="0">
                <a:solidFill>
                  <a:srgbClr val="B4B5B2"/>
                </a:solidFill>
                <a:latin typeface="Microsoft PhagsPa" panose="020B0502040204020203" pitchFamily="34" charset="0"/>
                <a:cs typeface="Poppins SemiBold" panose="00000700000000000000" pitchFamily="50" charset="0"/>
              </a:rPr>
              <a:t>Em</a:t>
            </a:r>
            <a:endParaRPr lang="en-IN" sz="5400" dirty="0">
              <a:solidFill>
                <a:srgbClr val="B4B5B2"/>
              </a:solidFill>
              <a:latin typeface="Microsoft PhagsPa" panose="020B0502040204020203" pitchFamily="34" charset="0"/>
              <a:cs typeface="Poppins SemiBold" panose="00000700000000000000" pitchFamily="50" charset="0"/>
            </a:endParaRPr>
          </a:p>
        </p:txBody>
      </p:sp>
      <p:sp>
        <p:nvSpPr>
          <p:cNvPr id="25" name="Freeform: Shape 24">
            <a:extLst>
              <a:ext uri="{FF2B5EF4-FFF2-40B4-BE49-F238E27FC236}">
                <a16:creationId xmlns:a16="http://schemas.microsoft.com/office/drawing/2014/main" id="{1371FB22-7FA7-46A2-F082-E8B4A3E0E664}"/>
              </a:ext>
            </a:extLst>
          </p:cNvPr>
          <p:cNvSpPr/>
          <p:nvPr/>
        </p:nvSpPr>
        <p:spPr>
          <a:xfrm>
            <a:off x="0" y="5689950"/>
            <a:ext cx="12192000" cy="1168889"/>
          </a:xfrm>
          <a:custGeom>
            <a:avLst/>
            <a:gdLst>
              <a:gd name="connsiteX0" fmla="*/ 0 w 12192000"/>
              <a:gd name="connsiteY0" fmla="*/ 0 h 1168889"/>
              <a:gd name="connsiteX1" fmla="*/ 12192000 w 12192000"/>
              <a:gd name="connsiteY1" fmla="*/ 0 h 1168889"/>
              <a:gd name="connsiteX2" fmla="*/ 12192000 w 12192000"/>
              <a:gd name="connsiteY2" fmla="*/ 1168890 h 1168889"/>
              <a:gd name="connsiteX3" fmla="*/ 0 w 12192000"/>
              <a:gd name="connsiteY3" fmla="*/ 1168890 h 1168889"/>
              <a:gd name="connsiteX4" fmla="*/ 0 w 12192000"/>
              <a:gd name="connsiteY4" fmla="*/ 0 h 1168889"/>
              <a:gd name="connsiteX5" fmla="*/ 0 w 12192000"/>
              <a:gd name="connsiteY5" fmla="*/ 0 h 1168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2000" h="1168889">
                <a:moveTo>
                  <a:pt x="0" y="0"/>
                </a:moveTo>
                <a:lnTo>
                  <a:pt x="12192000" y="0"/>
                </a:lnTo>
                <a:lnTo>
                  <a:pt x="12192000" y="1168890"/>
                </a:lnTo>
                <a:lnTo>
                  <a:pt x="0" y="1168890"/>
                </a:lnTo>
                <a:lnTo>
                  <a:pt x="0" y="0"/>
                </a:lnTo>
                <a:lnTo>
                  <a:pt x="0" y="0"/>
                </a:lnTo>
                <a:close/>
              </a:path>
            </a:pathLst>
          </a:custGeom>
          <a:solidFill>
            <a:srgbClr val="171717"/>
          </a:solidFill>
          <a:ln>
            <a:noFill/>
          </a:ln>
          <a:effectLst>
            <a:outerShdw blurRad="127000" dist="38100" dir="2700000" algn="tl"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schemeClr val="lt1"/>
              </a:solidFill>
            </a:endParaRPr>
          </a:p>
        </p:txBody>
      </p:sp>
      <p:sp>
        <p:nvSpPr>
          <p:cNvPr id="31" name="Freeform: Shape 30">
            <a:extLst>
              <a:ext uri="{FF2B5EF4-FFF2-40B4-BE49-F238E27FC236}">
                <a16:creationId xmlns:a16="http://schemas.microsoft.com/office/drawing/2014/main" id="{8B75710E-7F2F-8634-D2E3-AA2677355D59}"/>
              </a:ext>
            </a:extLst>
          </p:cNvPr>
          <p:cNvSpPr/>
          <p:nvPr/>
        </p:nvSpPr>
        <p:spPr>
          <a:xfrm>
            <a:off x="422440" y="5873860"/>
            <a:ext cx="801144" cy="801144"/>
          </a:xfrm>
          <a:custGeom>
            <a:avLst/>
            <a:gdLst>
              <a:gd name="connsiteX0" fmla="*/ 0 w 801144"/>
              <a:gd name="connsiteY0" fmla="*/ 0 h 801144"/>
              <a:gd name="connsiteX1" fmla="*/ 801145 w 801144"/>
              <a:gd name="connsiteY1" fmla="*/ 0 h 801144"/>
              <a:gd name="connsiteX2" fmla="*/ 801145 w 801144"/>
              <a:gd name="connsiteY2" fmla="*/ 801145 h 801144"/>
              <a:gd name="connsiteX3" fmla="*/ 0 w 801144"/>
              <a:gd name="connsiteY3" fmla="*/ 801145 h 801144"/>
            </a:gdLst>
            <a:ahLst/>
            <a:cxnLst>
              <a:cxn ang="0">
                <a:pos x="connsiteX0" y="connsiteY0"/>
              </a:cxn>
              <a:cxn ang="0">
                <a:pos x="connsiteX1" y="connsiteY1"/>
              </a:cxn>
              <a:cxn ang="0">
                <a:pos x="connsiteX2" y="connsiteY2"/>
              </a:cxn>
              <a:cxn ang="0">
                <a:pos x="connsiteX3" y="connsiteY3"/>
              </a:cxn>
            </a:cxnLst>
            <a:rect l="l" t="t" r="r" b="b"/>
            <a:pathLst>
              <a:path w="801144" h="801144">
                <a:moveTo>
                  <a:pt x="0" y="0"/>
                </a:moveTo>
                <a:lnTo>
                  <a:pt x="801145" y="0"/>
                </a:lnTo>
                <a:lnTo>
                  <a:pt x="801145" y="801145"/>
                </a:lnTo>
                <a:lnTo>
                  <a:pt x="0" y="801145"/>
                </a:lnTo>
                <a:close/>
              </a:path>
            </a:pathLst>
          </a:custGeom>
          <a:solidFill>
            <a:srgbClr val="DDDFDA"/>
          </a:solidFill>
          <a:ln w="7634" cap="flat">
            <a:noFill/>
            <a:prstDash val="solid"/>
            <a:miter/>
          </a:ln>
        </p:spPr>
        <p:txBody>
          <a:bodyPr rtlCol="0" anchor="ctr"/>
          <a:lstStyle/>
          <a:p>
            <a:endParaRPr lang="en-IN"/>
          </a:p>
        </p:txBody>
      </p:sp>
      <p:sp>
        <p:nvSpPr>
          <p:cNvPr id="32" name="TextBox 31">
            <a:extLst>
              <a:ext uri="{FF2B5EF4-FFF2-40B4-BE49-F238E27FC236}">
                <a16:creationId xmlns:a16="http://schemas.microsoft.com/office/drawing/2014/main" id="{581594D2-253A-09F1-EB23-B2FF63A499F4}"/>
              </a:ext>
            </a:extLst>
          </p:cNvPr>
          <p:cNvSpPr txBox="1"/>
          <p:nvPr/>
        </p:nvSpPr>
        <p:spPr>
          <a:xfrm>
            <a:off x="1295672" y="6281466"/>
            <a:ext cx="1768433" cy="246221"/>
          </a:xfrm>
          <a:prstGeom prst="rect">
            <a:avLst/>
          </a:prstGeom>
          <a:noFill/>
        </p:spPr>
        <p:txBody>
          <a:bodyPr wrap="none" rtlCol="0">
            <a:spAutoFit/>
          </a:bodyPr>
          <a:lstStyle/>
          <a:p>
            <a:pPr algn="l"/>
            <a:r>
              <a:rPr lang="en-IN" sz="1000" spc="0" baseline="0" dirty="0">
                <a:ln/>
                <a:solidFill>
                  <a:srgbClr val="A3A3A3"/>
                </a:solidFill>
                <a:latin typeface="Poppins-Regular"/>
                <a:cs typeface="Poppins-Regular"/>
                <a:sym typeface="Poppins-Regular"/>
                <a:rtl val="0"/>
              </a:rPr>
              <a:t>Luis </a:t>
            </a:r>
            <a:r>
              <a:rPr lang="en-IN" sz="1000" spc="0" baseline="0" dirty="0" err="1">
                <a:ln/>
                <a:solidFill>
                  <a:srgbClr val="A3A3A3"/>
                </a:solidFill>
                <a:latin typeface="Poppins-Regular"/>
                <a:cs typeface="Poppins-Regular"/>
                <a:sym typeface="Poppins-Regular"/>
                <a:rtl val="0"/>
              </a:rPr>
              <a:t>Fonsi</a:t>
            </a:r>
            <a:r>
              <a:rPr lang="en-IN" sz="1000" spc="0" baseline="0" dirty="0">
                <a:ln/>
                <a:solidFill>
                  <a:srgbClr val="A3A3A3"/>
                </a:solidFill>
                <a:latin typeface="Poppins-Regular"/>
                <a:cs typeface="Poppins-Regular"/>
                <a:sym typeface="Poppins-Regular"/>
                <a:rtl val="0"/>
              </a:rPr>
              <a:t>, Daddy Yankee</a:t>
            </a:r>
          </a:p>
        </p:txBody>
      </p:sp>
      <p:sp>
        <p:nvSpPr>
          <p:cNvPr id="36" name="TextBox 35">
            <a:extLst>
              <a:ext uri="{FF2B5EF4-FFF2-40B4-BE49-F238E27FC236}">
                <a16:creationId xmlns:a16="http://schemas.microsoft.com/office/drawing/2014/main" id="{BA8AE424-DCFE-238E-0E73-69A9BC93C1A5}"/>
              </a:ext>
            </a:extLst>
          </p:cNvPr>
          <p:cNvSpPr txBox="1"/>
          <p:nvPr/>
        </p:nvSpPr>
        <p:spPr>
          <a:xfrm>
            <a:off x="1291091" y="5986094"/>
            <a:ext cx="1910388" cy="276999"/>
          </a:xfrm>
          <a:prstGeom prst="rect">
            <a:avLst/>
          </a:prstGeom>
          <a:noFill/>
        </p:spPr>
        <p:txBody>
          <a:bodyPr wrap="square" rtlCol="0">
            <a:spAutoFit/>
          </a:bodyPr>
          <a:lstStyle/>
          <a:p>
            <a:pPr algn="l"/>
            <a:r>
              <a:rPr lang="en-IN" sz="1200" spc="0" baseline="0" dirty="0">
                <a:ln/>
                <a:solidFill>
                  <a:srgbClr val="FFFFFF"/>
                </a:solidFill>
                <a:latin typeface="Poppins-Medium"/>
                <a:cs typeface="Poppins-Medium"/>
                <a:sym typeface="Poppins-Medium"/>
                <a:rtl val="0"/>
              </a:rPr>
              <a:t>Despacito</a:t>
            </a:r>
          </a:p>
        </p:txBody>
      </p:sp>
      <p:grpSp>
        <p:nvGrpSpPr>
          <p:cNvPr id="37" name="Graphic 22">
            <a:extLst>
              <a:ext uri="{FF2B5EF4-FFF2-40B4-BE49-F238E27FC236}">
                <a16:creationId xmlns:a16="http://schemas.microsoft.com/office/drawing/2014/main" id="{F04A90F6-E788-E953-0DF5-E3D3F1F1A524}"/>
              </a:ext>
            </a:extLst>
          </p:cNvPr>
          <p:cNvGrpSpPr/>
          <p:nvPr/>
        </p:nvGrpSpPr>
        <p:grpSpPr>
          <a:xfrm>
            <a:off x="3107581" y="6207327"/>
            <a:ext cx="141998" cy="134058"/>
            <a:chOff x="3193815" y="6207327"/>
            <a:chExt cx="141998" cy="134058"/>
          </a:xfrm>
        </p:grpSpPr>
        <p:sp>
          <p:nvSpPr>
            <p:cNvPr id="38" name="Freeform: Shape 37">
              <a:extLst>
                <a:ext uri="{FF2B5EF4-FFF2-40B4-BE49-F238E27FC236}">
                  <a16:creationId xmlns:a16="http://schemas.microsoft.com/office/drawing/2014/main" id="{322DDAFE-54BD-7E32-65D5-EBF8BA291472}"/>
                </a:ext>
              </a:extLst>
            </p:cNvPr>
            <p:cNvSpPr/>
            <p:nvPr/>
          </p:nvSpPr>
          <p:spPr>
            <a:xfrm>
              <a:off x="3193815" y="6207327"/>
              <a:ext cx="141998" cy="134058"/>
            </a:xfrm>
            <a:custGeom>
              <a:avLst/>
              <a:gdLst>
                <a:gd name="connsiteX0" fmla="*/ 106499 w 141998"/>
                <a:gd name="connsiteY0" fmla="*/ 0 h 134058"/>
                <a:gd name="connsiteX1" fmla="*/ 70999 w 141998"/>
                <a:gd name="connsiteY1" fmla="*/ 27942 h 134058"/>
                <a:gd name="connsiteX2" fmla="*/ 35500 w 141998"/>
                <a:gd name="connsiteY2" fmla="*/ 0 h 134058"/>
                <a:gd name="connsiteX3" fmla="*/ 0 w 141998"/>
                <a:gd name="connsiteY3" fmla="*/ 36263 h 134058"/>
                <a:gd name="connsiteX4" fmla="*/ 70999 w 141998"/>
                <a:gd name="connsiteY4" fmla="*/ 134059 h 134058"/>
                <a:gd name="connsiteX5" fmla="*/ 141998 w 141998"/>
                <a:gd name="connsiteY5" fmla="*/ 36263 h 134058"/>
                <a:gd name="connsiteX6" fmla="*/ 106499 w 141998"/>
                <a:gd name="connsiteY6" fmla="*/ 0 h 134058"/>
                <a:gd name="connsiteX7" fmla="*/ 106499 w 141998"/>
                <a:gd name="connsiteY7" fmla="*/ 0 h 134058"/>
                <a:gd name="connsiteX8" fmla="*/ 70999 w 141998"/>
                <a:gd name="connsiteY8" fmla="*/ 128791 h 134058"/>
                <a:gd name="connsiteX9" fmla="*/ 4123 w 141998"/>
                <a:gd name="connsiteY9" fmla="*/ 36263 h 134058"/>
                <a:gd name="connsiteX10" fmla="*/ 13665 w 141998"/>
                <a:gd name="connsiteY10" fmla="*/ 14353 h 134058"/>
                <a:gd name="connsiteX11" fmla="*/ 35500 w 141998"/>
                <a:gd name="connsiteY11" fmla="*/ 4199 h 134058"/>
                <a:gd name="connsiteX12" fmla="*/ 67258 w 141998"/>
                <a:gd name="connsiteY12" fmla="*/ 29850 h 134058"/>
                <a:gd name="connsiteX13" fmla="*/ 70999 w 141998"/>
                <a:gd name="connsiteY13" fmla="*/ 37255 h 134058"/>
                <a:gd name="connsiteX14" fmla="*/ 74740 w 141998"/>
                <a:gd name="connsiteY14" fmla="*/ 29850 h 134058"/>
                <a:gd name="connsiteX15" fmla="*/ 106499 w 141998"/>
                <a:gd name="connsiteY15" fmla="*/ 4199 h 134058"/>
                <a:gd name="connsiteX16" fmla="*/ 137876 w 141998"/>
                <a:gd name="connsiteY16" fmla="*/ 36339 h 134058"/>
                <a:gd name="connsiteX17" fmla="*/ 70999 w 141998"/>
                <a:gd name="connsiteY17" fmla="*/ 128867 h 134058"/>
                <a:gd name="connsiteX18" fmla="*/ 70999 w 141998"/>
                <a:gd name="connsiteY18" fmla="*/ 128867 h 134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1998" h="134058">
                  <a:moveTo>
                    <a:pt x="106499" y="0"/>
                  </a:moveTo>
                  <a:cubicBezTo>
                    <a:pt x="94360" y="0"/>
                    <a:pt x="81305" y="7634"/>
                    <a:pt x="70999" y="27942"/>
                  </a:cubicBezTo>
                  <a:cubicBezTo>
                    <a:pt x="60693" y="7634"/>
                    <a:pt x="47638" y="0"/>
                    <a:pt x="35500" y="0"/>
                  </a:cubicBezTo>
                  <a:cubicBezTo>
                    <a:pt x="16566" y="0"/>
                    <a:pt x="0" y="18551"/>
                    <a:pt x="0" y="36263"/>
                  </a:cubicBezTo>
                  <a:cubicBezTo>
                    <a:pt x="0" y="80008"/>
                    <a:pt x="70999" y="134059"/>
                    <a:pt x="70999" y="134059"/>
                  </a:cubicBezTo>
                  <a:cubicBezTo>
                    <a:pt x="70999" y="134059"/>
                    <a:pt x="141998" y="79931"/>
                    <a:pt x="141998" y="36263"/>
                  </a:cubicBezTo>
                  <a:cubicBezTo>
                    <a:pt x="141998" y="18475"/>
                    <a:pt x="125432" y="0"/>
                    <a:pt x="106499" y="0"/>
                  </a:cubicBezTo>
                  <a:lnTo>
                    <a:pt x="106499" y="0"/>
                  </a:lnTo>
                  <a:close/>
                  <a:moveTo>
                    <a:pt x="70999" y="128791"/>
                  </a:moveTo>
                  <a:cubicBezTo>
                    <a:pt x="58479" y="118714"/>
                    <a:pt x="4123" y="72908"/>
                    <a:pt x="4123" y="36263"/>
                  </a:cubicBezTo>
                  <a:cubicBezTo>
                    <a:pt x="4428" y="28018"/>
                    <a:pt x="7863" y="20231"/>
                    <a:pt x="13665" y="14353"/>
                  </a:cubicBezTo>
                  <a:cubicBezTo>
                    <a:pt x="19238" y="8169"/>
                    <a:pt x="27102" y="4428"/>
                    <a:pt x="35500" y="4199"/>
                  </a:cubicBezTo>
                  <a:cubicBezTo>
                    <a:pt x="47791" y="4199"/>
                    <a:pt x="58784" y="13055"/>
                    <a:pt x="67258" y="29850"/>
                  </a:cubicBezTo>
                  <a:lnTo>
                    <a:pt x="70999" y="37255"/>
                  </a:lnTo>
                  <a:lnTo>
                    <a:pt x="74740" y="29850"/>
                  </a:lnTo>
                  <a:cubicBezTo>
                    <a:pt x="83214" y="13055"/>
                    <a:pt x="94207" y="4199"/>
                    <a:pt x="106499" y="4199"/>
                  </a:cubicBezTo>
                  <a:cubicBezTo>
                    <a:pt x="122302" y="4199"/>
                    <a:pt x="137876" y="20078"/>
                    <a:pt x="137876" y="36339"/>
                  </a:cubicBezTo>
                  <a:cubicBezTo>
                    <a:pt x="137876" y="72908"/>
                    <a:pt x="83519" y="118790"/>
                    <a:pt x="70999" y="128867"/>
                  </a:cubicBezTo>
                  <a:lnTo>
                    <a:pt x="70999" y="128867"/>
                  </a:lnTo>
                  <a:close/>
                </a:path>
              </a:pathLst>
            </a:custGeom>
            <a:solidFill>
              <a:srgbClr val="B4B5B2"/>
            </a:solidFill>
            <a:ln w="7634" cap="flat">
              <a:noFill/>
              <a:prstDash val="solid"/>
              <a:miter/>
            </a:ln>
          </p:spPr>
          <p:txBody>
            <a:bodyPr rtlCol="0" anchor="ctr"/>
            <a:lstStyle/>
            <a:p>
              <a:endParaRPr lang="en-IN"/>
            </a:p>
          </p:txBody>
        </p:sp>
        <p:sp>
          <p:nvSpPr>
            <p:cNvPr id="39" name="Freeform: Shape 38">
              <a:extLst>
                <a:ext uri="{FF2B5EF4-FFF2-40B4-BE49-F238E27FC236}">
                  <a16:creationId xmlns:a16="http://schemas.microsoft.com/office/drawing/2014/main" id="{9523B0A2-DA63-4010-AA5F-74DAF1DE9D7B}"/>
                </a:ext>
              </a:extLst>
            </p:cNvPr>
            <p:cNvSpPr/>
            <p:nvPr/>
          </p:nvSpPr>
          <p:spPr>
            <a:xfrm>
              <a:off x="3193815" y="6207327"/>
              <a:ext cx="141998" cy="134058"/>
            </a:xfrm>
            <a:custGeom>
              <a:avLst/>
              <a:gdLst>
                <a:gd name="connsiteX0" fmla="*/ 106499 w 141998"/>
                <a:gd name="connsiteY0" fmla="*/ 0 h 134058"/>
                <a:gd name="connsiteX1" fmla="*/ 70999 w 141998"/>
                <a:gd name="connsiteY1" fmla="*/ 27942 h 134058"/>
                <a:gd name="connsiteX2" fmla="*/ 35500 w 141998"/>
                <a:gd name="connsiteY2" fmla="*/ 0 h 134058"/>
                <a:gd name="connsiteX3" fmla="*/ 0 w 141998"/>
                <a:gd name="connsiteY3" fmla="*/ 36263 h 134058"/>
                <a:gd name="connsiteX4" fmla="*/ 70999 w 141998"/>
                <a:gd name="connsiteY4" fmla="*/ 134059 h 134058"/>
                <a:gd name="connsiteX5" fmla="*/ 141998 w 141998"/>
                <a:gd name="connsiteY5" fmla="*/ 36263 h 134058"/>
                <a:gd name="connsiteX6" fmla="*/ 106499 w 141998"/>
                <a:gd name="connsiteY6" fmla="*/ 0 h 134058"/>
                <a:gd name="connsiteX7" fmla="*/ 106499 w 141998"/>
                <a:gd name="connsiteY7" fmla="*/ 0 h 134058"/>
                <a:gd name="connsiteX8" fmla="*/ 70999 w 141998"/>
                <a:gd name="connsiteY8" fmla="*/ 128791 h 134058"/>
                <a:gd name="connsiteX9" fmla="*/ 4123 w 141998"/>
                <a:gd name="connsiteY9" fmla="*/ 36263 h 134058"/>
                <a:gd name="connsiteX10" fmla="*/ 13665 w 141998"/>
                <a:gd name="connsiteY10" fmla="*/ 14353 h 134058"/>
                <a:gd name="connsiteX11" fmla="*/ 35500 w 141998"/>
                <a:gd name="connsiteY11" fmla="*/ 4199 h 134058"/>
                <a:gd name="connsiteX12" fmla="*/ 67258 w 141998"/>
                <a:gd name="connsiteY12" fmla="*/ 29850 h 134058"/>
                <a:gd name="connsiteX13" fmla="*/ 70999 w 141998"/>
                <a:gd name="connsiteY13" fmla="*/ 37255 h 134058"/>
                <a:gd name="connsiteX14" fmla="*/ 74740 w 141998"/>
                <a:gd name="connsiteY14" fmla="*/ 29850 h 134058"/>
                <a:gd name="connsiteX15" fmla="*/ 106499 w 141998"/>
                <a:gd name="connsiteY15" fmla="*/ 4199 h 134058"/>
                <a:gd name="connsiteX16" fmla="*/ 137876 w 141998"/>
                <a:gd name="connsiteY16" fmla="*/ 36339 h 134058"/>
                <a:gd name="connsiteX17" fmla="*/ 70999 w 141998"/>
                <a:gd name="connsiteY17" fmla="*/ 128867 h 134058"/>
                <a:gd name="connsiteX18" fmla="*/ 70999 w 141998"/>
                <a:gd name="connsiteY18" fmla="*/ 128867 h 1340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41998" h="134058">
                  <a:moveTo>
                    <a:pt x="106499" y="0"/>
                  </a:moveTo>
                  <a:cubicBezTo>
                    <a:pt x="94360" y="0"/>
                    <a:pt x="81305" y="7634"/>
                    <a:pt x="70999" y="27942"/>
                  </a:cubicBezTo>
                  <a:cubicBezTo>
                    <a:pt x="60693" y="7634"/>
                    <a:pt x="47638" y="0"/>
                    <a:pt x="35500" y="0"/>
                  </a:cubicBezTo>
                  <a:cubicBezTo>
                    <a:pt x="16566" y="0"/>
                    <a:pt x="0" y="18551"/>
                    <a:pt x="0" y="36263"/>
                  </a:cubicBezTo>
                  <a:cubicBezTo>
                    <a:pt x="0" y="80008"/>
                    <a:pt x="70999" y="134059"/>
                    <a:pt x="70999" y="134059"/>
                  </a:cubicBezTo>
                  <a:cubicBezTo>
                    <a:pt x="70999" y="134059"/>
                    <a:pt x="141998" y="79931"/>
                    <a:pt x="141998" y="36263"/>
                  </a:cubicBezTo>
                  <a:cubicBezTo>
                    <a:pt x="141998" y="18475"/>
                    <a:pt x="125432" y="0"/>
                    <a:pt x="106499" y="0"/>
                  </a:cubicBezTo>
                  <a:lnTo>
                    <a:pt x="106499" y="0"/>
                  </a:lnTo>
                  <a:close/>
                  <a:moveTo>
                    <a:pt x="70999" y="128791"/>
                  </a:moveTo>
                  <a:cubicBezTo>
                    <a:pt x="58479" y="118714"/>
                    <a:pt x="4123" y="72908"/>
                    <a:pt x="4123" y="36263"/>
                  </a:cubicBezTo>
                  <a:cubicBezTo>
                    <a:pt x="4428" y="28018"/>
                    <a:pt x="7863" y="20231"/>
                    <a:pt x="13665" y="14353"/>
                  </a:cubicBezTo>
                  <a:cubicBezTo>
                    <a:pt x="19238" y="8169"/>
                    <a:pt x="27102" y="4428"/>
                    <a:pt x="35500" y="4199"/>
                  </a:cubicBezTo>
                  <a:cubicBezTo>
                    <a:pt x="47791" y="4199"/>
                    <a:pt x="58784" y="13055"/>
                    <a:pt x="67258" y="29850"/>
                  </a:cubicBezTo>
                  <a:lnTo>
                    <a:pt x="70999" y="37255"/>
                  </a:lnTo>
                  <a:lnTo>
                    <a:pt x="74740" y="29850"/>
                  </a:lnTo>
                  <a:cubicBezTo>
                    <a:pt x="83214" y="13055"/>
                    <a:pt x="94207" y="4199"/>
                    <a:pt x="106499" y="4199"/>
                  </a:cubicBezTo>
                  <a:cubicBezTo>
                    <a:pt x="122302" y="4199"/>
                    <a:pt x="137876" y="20078"/>
                    <a:pt x="137876" y="36339"/>
                  </a:cubicBezTo>
                  <a:cubicBezTo>
                    <a:pt x="137876" y="72908"/>
                    <a:pt x="83519" y="118790"/>
                    <a:pt x="70999" y="128867"/>
                  </a:cubicBezTo>
                  <a:lnTo>
                    <a:pt x="70999" y="128867"/>
                  </a:lnTo>
                  <a:close/>
                </a:path>
              </a:pathLst>
            </a:custGeom>
            <a:noFill/>
            <a:ln w="5726" cap="flat">
              <a:solidFill>
                <a:srgbClr val="B4B5B2"/>
              </a:solidFill>
              <a:prstDash val="solid"/>
              <a:miter/>
            </a:ln>
          </p:spPr>
          <p:txBody>
            <a:bodyPr rtlCol="0" anchor="ctr"/>
            <a:lstStyle/>
            <a:p>
              <a:endParaRPr lang="en-IN"/>
            </a:p>
          </p:txBody>
        </p:sp>
      </p:grpSp>
      <p:sp>
        <p:nvSpPr>
          <p:cNvPr id="42" name="TextBox 41">
            <a:extLst>
              <a:ext uri="{FF2B5EF4-FFF2-40B4-BE49-F238E27FC236}">
                <a16:creationId xmlns:a16="http://schemas.microsoft.com/office/drawing/2014/main" id="{92DCCBEF-6FD4-1922-F281-7241E0CA1A9D}"/>
              </a:ext>
            </a:extLst>
          </p:cNvPr>
          <p:cNvSpPr txBox="1"/>
          <p:nvPr/>
        </p:nvSpPr>
        <p:spPr>
          <a:xfrm>
            <a:off x="3997540" y="6425602"/>
            <a:ext cx="441146" cy="246221"/>
          </a:xfrm>
          <a:prstGeom prst="rect">
            <a:avLst/>
          </a:prstGeom>
          <a:noFill/>
        </p:spPr>
        <p:txBody>
          <a:bodyPr wrap="none" rtlCol="0">
            <a:spAutoFit/>
          </a:bodyPr>
          <a:lstStyle/>
          <a:p>
            <a:pPr algn="l"/>
            <a:r>
              <a:rPr lang="en-IN" sz="1000" spc="0" baseline="0" dirty="0">
                <a:ln/>
                <a:solidFill>
                  <a:srgbClr val="A3A3A3"/>
                </a:solidFill>
                <a:latin typeface="Poppins-Regular"/>
                <a:cs typeface="Poppins-Regular"/>
                <a:sym typeface="Poppins-Regular"/>
                <a:rtl val="0"/>
              </a:rPr>
              <a:t>0:23</a:t>
            </a:r>
          </a:p>
        </p:txBody>
      </p:sp>
      <p:sp>
        <p:nvSpPr>
          <p:cNvPr id="45" name="TextBox 44">
            <a:extLst>
              <a:ext uri="{FF2B5EF4-FFF2-40B4-BE49-F238E27FC236}">
                <a16:creationId xmlns:a16="http://schemas.microsoft.com/office/drawing/2014/main" id="{02409ACF-257C-445B-CD01-A89D16FA258D}"/>
              </a:ext>
            </a:extLst>
          </p:cNvPr>
          <p:cNvSpPr txBox="1"/>
          <p:nvPr/>
        </p:nvSpPr>
        <p:spPr>
          <a:xfrm>
            <a:off x="8518660" y="6425602"/>
            <a:ext cx="511679" cy="246221"/>
          </a:xfrm>
          <a:prstGeom prst="rect">
            <a:avLst/>
          </a:prstGeom>
          <a:noFill/>
        </p:spPr>
        <p:txBody>
          <a:bodyPr wrap="none" rtlCol="0">
            <a:spAutoFit/>
          </a:bodyPr>
          <a:lstStyle/>
          <a:p>
            <a:pPr algn="l"/>
            <a:r>
              <a:rPr lang="en-IN" sz="1000" spc="0" baseline="0" dirty="0">
                <a:ln/>
                <a:solidFill>
                  <a:srgbClr val="A3A3A3"/>
                </a:solidFill>
                <a:latin typeface="Poppins-Regular"/>
                <a:cs typeface="Poppins-Regular"/>
                <a:sym typeface="Poppins-Regular"/>
                <a:rtl val="0"/>
              </a:rPr>
              <a:t>-3:25</a:t>
            </a:r>
          </a:p>
        </p:txBody>
      </p:sp>
      <p:grpSp>
        <p:nvGrpSpPr>
          <p:cNvPr id="46" name="Graphic 22">
            <a:extLst>
              <a:ext uri="{FF2B5EF4-FFF2-40B4-BE49-F238E27FC236}">
                <a16:creationId xmlns:a16="http://schemas.microsoft.com/office/drawing/2014/main" id="{0B8CE4B4-F590-184F-9CED-B46833E2F959}"/>
              </a:ext>
            </a:extLst>
          </p:cNvPr>
          <p:cNvGrpSpPr/>
          <p:nvPr/>
        </p:nvGrpSpPr>
        <p:grpSpPr>
          <a:xfrm>
            <a:off x="4474933" y="6565987"/>
            <a:ext cx="4007480" cy="7634"/>
            <a:chOff x="4300409" y="6565987"/>
            <a:chExt cx="4007480" cy="7634"/>
          </a:xfrm>
        </p:grpSpPr>
        <p:sp>
          <p:nvSpPr>
            <p:cNvPr id="48" name="Freeform: Shape 47">
              <a:extLst>
                <a:ext uri="{FF2B5EF4-FFF2-40B4-BE49-F238E27FC236}">
                  <a16:creationId xmlns:a16="http://schemas.microsoft.com/office/drawing/2014/main" id="{02C3BDCF-FDFC-9079-D9ED-C887FEFE3341}"/>
                </a:ext>
              </a:extLst>
            </p:cNvPr>
            <p:cNvSpPr/>
            <p:nvPr/>
          </p:nvSpPr>
          <p:spPr>
            <a:xfrm>
              <a:off x="4300409" y="6565987"/>
              <a:ext cx="4007480" cy="7634"/>
            </a:xfrm>
            <a:custGeom>
              <a:avLst/>
              <a:gdLst>
                <a:gd name="connsiteX0" fmla="*/ 0 w 4007480"/>
                <a:gd name="connsiteY0" fmla="*/ 0 h 7634"/>
                <a:gd name="connsiteX1" fmla="*/ 4007481 w 4007480"/>
                <a:gd name="connsiteY1" fmla="*/ 0 h 7634"/>
              </a:gdLst>
              <a:ahLst/>
              <a:cxnLst>
                <a:cxn ang="0">
                  <a:pos x="connsiteX0" y="connsiteY0"/>
                </a:cxn>
                <a:cxn ang="0">
                  <a:pos x="connsiteX1" y="connsiteY1"/>
                </a:cxn>
              </a:cxnLst>
              <a:rect l="l" t="t" r="r" b="b"/>
              <a:pathLst>
                <a:path w="4007480" h="7634">
                  <a:moveTo>
                    <a:pt x="0" y="0"/>
                  </a:moveTo>
                  <a:lnTo>
                    <a:pt x="4007481" y="0"/>
                  </a:lnTo>
                </a:path>
              </a:pathLst>
            </a:custGeom>
            <a:ln w="22903" cap="rnd">
              <a:solidFill>
                <a:srgbClr val="A3A3A3"/>
              </a:solidFill>
              <a:prstDash val="solid"/>
              <a:round/>
            </a:ln>
          </p:spPr>
          <p:txBody>
            <a:bodyPr rtlCol="0" anchor="ctr"/>
            <a:lstStyle/>
            <a:p>
              <a:endParaRPr lang="en-IN"/>
            </a:p>
          </p:txBody>
        </p:sp>
        <p:sp>
          <p:nvSpPr>
            <p:cNvPr id="51" name="Freeform: Shape 50">
              <a:extLst>
                <a:ext uri="{FF2B5EF4-FFF2-40B4-BE49-F238E27FC236}">
                  <a16:creationId xmlns:a16="http://schemas.microsoft.com/office/drawing/2014/main" id="{47CBC3A7-B7B2-D763-ED83-4224245CDE3B}"/>
                </a:ext>
              </a:extLst>
            </p:cNvPr>
            <p:cNvSpPr/>
            <p:nvPr/>
          </p:nvSpPr>
          <p:spPr>
            <a:xfrm>
              <a:off x="4300409" y="6565987"/>
              <a:ext cx="324992" cy="7634"/>
            </a:xfrm>
            <a:custGeom>
              <a:avLst/>
              <a:gdLst>
                <a:gd name="connsiteX0" fmla="*/ 0 w 324992"/>
                <a:gd name="connsiteY0" fmla="*/ 0 h 7634"/>
                <a:gd name="connsiteX1" fmla="*/ 324993 w 324992"/>
                <a:gd name="connsiteY1" fmla="*/ 0 h 7634"/>
              </a:gdLst>
              <a:ahLst/>
              <a:cxnLst>
                <a:cxn ang="0">
                  <a:pos x="connsiteX0" y="connsiteY0"/>
                </a:cxn>
                <a:cxn ang="0">
                  <a:pos x="connsiteX1" y="connsiteY1"/>
                </a:cxn>
              </a:cxnLst>
              <a:rect l="l" t="t" r="r" b="b"/>
              <a:pathLst>
                <a:path w="324992" h="7634">
                  <a:moveTo>
                    <a:pt x="0" y="0"/>
                  </a:moveTo>
                  <a:lnTo>
                    <a:pt x="324993" y="0"/>
                  </a:lnTo>
                </a:path>
              </a:pathLst>
            </a:custGeom>
            <a:ln w="22903" cap="rnd">
              <a:solidFill>
                <a:srgbClr val="FFFFFF"/>
              </a:solidFill>
              <a:prstDash val="solid"/>
              <a:round/>
            </a:ln>
          </p:spPr>
          <p:txBody>
            <a:bodyPr rtlCol="0" anchor="ctr"/>
            <a:lstStyle/>
            <a:p>
              <a:endParaRPr lang="en-IN"/>
            </a:p>
          </p:txBody>
        </p:sp>
      </p:grpSp>
      <p:grpSp>
        <p:nvGrpSpPr>
          <p:cNvPr id="56" name="Graphic 22">
            <a:extLst>
              <a:ext uri="{FF2B5EF4-FFF2-40B4-BE49-F238E27FC236}">
                <a16:creationId xmlns:a16="http://schemas.microsoft.com/office/drawing/2014/main" id="{31CCF217-3D6B-8A4C-E780-6E9E2E261FF9}"/>
              </a:ext>
            </a:extLst>
          </p:cNvPr>
          <p:cNvGrpSpPr/>
          <p:nvPr/>
        </p:nvGrpSpPr>
        <p:grpSpPr>
          <a:xfrm>
            <a:off x="6014976" y="5942566"/>
            <a:ext cx="1010457" cy="347287"/>
            <a:chOff x="5985836" y="6055175"/>
            <a:chExt cx="682813" cy="234678"/>
          </a:xfrm>
        </p:grpSpPr>
        <p:grpSp>
          <p:nvGrpSpPr>
            <p:cNvPr id="57" name="Graphic 22">
              <a:extLst>
                <a:ext uri="{FF2B5EF4-FFF2-40B4-BE49-F238E27FC236}">
                  <a16:creationId xmlns:a16="http://schemas.microsoft.com/office/drawing/2014/main" id="{42A7CF39-2212-C555-4303-3484A2263C13}"/>
                </a:ext>
              </a:extLst>
            </p:cNvPr>
            <p:cNvGrpSpPr/>
            <p:nvPr/>
          </p:nvGrpSpPr>
          <p:grpSpPr>
            <a:xfrm>
              <a:off x="6209903" y="6055175"/>
              <a:ext cx="234678" cy="234678"/>
              <a:chOff x="6209903" y="6055175"/>
              <a:chExt cx="234678" cy="234678"/>
            </a:xfrm>
          </p:grpSpPr>
          <p:sp>
            <p:nvSpPr>
              <p:cNvPr id="59" name="Freeform: Shape 58">
                <a:extLst>
                  <a:ext uri="{FF2B5EF4-FFF2-40B4-BE49-F238E27FC236}">
                    <a16:creationId xmlns:a16="http://schemas.microsoft.com/office/drawing/2014/main" id="{C8D29D25-41E9-8A4F-1EA6-CC62418E3E95}"/>
                  </a:ext>
                </a:extLst>
              </p:cNvPr>
              <p:cNvSpPr/>
              <p:nvPr/>
            </p:nvSpPr>
            <p:spPr>
              <a:xfrm>
                <a:off x="6209903" y="6055175"/>
                <a:ext cx="234678" cy="234678"/>
              </a:xfrm>
              <a:custGeom>
                <a:avLst/>
                <a:gdLst>
                  <a:gd name="connsiteX0" fmla="*/ 234679 w 234678"/>
                  <a:gd name="connsiteY0" fmla="*/ 117339 h 234678"/>
                  <a:gd name="connsiteX1" fmla="*/ 117339 w 234678"/>
                  <a:gd name="connsiteY1" fmla="*/ 234679 h 234678"/>
                  <a:gd name="connsiteX2" fmla="*/ 0 w 234678"/>
                  <a:gd name="connsiteY2" fmla="*/ 117339 h 234678"/>
                  <a:gd name="connsiteX3" fmla="*/ 117339 w 234678"/>
                  <a:gd name="connsiteY3" fmla="*/ 0 h 234678"/>
                  <a:gd name="connsiteX4" fmla="*/ 234679 w 234678"/>
                  <a:gd name="connsiteY4" fmla="*/ 117339 h 23467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4678" h="234678">
                    <a:moveTo>
                      <a:pt x="234679" y="117339"/>
                    </a:moveTo>
                    <a:cubicBezTo>
                      <a:pt x="234679" y="182144"/>
                      <a:pt x="182144" y="234679"/>
                      <a:pt x="117339" y="234679"/>
                    </a:cubicBezTo>
                    <a:cubicBezTo>
                      <a:pt x="52535" y="234679"/>
                      <a:pt x="0" y="182144"/>
                      <a:pt x="0" y="117339"/>
                    </a:cubicBezTo>
                    <a:cubicBezTo>
                      <a:pt x="0" y="52535"/>
                      <a:pt x="52535" y="0"/>
                      <a:pt x="117339" y="0"/>
                    </a:cubicBezTo>
                    <a:cubicBezTo>
                      <a:pt x="182144" y="0"/>
                      <a:pt x="234679" y="52535"/>
                      <a:pt x="234679" y="117339"/>
                    </a:cubicBezTo>
                    <a:close/>
                  </a:path>
                </a:pathLst>
              </a:custGeom>
              <a:solidFill>
                <a:srgbClr val="FFFFFF"/>
              </a:solidFill>
              <a:ln w="7634" cap="flat">
                <a:noFill/>
                <a:prstDash val="solid"/>
                <a:miter/>
              </a:ln>
            </p:spPr>
            <p:txBody>
              <a:bodyPr rtlCol="0" anchor="ctr"/>
              <a:lstStyle/>
              <a:p>
                <a:endParaRPr lang="en-IN"/>
              </a:p>
            </p:txBody>
          </p:sp>
          <p:grpSp>
            <p:nvGrpSpPr>
              <p:cNvPr id="60" name="Graphic 22">
                <a:extLst>
                  <a:ext uri="{FF2B5EF4-FFF2-40B4-BE49-F238E27FC236}">
                    <a16:creationId xmlns:a16="http://schemas.microsoft.com/office/drawing/2014/main" id="{76421D9D-D3CA-59A3-0AAA-36F1A3D2CA89}"/>
                  </a:ext>
                </a:extLst>
              </p:cNvPr>
              <p:cNvGrpSpPr/>
              <p:nvPr/>
            </p:nvGrpSpPr>
            <p:grpSpPr>
              <a:xfrm>
                <a:off x="6289224" y="6120601"/>
                <a:ext cx="76037" cy="103750"/>
                <a:chOff x="6289224" y="6120601"/>
                <a:chExt cx="76037" cy="103750"/>
              </a:xfrm>
              <a:solidFill>
                <a:srgbClr val="000000"/>
              </a:solidFill>
            </p:grpSpPr>
            <p:sp>
              <p:nvSpPr>
                <p:cNvPr id="61" name="Freeform: Shape 60">
                  <a:extLst>
                    <a:ext uri="{FF2B5EF4-FFF2-40B4-BE49-F238E27FC236}">
                      <a16:creationId xmlns:a16="http://schemas.microsoft.com/office/drawing/2014/main" id="{34850E5A-91B2-D584-D5B5-C8A97A07463B}"/>
                    </a:ext>
                  </a:extLst>
                </p:cNvPr>
                <p:cNvSpPr/>
                <p:nvPr/>
              </p:nvSpPr>
              <p:spPr>
                <a:xfrm>
                  <a:off x="6289224" y="6120601"/>
                  <a:ext cx="25345" cy="103750"/>
                </a:xfrm>
                <a:custGeom>
                  <a:avLst/>
                  <a:gdLst>
                    <a:gd name="connsiteX0" fmla="*/ 0 w 25345"/>
                    <a:gd name="connsiteY0" fmla="*/ 0 h 103750"/>
                    <a:gd name="connsiteX1" fmla="*/ 25346 w 25345"/>
                    <a:gd name="connsiteY1" fmla="*/ 0 h 103750"/>
                    <a:gd name="connsiteX2" fmla="*/ 25346 w 25345"/>
                    <a:gd name="connsiteY2" fmla="*/ 103750 h 103750"/>
                    <a:gd name="connsiteX3" fmla="*/ 0 w 25345"/>
                    <a:gd name="connsiteY3" fmla="*/ 103750 h 103750"/>
                  </a:gdLst>
                  <a:ahLst/>
                  <a:cxnLst>
                    <a:cxn ang="0">
                      <a:pos x="connsiteX0" y="connsiteY0"/>
                    </a:cxn>
                    <a:cxn ang="0">
                      <a:pos x="connsiteX1" y="connsiteY1"/>
                    </a:cxn>
                    <a:cxn ang="0">
                      <a:pos x="connsiteX2" y="connsiteY2"/>
                    </a:cxn>
                    <a:cxn ang="0">
                      <a:pos x="connsiteX3" y="connsiteY3"/>
                    </a:cxn>
                  </a:cxnLst>
                  <a:rect l="l" t="t" r="r" b="b"/>
                  <a:pathLst>
                    <a:path w="25345" h="103750">
                      <a:moveTo>
                        <a:pt x="0" y="0"/>
                      </a:moveTo>
                      <a:lnTo>
                        <a:pt x="25346" y="0"/>
                      </a:lnTo>
                      <a:lnTo>
                        <a:pt x="25346" y="103750"/>
                      </a:lnTo>
                      <a:lnTo>
                        <a:pt x="0" y="103750"/>
                      </a:lnTo>
                      <a:close/>
                    </a:path>
                  </a:pathLst>
                </a:custGeom>
                <a:solidFill>
                  <a:srgbClr val="000000"/>
                </a:solidFill>
                <a:ln w="7634" cap="flat">
                  <a:noFill/>
                  <a:prstDash val="solid"/>
                  <a:miter/>
                </a:ln>
              </p:spPr>
              <p:txBody>
                <a:bodyPr rtlCol="0" anchor="ctr"/>
                <a:lstStyle/>
                <a:p>
                  <a:endParaRPr lang="en-IN"/>
                </a:p>
              </p:txBody>
            </p:sp>
            <p:sp>
              <p:nvSpPr>
                <p:cNvPr id="63" name="Freeform: Shape 62">
                  <a:extLst>
                    <a:ext uri="{FF2B5EF4-FFF2-40B4-BE49-F238E27FC236}">
                      <a16:creationId xmlns:a16="http://schemas.microsoft.com/office/drawing/2014/main" id="{43826244-9B2E-081E-D626-37DA1CA39C60}"/>
                    </a:ext>
                  </a:extLst>
                </p:cNvPr>
                <p:cNvSpPr/>
                <p:nvPr/>
              </p:nvSpPr>
              <p:spPr>
                <a:xfrm>
                  <a:off x="6339916" y="6120601"/>
                  <a:ext cx="25345" cy="103750"/>
                </a:xfrm>
                <a:custGeom>
                  <a:avLst/>
                  <a:gdLst>
                    <a:gd name="connsiteX0" fmla="*/ 0 w 25345"/>
                    <a:gd name="connsiteY0" fmla="*/ 0 h 103750"/>
                    <a:gd name="connsiteX1" fmla="*/ 25346 w 25345"/>
                    <a:gd name="connsiteY1" fmla="*/ 0 h 103750"/>
                    <a:gd name="connsiteX2" fmla="*/ 25346 w 25345"/>
                    <a:gd name="connsiteY2" fmla="*/ 103750 h 103750"/>
                    <a:gd name="connsiteX3" fmla="*/ 0 w 25345"/>
                    <a:gd name="connsiteY3" fmla="*/ 103750 h 103750"/>
                  </a:gdLst>
                  <a:ahLst/>
                  <a:cxnLst>
                    <a:cxn ang="0">
                      <a:pos x="connsiteX0" y="connsiteY0"/>
                    </a:cxn>
                    <a:cxn ang="0">
                      <a:pos x="connsiteX1" y="connsiteY1"/>
                    </a:cxn>
                    <a:cxn ang="0">
                      <a:pos x="connsiteX2" y="connsiteY2"/>
                    </a:cxn>
                    <a:cxn ang="0">
                      <a:pos x="connsiteX3" y="connsiteY3"/>
                    </a:cxn>
                  </a:cxnLst>
                  <a:rect l="l" t="t" r="r" b="b"/>
                  <a:pathLst>
                    <a:path w="25345" h="103750">
                      <a:moveTo>
                        <a:pt x="0" y="0"/>
                      </a:moveTo>
                      <a:lnTo>
                        <a:pt x="25346" y="0"/>
                      </a:lnTo>
                      <a:lnTo>
                        <a:pt x="25346" y="103750"/>
                      </a:lnTo>
                      <a:lnTo>
                        <a:pt x="0" y="103750"/>
                      </a:lnTo>
                      <a:close/>
                    </a:path>
                  </a:pathLst>
                </a:custGeom>
                <a:solidFill>
                  <a:srgbClr val="000000"/>
                </a:solidFill>
                <a:ln w="7634" cap="flat">
                  <a:noFill/>
                  <a:prstDash val="solid"/>
                  <a:miter/>
                </a:ln>
              </p:spPr>
              <p:txBody>
                <a:bodyPr rtlCol="0" anchor="ctr"/>
                <a:lstStyle/>
                <a:p>
                  <a:endParaRPr lang="en-IN"/>
                </a:p>
              </p:txBody>
            </p:sp>
          </p:grpSp>
        </p:grpSp>
        <p:grpSp>
          <p:nvGrpSpPr>
            <p:cNvPr id="66" name="Graphic 22">
              <a:extLst>
                <a:ext uri="{FF2B5EF4-FFF2-40B4-BE49-F238E27FC236}">
                  <a16:creationId xmlns:a16="http://schemas.microsoft.com/office/drawing/2014/main" id="{195409B4-8E68-9776-5C4C-62B6600DF0D2}"/>
                </a:ext>
              </a:extLst>
            </p:cNvPr>
            <p:cNvGrpSpPr/>
            <p:nvPr/>
          </p:nvGrpSpPr>
          <p:grpSpPr>
            <a:xfrm>
              <a:off x="6565205" y="6114036"/>
              <a:ext cx="103444" cy="111613"/>
              <a:chOff x="6565205" y="6114036"/>
              <a:chExt cx="103444" cy="111613"/>
            </a:xfrm>
            <a:solidFill>
              <a:srgbClr val="FFFFFF"/>
            </a:solidFill>
          </p:grpSpPr>
          <p:sp>
            <p:nvSpPr>
              <p:cNvPr id="74" name="Freeform: Shape 73">
                <a:extLst>
                  <a:ext uri="{FF2B5EF4-FFF2-40B4-BE49-F238E27FC236}">
                    <a16:creationId xmlns:a16="http://schemas.microsoft.com/office/drawing/2014/main" id="{6AAAB4F8-7B40-0BEF-F04A-7B3A113ABCFD}"/>
                  </a:ext>
                </a:extLst>
              </p:cNvPr>
              <p:cNvSpPr/>
              <p:nvPr/>
            </p:nvSpPr>
            <p:spPr>
              <a:xfrm>
                <a:off x="6565205" y="6114036"/>
                <a:ext cx="96650" cy="111613"/>
              </a:xfrm>
              <a:custGeom>
                <a:avLst/>
                <a:gdLst>
                  <a:gd name="connsiteX0" fmla="*/ 96650 w 96650"/>
                  <a:gd name="connsiteY0" fmla="*/ 55807 h 111613"/>
                  <a:gd name="connsiteX1" fmla="*/ 0 w 96650"/>
                  <a:gd name="connsiteY1" fmla="*/ 0 h 111613"/>
                  <a:gd name="connsiteX2" fmla="*/ 0 w 96650"/>
                  <a:gd name="connsiteY2" fmla="*/ 111614 h 111613"/>
                  <a:gd name="connsiteX3" fmla="*/ 96650 w 96650"/>
                  <a:gd name="connsiteY3" fmla="*/ 55807 h 111613"/>
                </a:gdLst>
                <a:ahLst/>
                <a:cxnLst>
                  <a:cxn ang="0">
                    <a:pos x="connsiteX0" y="connsiteY0"/>
                  </a:cxn>
                  <a:cxn ang="0">
                    <a:pos x="connsiteX1" y="connsiteY1"/>
                  </a:cxn>
                  <a:cxn ang="0">
                    <a:pos x="connsiteX2" y="connsiteY2"/>
                  </a:cxn>
                  <a:cxn ang="0">
                    <a:pos x="connsiteX3" y="connsiteY3"/>
                  </a:cxn>
                </a:cxnLst>
                <a:rect l="l" t="t" r="r" b="b"/>
                <a:pathLst>
                  <a:path w="96650" h="111613">
                    <a:moveTo>
                      <a:pt x="96650" y="55807"/>
                    </a:moveTo>
                    <a:lnTo>
                      <a:pt x="0" y="0"/>
                    </a:lnTo>
                    <a:lnTo>
                      <a:pt x="0" y="111614"/>
                    </a:lnTo>
                    <a:lnTo>
                      <a:pt x="96650" y="55807"/>
                    </a:lnTo>
                    <a:close/>
                  </a:path>
                </a:pathLst>
              </a:custGeom>
              <a:solidFill>
                <a:srgbClr val="FFFFFF"/>
              </a:solidFill>
              <a:ln w="7634" cap="flat">
                <a:noFill/>
                <a:prstDash val="solid"/>
                <a:miter/>
              </a:ln>
            </p:spPr>
            <p:txBody>
              <a:bodyPr rtlCol="0" anchor="ctr"/>
              <a:lstStyle/>
              <a:p>
                <a:endParaRPr lang="en-IN"/>
              </a:p>
            </p:txBody>
          </p:sp>
          <p:sp>
            <p:nvSpPr>
              <p:cNvPr id="78" name="Freeform: Shape 77">
                <a:extLst>
                  <a:ext uri="{FF2B5EF4-FFF2-40B4-BE49-F238E27FC236}">
                    <a16:creationId xmlns:a16="http://schemas.microsoft.com/office/drawing/2014/main" id="{E809CEF5-0C63-A9CC-DAC0-5750FC57AE05}"/>
                  </a:ext>
                </a:extLst>
              </p:cNvPr>
              <p:cNvSpPr/>
              <p:nvPr/>
            </p:nvSpPr>
            <p:spPr>
              <a:xfrm>
                <a:off x="6655060" y="6114036"/>
                <a:ext cx="13589" cy="111613"/>
              </a:xfrm>
              <a:custGeom>
                <a:avLst/>
                <a:gdLst>
                  <a:gd name="connsiteX0" fmla="*/ 0 w 13589"/>
                  <a:gd name="connsiteY0" fmla="*/ 0 h 111613"/>
                  <a:gd name="connsiteX1" fmla="*/ 13589 w 13589"/>
                  <a:gd name="connsiteY1" fmla="*/ 0 h 111613"/>
                  <a:gd name="connsiteX2" fmla="*/ 13589 w 13589"/>
                  <a:gd name="connsiteY2" fmla="*/ 111614 h 111613"/>
                  <a:gd name="connsiteX3" fmla="*/ 0 w 13589"/>
                  <a:gd name="connsiteY3" fmla="*/ 111614 h 111613"/>
                </a:gdLst>
                <a:ahLst/>
                <a:cxnLst>
                  <a:cxn ang="0">
                    <a:pos x="connsiteX0" y="connsiteY0"/>
                  </a:cxn>
                  <a:cxn ang="0">
                    <a:pos x="connsiteX1" y="connsiteY1"/>
                  </a:cxn>
                  <a:cxn ang="0">
                    <a:pos x="connsiteX2" y="connsiteY2"/>
                  </a:cxn>
                  <a:cxn ang="0">
                    <a:pos x="connsiteX3" y="connsiteY3"/>
                  </a:cxn>
                </a:cxnLst>
                <a:rect l="l" t="t" r="r" b="b"/>
                <a:pathLst>
                  <a:path w="13589" h="111613">
                    <a:moveTo>
                      <a:pt x="0" y="0"/>
                    </a:moveTo>
                    <a:lnTo>
                      <a:pt x="13589" y="0"/>
                    </a:lnTo>
                    <a:lnTo>
                      <a:pt x="13589" y="111614"/>
                    </a:lnTo>
                    <a:lnTo>
                      <a:pt x="0" y="111614"/>
                    </a:lnTo>
                    <a:close/>
                  </a:path>
                </a:pathLst>
              </a:custGeom>
              <a:solidFill>
                <a:srgbClr val="FFFFFF"/>
              </a:solidFill>
              <a:ln w="7634" cap="flat">
                <a:noFill/>
                <a:prstDash val="solid"/>
                <a:miter/>
              </a:ln>
            </p:spPr>
            <p:txBody>
              <a:bodyPr rtlCol="0" anchor="ctr"/>
              <a:lstStyle/>
              <a:p>
                <a:endParaRPr lang="en-IN"/>
              </a:p>
            </p:txBody>
          </p:sp>
        </p:grpSp>
        <p:grpSp>
          <p:nvGrpSpPr>
            <p:cNvPr id="82" name="Graphic 22">
              <a:extLst>
                <a:ext uri="{FF2B5EF4-FFF2-40B4-BE49-F238E27FC236}">
                  <a16:creationId xmlns:a16="http://schemas.microsoft.com/office/drawing/2014/main" id="{9E623AAD-3785-E80E-2980-5096A52075B3}"/>
                </a:ext>
              </a:extLst>
            </p:cNvPr>
            <p:cNvGrpSpPr/>
            <p:nvPr/>
          </p:nvGrpSpPr>
          <p:grpSpPr>
            <a:xfrm>
              <a:off x="5985836" y="6114036"/>
              <a:ext cx="103521" cy="111613"/>
              <a:chOff x="5985836" y="6114036"/>
              <a:chExt cx="103521" cy="111613"/>
            </a:xfrm>
            <a:solidFill>
              <a:srgbClr val="FFFFFF"/>
            </a:solidFill>
          </p:grpSpPr>
          <p:sp>
            <p:nvSpPr>
              <p:cNvPr id="83" name="Freeform: Shape 82">
                <a:extLst>
                  <a:ext uri="{FF2B5EF4-FFF2-40B4-BE49-F238E27FC236}">
                    <a16:creationId xmlns:a16="http://schemas.microsoft.com/office/drawing/2014/main" id="{6AA657D1-4956-1596-65B3-795D04D6DE75}"/>
                  </a:ext>
                </a:extLst>
              </p:cNvPr>
              <p:cNvSpPr/>
              <p:nvPr/>
            </p:nvSpPr>
            <p:spPr>
              <a:xfrm>
                <a:off x="5992631" y="6114036"/>
                <a:ext cx="96726" cy="111613"/>
              </a:xfrm>
              <a:custGeom>
                <a:avLst/>
                <a:gdLst>
                  <a:gd name="connsiteX0" fmla="*/ 0 w 96726"/>
                  <a:gd name="connsiteY0" fmla="*/ 55807 h 111613"/>
                  <a:gd name="connsiteX1" fmla="*/ 96727 w 96726"/>
                  <a:gd name="connsiteY1" fmla="*/ 0 h 111613"/>
                  <a:gd name="connsiteX2" fmla="*/ 96727 w 96726"/>
                  <a:gd name="connsiteY2" fmla="*/ 111614 h 111613"/>
                  <a:gd name="connsiteX3" fmla="*/ 0 w 96726"/>
                  <a:gd name="connsiteY3" fmla="*/ 55807 h 111613"/>
                </a:gdLst>
                <a:ahLst/>
                <a:cxnLst>
                  <a:cxn ang="0">
                    <a:pos x="connsiteX0" y="connsiteY0"/>
                  </a:cxn>
                  <a:cxn ang="0">
                    <a:pos x="connsiteX1" y="connsiteY1"/>
                  </a:cxn>
                  <a:cxn ang="0">
                    <a:pos x="connsiteX2" y="connsiteY2"/>
                  </a:cxn>
                  <a:cxn ang="0">
                    <a:pos x="connsiteX3" y="connsiteY3"/>
                  </a:cxn>
                </a:cxnLst>
                <a:rect l="l" t="t" r="r" b="b"/>
                <a:pathLst>
                  <a:path w="96726" h="111613">
                    <a:moveTo>
                      <a:pt x="0" y="55807"/>
                    </a:moveTo>
                    <a:lnTo>
                      <a:pt x="96727" y="0"/>
                    </a:lnTo>
                    <a:lnTo>
                      <a:pt x="96727" y="111614"/>
                    </a:lnTo>
                    <a:lnTo>
                      <a:pt x="0" y="55807"/>
                    </a:lnTo>
                    <a:close/>
                  </a:path>
                </a:pathLst>
              </a:custGeom>
              <a:solidFill>
                <a:srgbClr val="FFFFFF"/>
              </a:solidFill>
              <a:ln w="7634" cap="flat">
                <a:noFill/>
                <a:prstDash val="solid"/>
                <a:miter/>
              </a:ln>
            </p:spPr>
            <p:txBody>
              <a:bodyPr rtlCol="0" anchor="ctr"/>
              <a:lstStyle/>
              <a:p>
                <a:endParaRPr lang="en-IN"/>
              </a:p>
            </p:txBody>
          </p:sp>
          <p:sp>
            <p:nvSpPr>
              <p:cNvPr id="84" name="Freeform: Shape 83">
                <a:extLst>
                  <a:ext uri="{FF2B5EF4-FFF2-40B4-BE49-F238E27FC236}">
                    <a16:creationId xmlns:a16="http://schemas.microsoft.com/office/drawing/2014/main" id="{674F7BF8-CCF7-863A-D314-5A5F61C72936}"/>
                  </a:ext>
                </a:extLst>
              </p:cNvPr>
              <p:cNvSpPr/>
              <p:nvPr/>
            </p:nvSpPr>
            <p:spPr>
              <a:xfrm rot="-10800000">
                <a:off x="5985836" y="6114036"/>
                <a:ext cx="13589" cy="111613"/>
              </a:xfrm>
              <a:custGeom>
                <a:avLst/>
                <a:gdLst>
                  <a:gd name="connsiteX0" fmla="*/ 0 w 13589"/>
                  <a:gd name="connsiteY0" fmla="*/ 0 h 111613"/>
                  <a:gd name="connsiteX1" fmla="*/ 13589 w 13589"/>
                  <a:gd name="connsiteY1" fmla="*/ 0 h 111613"/>
                  <a:gd name="connsiteX2" fmla="*/ 13589 w 13589"/>
                  <a:gd name="connsiteY2" fmla="*/ 111614 h 111613"/>
                  <a:gd name="connsiteX3" fmla="*/ 0 w 13589"/>
                  <a:gd name="connsiteY3" fmla="*/ 111614 h 111613"/>
                </a:gdLst>
                <a:ahLst/>
                <a:cxnLst>
                  <a:cxn ang="0">
                    <a:pos x="connsiteX0" y="connsiteY0"/>
                  </a:cxn>
                  <a:cxn ang="0">
                    <a:pos x="connsiteX1" y="connsiteY1"/>
                  </a:cxn>
                  <a:cxn ang="0">
                    <a:pos x="connsiteX2" y="connsiteY2"/>
                  </a:cxn>
                  <a:cxn ang="0">
                    <a:pos x="connsiteX3" y="connsiteY3"/>
                  </a:cxn>
                </a:cxnLst>
                <a:rect l="l" t="t" r="r" b="b"/>
                <a:pathLst>
                  <a:path w="13589" h="111613">
                    <a:moveTo>
                      <a:pt x="0" y="0"/>
                    </a:moveTo>
                    <a:lnTo>
                      <a:pt x="13589" y="0"/>
                    </a:lnTo>
                    <a:lnTo>
                      <a:pt x="13589" y="111614"/>
                    </a:lnTo>
                    <a:lnTo>
                      <a:pt x="0" y="111614"/>
                    </a:lnTo>
                    <a:close/>
                  </a:path>
                </a:pathLst>
              </a:custGeom>
              <a:solidFill>
                <a:srgbClr val="FFFFFF"/>
              </a:solidFill>
              <a:ln w="7634" cap="flat">
                <a:noFill/>
                <a:prstDash val="solid"/>
                <a:miter/>
              </a:ln>
            </p:spPr>
            <p:txBody>
              <a:bodyPr rtlCol="0" anchor="ctr"/>
              <a:lstStyle/>
              <a:p>
                <a:endParaRPr lang="en-IN"/>
              </a:p>
            </p:txBody>
          </p:sp>
        </p:grpSp>
      </p:grpSp>
      <p:grpSp>
        <p:nvGrpSpPr>
          <p:cNvPr id="85" name="Graphic 22">
            <a:extLst>
              <a:ext uri="{FF2B5EF4-FFF2-40B4-BE49-F238E27FC236}">
                <a16:creationId xmlns:a16="http://schemas.microsoft.com/office/drawing/2014/main" id="{75A6F947-34A7-B505-AECD-F18055A09AC0}"/>
              </a:ext>
            </a:extLst>
          </p:cNvPr>
          <p:cNvGrpSpPr/>
          <p:nvPr/>
        </p:nvGrpSpPr>
        <p:grpSpPr>
          <a:xfrm>
            <a:off x="7404920" y="6042663"/>
            <a:ext cx="185055" cy="193980"/>
            <a:chOff x="6925086" y="6122815"/>
            <a:chExt cx="125050" cy="131081"/>
          </a:xfrm>
          <a:solidFill>
            <a:srgbClr val="1ED760"/>
          </a:solidFill>
        </p:grpSpPr>
        <p:sp>
          <p:nvSpPr>
            <p:cNvPr id="86" name="Freeform: Shape 85">
              <a:extLst>
                <a:ext uri="{FF2B5EF4-FFF2-40B4-BE49-F238E27FC236}">
                  <a16:creationId xmlns:a16="http://schemas.microsoft.com/office/drawing/2014/main" id="{F82F4295-6748-7BAE-3891-742E07A0DB21}"/>
                </a:ext>
              </a:extLst>
            </p:cNvPr>
            <p:cNvSpPr/>
            <p:nvPr/>
          </p:nvSpPr>
          <p:spPr>
            <a:xfrm>
              <a:off x="6925086" y="6122815"/>
              <a:ext cx="125050" cy="110621"/>
            </a:xfrm>
            <a:custGeom>
              <a:avLst/>
              <a:gdLst>
                <a:gd name="connsiteX0" fmla="*/ 94742 w 125050"/>
                <a:gd name="connsiteY0" fmla="*/ 0 h 110621"/>
                <a:gd name="connsiteX1" fmla="*/ 30308 w 125050"/>
                <a:gd name="connsiteY1" fmla="*/ 0 h 110621"/>
                <a:gd name="connsiteX2" fmla="*/ 0 w 125050"/>
                <a:gd name="connsiteY2" fmla="*/ 30308 h 110621"/>
                <a:gd name="connsiteX3" fmla="*/ 0 w 125050"/>
                <a:gd name="connsiteY3" fmla="*/ 64892 h 110621"/>
                <a:gd name="connsiteX4" fmla="*/ 30308 w 125050"/>
                <a:gd name="connsiteY4" fmla="*/ 95200 h 110621"/>
                <a:gd name="connsiteX5" fmla="*/ 45424 w 125050"/>
                <a:gd name="connsiteY5" fmla="*/ 95200 h 110621"/>
                <a:gd name="connsiteX6" fmla="*/ 49165 w 125050"/>
                <a:gd name="connsiteY6" fmla="*/ 91459 h 110621"/>
                <a:gd name="connsiteX7" fmla="*/ 45424 w 125050"/>
                <a:gd name="connsiteY7" fmla="*/ 87718 h 110621"/>
                <a:gd name="connsiteX8" fmla="*/ 30308 w 125050"/>
                <a:gd name="connsiteY8" fmla="*/ 87718 h 110621"/>
                <a:gd name="connsiteX9" fmla="*/ 7482 w 125050"/>
                <a:gd name="connsiteY9" fmla="*/ 64892 h 110621"/>
                <a:gd name="connsiteX10" fmla="*/ 7482 w 125050"/>
                <a:gd name="connsiteY10" fmla="*/ 30308 h 110621"/>
                <a:gd name="connsiteX11" fmla="*/ 30308 w 125050"/>
                <a:gd name="connsiteY11" fmla="*/ 7482 h 110621"/>
                <a:gd name="connsiteX12" fmla="*/ 94742 w 125050"/>
                <a:gd name="connsiteY12" fmla="*/ 7482 h 110621"/>
                <a:gd name="connsiteX13" fmla="*/ 117569 w 125050"/>
                <a:gd name="connsiteY13" fmla="*/ 30308 h 110621"/>
                <a:gd name="connsiteX14" fmla="*/ 117569 w 125050"/>
                <a:gd name="connsiteY14" fmla="*/ 64892 h 110621"/>
                <a:gd name="connsiteX15" fmla="*/ 94742 w 125050"/>
                <a:gd name="connsiteY15" fmla="*/ 87718 h 110621"/>
                <a:gd name="connsiteX16" fmla="*/ 67335 w 125050"/>
                <a:gd name="connsiteY16" fmla="*/ 87718 h 110621"/>
                <a:gd name="connsiteX17" fmla="*/ 76343 w 125050"/>
                <a:gd name="connsiteY17" fmla="*/ 78710 h 110621"/>
                <a:gd name="connsiteX18" fmla="*/ 76343 w 125050"/>
                <a:gd name="connsiteY18" fmla="*/ 73366 h 110621"/>
                <a:gd name="connsiteX19" fmla="*/ 71000 w 125050"/>
                <a:gd name="connsiteY19" fmla="*/ 73366 h 110621"/>
                <a:gd name="connsiteX20" fmla="*/ 55578 w 125050"/>
                <a:gd name="connsiteY20" fmla="*/ 88787 h 110621"/>
                <a:gd name="connsiteX21" fmla="*/ 54509 w 125050"/>
                <a:gd name="connsiteY21" fmla="*/ 91459 h 110621"/>
                <a:gd name="connsiteX22" fmla="*/ 55578 w 125050"/>
                <a:gd name="connsiteY22" fmla="*/ 94131 h 110621"/>
                <a:gd name="connsiteX23" fmla="*/ 71000 w 125050"/>
                <a:gd name="connsiteY23" fmla="*/ 109552 h 110621"/>
                <a:gd name="connsiteX24" fmla="*/ 73671 w 125050"/>
                <a:gd name="connsiteY24" fmla="*/ 110621 h 110621"/>
                <a:gd name="connsiteX25" fmla="*/ 76343 w 125050"/>
                <a:gd name="connsiteY25" fmla="*/ 109552 h 110621"/>
                <a:gd name="connsiteX26" fmla="*/ 76343 w 125050"/>
                <a:gd name="connsiteY26" fmla="*/ 104208 h 110621"/>
                <a:gd name="connsiteX27" fmla="*/ 67335 w 125050"/>
                <a:gd name="connsiteY27" fmla="*/ 95200 h 110621"/>
                <a:gd name="connsiteX28" fmla="*/ 94742 w 125050"/>
                <a:gd name="connsiteY28" fmla="*/ 95200 h 110621"/>
                <a:gd name="connsiteX29" fmla="*/ 125050 w 125050"/>
                <a:gd name="connsiteY29" fmla="*/ 64892 h 110621"/>
                <a:gd name="connsiteX30" fmla="*/ 125050 w 125050"/>
                <a:gd name="connsiteY30" fmla="*/ 30308 h 110621"/>
                <a:gd name="connsiteX31" fmla="*/ 94742 w 125050"/>
                <a:gd name="connsiteY31" fmla="*/ 0 h 1106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25050" h="110621">
                  <a:moveTo>
                    <a:pt x="94742" y="0"/>
                  </a:moveTo>
                  <a:lnTo>
                    <a:pt x="30308" y="0"/>
                  </a:lnTo>
                  <a:cubicBezTo>
                    <a:pt x="13589" y="0"/>
                    <a:pt x="0" y="13589"/>
                    <a:pt x="0" y="30308"/>
                  </a:cubicBezTo>
                  <a:lnTo>
                    <a:pt x="0" y="64892"/>
                  </a:lnTo>
                  <a:cubicBezTo>
                    <a:pt x="0" y="81611"/>
                    <a:pt x="13589" y="95200"/>
                    <a:pt x="30308" y="95200"/>
                  </a:cubicBezTo>
                  <a:lnTo>
                    <a:pt x="45424" y="95200"/>
                  </a:lnTo>
                  <a:cubicBezTo>
                    <a:pt x="47486" y="95200"/>
                    <a:pt x="49165" y="93520"/>
                    <a:pt x="49165" y="91459"/>
                  </a:cubicBezTo>
                  <a:cubicBezTo>
                    <a:pt x="49165" y="89398"/>
                    <a:pt x="47486" y="87718"/>
                    <a:pt x="45424" y="87718"/>
                  </a:cubicBezTo>
                  <a:lnTo>
                    <a:pt x="30308" y="87718"/>
                  </a:lnTo>
                  <a:cubicBezTo>
                    <a:pt x="17712" y="87718"/>
                    <a:pt x="7482" y="77488"/>
                    <a:pt x="7482" y="64892"/>
                  </a:cubicBezTo>
                  <a:lnTo>
                    <a:pt x="7482" y="30308"/>
                  </a:lnTo>
                  <a:cubicBezTo>
                    <a:pt x="7482" y="17712"/>
                    <a:pt x="17712" y="7482"/>
                    <a:pt x="30308" y="7482"/>
                  </a:cubicBezTo>
                  <a:lnTo>
                    <a:pt x="94742" y="7482"/>
                  </a:lnTo>
                  <a:cubicBezTo>
                    <a:pt x="107338" y="7482"/>
                    <a:pt x="117569" y="17712"/>
                    <a:pt x="117569" y="30308"/>
                  </a:cubicBezTo>
                  <a:lnTo>
                    <a:pt x="117569" y="64892"/>
                  </a:lnTo>
                  <a:cubicBezTo>
                    <a:pt x="117569" y="77488"/>
                    <a:pt x="107338" y="87718"/>
                    <a:pt x="94742" y="87718"/>
                  </a:cubicBezTo>
                  <a:lnTo>
                    <a:pt x="67335" y="87718"/>
                  </a:lnTo>
                  <a:lnTo>
                    <a:pt x="76343" y="78710"/>
                  </a:lnTo>
                  <a:cubicBezTo>
                    <a:pt x="77794" y="77259"/>
                    <a:pt x="77794" y="74816"/>
                    <a:pt x="76343" y="73366"/>
                  </a:cubicBezTo>
                  <a:cubicBezTo>
                    <a:pt x="74893" y="71915"/>
                    <a:pt x="72450" y="71915"/>
                    <a:pt x="71000" y="73366"/>
                  </a:cubicBezTo>
                  <a:lnTo>
                    <a:pt x="55578" y="88787"/>
                  </a:lnTo>
                  <a:cubicBezTo>
                    <a:pt x="54891" y="89474"/>
                    <a:pt x="54509" y="90467"/>
                    <a:pt x="54509" y="91459"/>
                  </a:cubicBezTo>
                  <a:cubicBezTo>
                    <a:pt x="54509" y="92452"/>
                    <a:pt x="54891" y="93444"/>
                    <a:pt x="55578" y="94131"/>
                  </a:cubicBezTo>
                  <a:lnTo>
                    <a:pt x="71000" y="109552"/>
                  </a:lnTo>
                  <a:cubicBezTo>
                    <a:pt x="71763" y="110316"/>
                    <a:pt x="72679" y="110621"/>
                    <a:pt x="73671" y="110621"/>
                  </a:cubicBezTo>
                  <a:cubicBezTo>
                    <a:pt x="74664" y="110621"/>
                    <a:pt x="75580" y="110239"/>
                    <a:pt x="76343" y="109552"/>
                  </a:cubicBezTo>
                  <a:cubicBezTo>
                    <a:pt x="77794" y="108102"/>
                    <a:pt x="77794" y="105659"/>
                    <a:pt x="76343" y="104208"/>
                  </a:cubicBezTo>
                  <a:lnTo>
                    <a:pt x="67335" y="95200"/>
                  </a:lnTo>
                  <a:lnTo>
                    <a:pt x="94742" y="95200"/>
                  </a:lnTo>
                  <a:cubicBezTo>
                    <a:pt x="111461" y="95200"/>
                    <a:pt x="125050" y="81611"/>
                    <a:pt x="125050" y="64892"/>
                  </a:cubicBezTo>
                  <a:lnTo>
                    <a:pt x="125050" y="30308"/>
                  </a:lnTo>
                  <a:cubicBezTo>
                    <a:pt x="125050" y="13589"/>
                    <a:pt x="111461" y="0"/>
                    <a:pt x="94742" y="0"/>
                  </a:cubicBezTo>
                  <a:close/>
                </a:path>
              </a:pathLst>
            </a:custGeom>
            <a:solidFill>
              <a:srgbClr val="1ED760"/>
            </a:solidFill>
            <a:ln w="7634" cap="flat">
              <a:noFill/>
              <a:prstDash val="solid"/>
              <a:miter/>
            </a:ln>
          </p:spPr>
          <p:txBody>
            <a:bodyPr rtlCol="0" anchor="ctr"/>
            <a:lstStyle/>
            <a:p>
              <a:endParaRPr lang="en-IN"/>
            </a:p>
          </p:txBody>
        </p:sp>
        <p:sp>
          <p:nvSpPr>
            <p:cNvPr id="87" name="Freeform: Shape 86">
              <a:extLst>
                <a:ext uri="{FF2B5EF4-FFF2-40B4-BE49-F238E27FC236}">
                  <a16:creationId xmlns:a16="http://schemas.microsoft.com/office/drawing/2014/main" id="{5F0FD274-33A7-CE2B-CCB1-2CCF4AB0D52E}"/>
                </a:ext>
              </a:extLst>
            </p:cNvPr>
            <p:cNvSpPr/>
            <p:nvPr/>
          </p:nvSpPr>
          <p:spPr>
            <a:xfrm>
              <a:off x="6987611" y="6243514"/>
              <a:ext cx="10382" cy="10382"/>
            </a:xfrm>
            <a:custGeom>
              <a:avLst/>
              <a:gdLst>
                <a:gd name="connsiteX0" fmla="*/ 10383 w 10382"/>
                <a:gd name="connsiteY0" fmla="*/ 5191 h 10382"/>
                <a:gd name="connsiteX1" fmla="*/ 5192 w 10382"/>
                <a:gd name="connsiteY1" fmla="*/ 10383 h 10382"/>
                <a:gd name="connsiteX2" fmla="*/ 0 w 10382"/>
                <a:gd name="connsiteY2" fmla="*/ 5191 h 10382"/>
                <a:gd name="connsiteX3" fmla="*/ 5192 w 10382"/>
                <a:gd name="connsiteY3" fmla="*/ 0 h 10382"/>
                <a:gd name="connsiteX4" fmla="*/ 10383 w 10382"/>
                <a:gd name="connsiteY4" fmla="*/ 5191 h 103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82" h="10382">
                  <a:moveTo>
                    <a:pt x="10383" y="5191"/>
                  </a:moveTo>
                  <a:cubicBezTo>
                    <a:pt x="10383" y="8058"/>
                    <a:pt x="8059" y="10383"/>
                    <a:pt x="5192" y="10383"/>
                  </a:cubicBezTo>
                  <a:cubicBezTo>
                    <a:pt x="2325" y="10383"/>
                    <a:pt x="0" y="8058"/>
                    <a:pt x="0" y="5191"/>
                  </a:cubicBezTo>
                  <a:cubicBezTo>
                    <a:pt x="0" y="2324"/>
                    <a:pt x="2325" y="0"/>
                    <a:pt x="5192" y="0"/>
                  </a:cubicBezTo>
                  <a:cubicBezTo>
                    <a:pt x="8059" y="0"/>
                    <a:pt x="10383" y="2324"/>
                    <a:pt x="10383" y="5191"/>
                  </a:cubicBezTo>
                  <a:close/>
                </a:path>
              </a:pathLst>
            </a:custGeom>
            <a:solidFill>
              <a:srgbClr val="1ED760"/>
            </a:solidFill>
            <a:ln w="7634" cap="flat">
              <a:noFill/>
              <a:prstDash val="solid"/>
              <a:miter/>
            </a:ln>
          </p:spPr>
          <p:txBody>
            <a:bodyPr rtlCol="0" anchor="ctr"/>
            <a:lstStyle/>
            <a:p>
              <a:endParaRPr lang="en-IN"/>
            </a:p>
          </p:txBody>
        </p:sp>
      </p:grpSp>
      <p:grpSp>
        <p:nvGrpSpPr>
          <p:cNvPr id="89" name="Graphic 22">
            <a:extLst>
              <a:ext uri="{FF2B5EF4-FFF2-40B4-BE49-F238E27FC236}">
                <a16:creationId xmlns:a16="http://schemas.microsoft.com/office/drawing/2014/main" id="{7DC1B064-751F-B5D5-AE98-3B9EB6F09434}"/>
              </a:ext>
            </a:extLst>
          </p:cNvPr>
          <p:cNvGrpSpPr/>
          <p:nvPr/>
        </p:nvGrpSpPr>
        <p:grpSpPr>
          <a:xfrm>
            <a:off x="5437903" y="6041514"/>
            <a:ext cx="177618" cy="141560"/>
            <a:chOff x="5595881" y="6122039"/>
            <a:chExt cx="120025" cy="95659"/>
          </a:xfrm>
          <a:solidFill>
            <a:srgbClr val="FFFFFF"/>
          </a:solidFill>
        </p:grpSpPr>
        <p:sp>
          <p:nvSpPr>
            <p:cNvPr id="90" name="Freeform: Shape 89">
              <a:extLst>
                <a:ext uri="{FF2B5EF4-FFF2-40B4-BE49-F238E27FC236}">
                  <a16:creationId xmlns:a16="http://schemas.microsoft.com/office/drawing/2014/main" id="{BE241937-8072-325C-B04D-3DAFE807D00F}"/>
                </a:ext>
              </a:extLst>
            </p:cNvPr>
            <p:cNvSpPr/>
            <p:nvPr/>
          </p:nvSpPr>
          <p:spPr>
            <a:xfrm>
              <a:off x="5595881" y="6133630"/>
              <a:ext cx="120025" cy="84068"/>
            </a:xfrm>
            <a:custGeom>
              <a:avLst/>
              <a:gdLst>
                <a:gd name="connsiteX0" fmla="*/ 99470 w 120025"/>
                <a:gd name="connsiteY0" fmla="*/ 60184 h 84068"/>
                <a:gd name="connsiteX1" fmla="*/ 96188 w 120025"/>
                <a:gd name="connsiteY1" fmla="*/ 55527 h 84068"/>
                <a:gd name="connsiteX2" fmla="*/ 98936 w 120025"/>
                <a:gd name="connsiteY2" fmla="*/ 49114 h 84068"/>
                <a:gd name="connsiteX3" fmla="*/ 105883 w 120025"/>
                <a:gd name="connsiteY3" fmla="*/ 49649 h 84068"/>
                <a:gd name="connsiteX4" fmla="*/ 118480 w 120025"/>
                <a:gd name="connsiteY4" fmla="*/ 62245 h 84068"/>
                <a:gd name="connsiteX5" fmla="*/ 118480 w 120025"/>
                <a:gd name="connsiteY5" fmla="*/ 70032 h 84068"/>
                <a:gd name="connsiteX6" fmla="*/ 105959 w 120025"/>
                <a:gd name="connsiteY6" fmla="*/ 82552 h 84068"/>
                <a:gd name="connsiteX7" fmla="*/ 97867 w 120025"/>
                <a:gd name="connsiteY7" fmla="*/ 82247 h 84068"/>
                <a:gd name="connsiteX8" fmla="*/ 97562 w 120025"/>
                <a:gd name="connsiteY8" fmla="*/ 74078 h 84068"/>
                <a:gd name="connsiteX9" fmla="*/ 99394 w 120025"/>
                <a:gd name="connsiteY9" fmla="*/ 72399 h 84068"/>
                <a:gd name="connsiteX10" fmla="*/ 99241 w 120025"/>
                <a:gd name="connsiteY10" fmla="*/ 72017 h 84068"/>
                <a:gd name="connsiteX11" fmla="*/ 92599 w 120025"/>
                <a:gd name="connsiteY11" fmla="*/ 72017 h 84068"/>
                <a:gd name="connsiteX12" fmla="*/ 79010 w 120025"/>
                <a:gd name="connsiteY12" fmla="*/ 67818 h 84068"/>
                <a:gd name="connsiteX13" fmla="*/ 73513 w 120025"/>
                <a:gd name="connsiteY13" fmla="*/ 62627 h 84068"/>
                <a:gd name="connsiteX14" fmla="*/ 37250 w 120025"/>
                <a:gd name="connsiteY14" fmla="*/ 17203 h 84068"/>
                <a:gd name="connsiteX15" fmla="*/ 26715 w 120025"/>
                <a:gd name="connsiteY15" fmla="*/ 12088 h 84068"/>
                <a:gd name="connsiteX16" fmla="*/ 6331 w 120025"/>
                <a:gd name="connsiteY16" fmla="*/ 12088 h 84068"/>
                <a:gd name="connsiteX17" fmla="*/ 376 w 120025"/>
                <a:gd name="connsiteY17" fmla="*/ 4072 h 84068"/>
                <a:gd name="connsiteX18" fmla="*/ 5797 w 120025"/>
                <a:gd name="connsiteY18" fmla="*/ 102 h 84068"/>
                <a:gd name="connsiteX19" fmla="*/ 28700 w 120025"/>
                <a:gd name="connsiteY19" fmla="*/ 102 h 84068"/>
                <a:gd name="connsiteX20" fmla="*/ 45496 w 120025"/>
                <a:gd name="connsiteY20" fmla="*/ 8423 h 84068"/>
                <a:gd name="connsiteX21" fmla="*/ 73590 w 120025"/>
                <a:gd name="connsiteY21" fmla="*/ 43465 h 84068"/>
                <a:gd name="connsiteX22" fmla="*/ 82903 w 120025"/>
                <a:gd name="connsiteY22" fmla="*/ 55069 h 84068"/>
                <a:gd name="connsiteX23" fmla="*/ 92752 w 120025"/>
                <a:gd name="connsiteY23" fmla="*/ 59878 h 84068"/>
                <a:gd name="connsiteX24" fmla="*/ 99394 w 120025"/>
                <a:gd name="connsiteY24" fmla="*/ 59878 h 84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0025" h="84068">
                  <a:moveTo>
                    <a:pt x="99470" y="60184"/>
                  </a:moveTo>
                  <a:cubicBezTo>
                    <a:pt x="98020" y="58657"/>
                    <a:pt x="96569" y="57512"/>
                    <a:pt x="96188" y="55527"/>
                  </a:cubicBezTo>
                  <a:cubicBezTo>
                    <a:pt x="95729" y="53008"/>
                    <a:pt x="96721" y="50488"/>
                    <a:pt x="98936" y="49114"/>
                  </a:cubicBezTo>
                  <a:cubicBezTo>
                    <a:pt x="101150" y="47816"/>
                    <a:pt x="103974" y="47893"/>
                    <a:pt x="105883" y="49649"/>
                  </a:cubicBezTo>
                  <a:cubicBezTo>
                    <a:pt x="110158" y="53771"/>
                    <a:pt x="114357" y="57970"/>
                    <a:pt x="118480" y="62245"/>
                  </a:cubicBezTo>
                  <a:cubicBezTo>
                    <a:pt x="120541" y="64383"/>
                    <a:pt x="120541" y="67895"/>
                    <a:pt x="118480" y="70032"/>
                  </a:cubicBezTo>
                  <a:cubicBezTo>
                    <a:pt x="114357" y="74307"/>
                    <a:pt x="110234" y="78430"/>
                    <a:pt x="105959" y="82552"/>
                  </a:cubicBezTo>
                  <a:cubicBezTo>
                    <a:pt x="103669" y="84766"/>
                    <a:pt x="100005" y="84461"/>
                    <a:pt x="97867" y="82247"/>
                  </a:cubicBezTo>
                  <a:cubicBezTo>
                    <a:pt x="95653" y="80033"/>
                    <a:pt x="95500" y="76521"/>
                    <a:pt x="97562" y="74078"/>
                  </a:cubicBezTo>
                  <a:cubicBezTo>
                    <a:pt x="98096" y="73468"/>
                    <a:pt x="98783" y="72933"/>
                    <a:pt x="99394" y="72399"/>
                  </a:cubicBezTo>
                  <a:cubicBezTo>
                    <a:pt x="99394" y="72246"/>
                    <a:pt x="99317" y="72170"/>
                    <a:pt x="99241" y="72017"/>
                  </a:cubicBezTo>
                  <a:cubicBezTo>
                    <a:pt x="97027" y="72017"/>
                    <a:pt x="94813" y="72017"/>
                    <a:pt x="92599" y="72017"/>
                  </a:cubicBezTo>
                  <a:cubicBezTo>
                    <a:pt x="87637" y="72017"/>
                    <a:pt x="83133" y="70567"/>
                    <a:pt x="79010" y="67818"/>
                  </a:cubicBezTo>
                  <a:cubicBezTo>
                    <a:pt x="76872" y="66368"/>
                    <a:pt x="75117" y="64612"/>
                    <a:pt x="73513" y="62627"/>
                  </a:cubicBezTo>
                  <a:cubicBezTo>
                    <a:pt x="61451" y="47511"/>
                    <a:pt x="49313" y="32395"/>
                    <a:pt x="37250" y="17203"/>
                  </a:cubicBezTo>
                  <a:cubicBezTo>
                    <a:pt x="34502" y="13767"/>
                    <a:pt x="31143" y="12011"/>
                    <a:pt x="26715" y="12088"/>
                  </a:cubicBezTo>
                  <a:cubicBezTo>
                    <a:pt x="19920" y="12088"/>
                    <a:pt x="13126" y="12088"/>
                    <a:pt x="6331" y="12088"/>
                  </a:cubicBezTo>
                  <a:cubicBezTo>
                    <a:pt x="1827" y="12088"/>
                    <a:pt x="-1074" y="8041"/>
                    <a:pt x="376" y="4072"/>
                  </a:cubicBezTo>
                  <a:cubicBezTo>
                    <a:pt x="1217" y="1781"/>
                    <a:pt x="3354" y="102"/>
                    <a:pt x="5797" y="102"/>
                  </a:cubicBezTo>
                  <a:cubicBezTo>
                    <a:pt x="13431" y="102"/>
                    <a:pt x="21066" y="-127"/>
                    <a:pt x="28700" y="102"/>
                  </a:cubicBezTo>
                  <a:cubicBezTo>
                    <a:pt x="35495" y="331"/>
                    <a:pt x="41220" y="3156"/>
                    <a:pt x="45496" y="8423"/>
                  </a:cubicBezTo>
                  <a:cubicBezTo>
                    <a:pt x="54962" y="20027"/>
                    <a:pt x="64276" y="31784"/>
                    <a:pt x="73590" y="43465"/>
                  </a:cubicBezTo>
                  <a:cubicBezTo>
                    <a:pt x="76720" y="47358"/>
                    <a:pt x="79774" y="51175"/>
                    <a:pt x="82903" y="55069"/>
                  </a:cubicBezTo>
                  <a:cubicBezTo>
                    <a:pt x="85423" y="58199"/>
                    <a:pt x="88629" y="59878"/>
                    <a:pt x="92752" y="59878"/>
                  </a:cubicBezTo>
                  <a:cubicBezTo>
                    <a:pt x="94889" y="59878"/>
                    <a:pt x="96951" y="59878"/>
                    <a:pt x="99394" y="59878"/>
                  </a:cubicBezTo>
                  <a:close/>
                </a:path>
              </a:pathLst>
            </a:custGeom>
            <a:solidFill>
              <a:srgbClr val="FFFFFF"/>
            </a:solidFill>
            <a:ln w="7634" cap="flat">
              <a:noFill/>
              <a:prstDash val="solid"/>
              <a:miter/>
            </a:ln>
          </p:spPr>
          <p:txBody>
            <a:bodyPr rtlCol="0" anchor="ctr"/>
            <a:lstStyle/>
            <a:p>
              <a:endParaRPr lang="en-IN"/>
            </a:p>
          </p:txBody>
        </p:sp>
        <p:sp>
          <p:nvSpPr>
            <p:cNvPr id="91" name="Freeform: Shape 90">
              <a:extLst>
                <a:ext uri="{FF2B5EF4-FFF2-40B4-BE49-F238E27FC236}">
                  <a16:creationId xmlns:a16="http://schemas.microsoft.com/office/drawing/2014/main" id="{AC4129C7-212D-CCEB-EB86-B8D60EA8A790}"/>
                </a:ext>
              </a:extLst>
            </p:cNvPr>
            <p:cNvSpPr/>
            <p:nvPr/>
          </p:nvSpPr>
          <p:spPr>
            <a:xfrm>
              <a:off x="5661751" y="6122039"/>
              <a:ext cx="54079" cy="38845"/>
            </a:xfrm>
            <a:custGeom>
              <a:avLst/>
              <a:gdLst>
                <a:gd name="connsiteX0" fmla="*/ 33217 w 54079"/>
                <a:gd name="connsiteY0" fmla="*/ 23832 h 38845"/>
                <a:gd name="connsiteX1" fmla="*/ 24591 w 54079"/>
                <a:gd name="connsiteY1" fmla="*/ 24061 h 38845"/>
                <a:gd name="connsiteX2" fmla="*/ 17033 w 54079"/>
                <a:gd name="connsiteY2" fmla="*/ 28718 h 38845"/>
                <a:gd name="connsiteX3" fmla="*/ 10773 w 54079"/>
                <a:gd name="connsiteY3" fmla="*/ 36505 h 38845"/>
                <a:gd name="connsiteX4" fmla="*/ 4360 w 54079"/>
                <a:gd name="connsiteY4" fmla="*/ 38566 h 38845"/>
                <a:gd name="connsiteX5" fmla="*/ 85 w 54079"/>
                <a:gd name="connsiteY5" fmla="*/ 33527 h 38845"/>
                <a:gd name="connsiteX6" fmla="*/ 848 w 54079"/>
                <a:gd name="connsiteY6" fmla="*/ 29939 h 38845"/>
                <a:gd name="connsiteX7" fmla="*/ 11231 w 54079"/>
                <a:gd name="connsiteY7" fmla="*/ 17572 h 38845"/>
                <a:gd name="connsiteX8" fmla="*/ 26500 w 54079"/>
                <a:gd name="connsiteY8" fmla="*/ 11922 h 38845"/>
                <a:gd name="connsiteX9" fmla="*/ 33447 w 54079"/>
                <a:gd name="connsiteY9" fmla="*/ 11617 h 38845"/>
                <a:gd name="connsiteX10" fmla="*/ 31767 w 54079"/>
                <a:gd name="connsiteY10" fmla="*/ 10090 h 38845"/>
                <a:gd name="connsiteX11" fmla="*/ 31920 w 54079"/>
                <a:gd name="connsiteY11" fmla="*/ 1768 h 38845"/>
                <a:gd name="connsiteX12" fmla="*/ 40165 w 54079"/>
                <a:gd name="connsiteY12" fmla="*/ 1616 h 38845"/>
                <a:gd name="connsiteX13" fmla="*/ 52456 w 54079"/>
                <a:gd name="connsiteY13" fmla="*/ 13907 h 38845"/>
                <a:gd name="connsiteX14" fmla="*/ 52380 w 54079"/>
                <a:gd name="connsiteY14" fmla="*/ 21999 h 38845"/>
                <a:gd name="connsiteX15" fmla="*/ 40089 w 54079"/>
                <a:gd name="connsiteY15" fmla="*/ 34291 h 38845"/>
                <a:gd name="connsiteX16" fmla="*/ 31767 w 54079"/>
                <a:gd name="connsiteY16" fmla="*/ 34138 h 38845"/>
                <a:gd name="connsiteX17" fmla="*/ 31767 w 54079"/>
                <a:gd name="connsiteY17" fmla="*/ 25817 h 38845"/>
                <a:gd name="connsiteX18" fmla="*/ 33370 w 54079"/>
                <a:gd name="connsiteY18" fmla="*/ 24290 h 38845"/>
                <a:gd name="connsiteX19" fmla="*/ 33294 w 54079"/>
                <a:gd name="connsiteY19" fmla="*/ 23908 h 38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4079" h="38845">
                  <a:moveTo>
                    <a:pt x="33217" y="23832"/>
                  </a:moveTo>
                  <a:cubicBezTo>
                    <a:pt x="30317" y="23908"/>
                    <a:pt x="27416" y="23603"/>
                    <a:pt x="24591" y="24061"/>
                  </a:cubicBezTo>
                  <a:cubicBezTo>
                    <a:pt x="21461" y="24519"/>
                    <a:pt x="19018" y="26275"/>
                    <a:pt x="17033" y="28718"/>
                  </a:cubicBezTo>
                  <a:cubicBezTo>
                    <a:pt x="14972" y="31313"/>
                    <a:pt x="12910" y="33909"/>
                    <a:pt x="10773" y="36505"/>
                  </a:cubicBezTo>
                  <a:cubicBezTo>
                    <a:pt x="9093" y="38490"/>
                    <a:pt x="6956" y="39329"/>
                    <a:pt x="4360" y="38566"/>
                  </a:cubicBezTo>
                  <a:cubicBezTo>
                    <a:pt x="1841" y="37802"/>
                    <a:pt x="466" y="36047"/>
                    <a:pt x="85" y="33527"/>
                  </a:cubicBezTo>
                  <a:cubicBezTo>
                    <a:pt x="-144" y="32229"/>
                    <a:pt x="85" y="30932"/>
                    <a:pt x="848" y="29939"/>
                  </a:cubicBezTo>
                  <a:cubicBezTo>
                    <a:pt x="4131" y="25664"/>
                    <a:pt x="7108" y="21160"/>
                    <a:pt x="11231" y="17572"/>
                  </a:cubicBezTo>
                  <a:cubicBezTo>
                    <a:pt x="15582" y="13754"/>
                    <a:pt x="20774" y="11922"/>
                    <a:pt x="26500" y="11922"/>
                  </a:cubicBezTo>
                  <a:cubicBezTo>
                    <a:pt x="28714" y="11922"/>
                    <a:pt x="31004" y="11922"/>
                    <a:pt x="33447" y="11617"/>
                  </a:cubicBezTo>
                  <a:cubicBezTo>
                    <a:pt x="32912" y="11082"/>
                    <a:pt x="32301" y="10624"/>
                    <a:pt x="31767" y="10090"/>
                  </a:cubicBezTo>
                  <a:cubicBezTo>
                    <a:pt x="29477" y="7647"/>
                    <a:pt x="29553" y="4059"/>
                    <a:pt x="31920" y="1768"/>
                  </a:cubicBezTo>
                  <a:cubicBezTo>
                    <a:pt x="34134" y="-445"/>
                    <a:pt x="37798" y="-675"/>
                    <a:pt x="40165" y="1616"/>
                  </a:cubicBezTo>
                  <a:cubicBezTo>
                    <a:pt x="44364" y="5662"/>
                    <a:pt x="48410" y="9785"/>
                    <a:pt x="52456" y="13907"/>
                  </a:cubicBezTo>
                  <a:cubicBezTo>
                    <a:pt x="54670" y="16197"/>
                    <a:pt x="54594" y="19709"/>
                    <a:pt x="52380" y="21999"/>
                  </a:cubicBezTo>
                  <a:cubicBezTo>
                    <a:pt x="48334" y="26122"/>
                    <a:pt x="44211" y="30244"/>
                    <a:pt x="40089" y="34291"/>
                  </a:cubicBezTo>
                  <a:cubicBezTo>
                    <a:pt x="37722" y="36581"/>
                    <a:pt x="33981" y="36428"/>
                    <a:pt x="31767" y="34138"/>
                  </a:cubicBezTo>
                  <a:cubicBezTo>
                    <a:pt x="29477" y="31848"/>
                    <a:pt x="29477" y="28183"/>
                    <a:pt x="31767" y="25817"/>
                  </a:cubicBezTo>
                  <a:cubicBezTo>
                    <a:pt x="32301" y="25282"/>
                    <a:pt x="32836" y="24824"/>
                    <a:pt x="33370" y="24290"/>
                  </a:cubicBezTo>
                  <a:cubicBezTo>
                    <a:pt x="33370" y="24137"/>
                    <a:pt x="33370" y="24061"/>
                    <a:pt x="33294" y="23908"/>
                  </a:cubicBezTo>
                  <a:close/>
                </a:path>
              </a:pathLst>
            </a:custGeom>
            <a:solidFill>
              <a:srgbClr val="FFFFFF"/>
            </a:solidFill>
            <a:ln w="7634" cap="flat">
              <a:noFill/>
              <a:prstDash val="solid"/>
              <a:miter/>
            </a:ln>
          </p:spPr>
          <p:txBody>
            <a:bodyPr rtlCol="0" anchor="ctr"/>
            <a:lstStyle/>
            <a:p>
              <a:endParaRPr lang="en-IN"/>
            </a:p>
          </p:txBody>
        </p:sp>
        <p:sp>
          <p:nvSpPr>
            <p:cNvPr id="93" name="Freeform: Shape 92">
              <a:extLst>
                <a:ext uri="{FF2B5EF4-FFF2-40B4-BE49-F238E27FC236}">
                  <a16:creationId xmlns:a16="http://schemas.microsoft.com/office/drawing/2014/main" id="{6AC81830-D74D-B6E1-131C-224BB938C8D3}"/>
                </a:ext>
              </a:extLst>
            </p:cNvPr>
            <p:cNvSpPr/>
            <p:nvPr/>
          </p:nvSpPr>
          <p:spPr>
            <a:xfrm>
              <a:off x="5596028" y="6178543"/>
              <a:ext cx="53998" cy="27257"/>
            </a:xfrm>
            <a:custGeom>
              <a:avLst/>
              <a:gdLst>
                <a:gd name="connsiteX0" fmla="*/ 17254 w 53998"/>
                <a:gd name="connsiteY0" fmla="*/ 27257 h 27257"/>
                <a:gd name="connsiteX1" fmla="*/ 6337 w 53998"/>
                <a:gd name="connsiteY1" fmla="*/ 27257 h 27257"/>
                <a:gd name="connsiteX2" fmla="*/ 0 w 53998"/>
                <a:gd name="connsiteY2" fmla="*/ 21226 h 27257"/>
                <a:gd name="connsiteX3" fmla="*/ 6413 w 53998"/>
                <a:gd name="connsiteY3" fmla="*/ 15195 h 27257"/>
                <a:gd name="connsiteX4" fmla="*/ 26338 w 53998"/>
                <a:gd name="connsiteY4" fmla="*/ 15195 h 27257"/>
                <a:gd name="connsiteX5" fmla="*/ 37332 w 53998"/>
                <a:gd name="connsiteY5" fmla="*/ 9851 h 27257"/>
                <a:gd name="connsiteX6" fmla="*/ 43592 w 53998"/>
                <a:gd name="connsiteY6" fmla="*/ 2064 h 27257"/>
                <a:gd name="connsiteX7" fmla="*/ 50463 w 53998"/>
                <a:gd name="connsiteY7" fmla="*/ 537 h 27257"/>
                <a:gd name="connsiteX8" fmla="*/ 53975 w 53998"/>
                <a:gd name="connsiteY8" fmla="*/ 6568 h 27257"/>
                <a:gd name="connsiteX9" fmla="*/ 52676 w 53998"/>
                <a:gd name="connsiteY9" fmla="*/ 9775 h 27257"/>
                <a:gd name="connsiteX10" fmla="*/ 45348 w 53998"/>
                <a:gd name="connsiteY10" fmla="*/ 18860 h 27257"/>
                <a:gd name="connsiteX11" fmla="*/ 27636 w 53998"/>
                <a:gd name="connsiteY11" fmla="*/ 27181 h 27257"/>
                <a:gd name="connsiteX12" fmla="*/ 17254 w 53998"/>
                <a:gd name="connsiteY12" fmla="*/ 27181 h 27257"/>
                <a:gd name="connsiteX13" fmla="*/ 17254 w 53998"/>
                <a:gd name="connsiteY13" fmla="*/ 27181 h 272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3998" h="27257">
                  <a:moveTo>
                    <a:pt x="17254" y="27257"/>
                  </a:moveTo>
                  <a:cubicBezTo>
                    <a:pt x="13589" y="27257"/>
                    <a:pt x="9925" y="27257"/>
                    <a:pt x="6337" y="27257"/>
                  </a:cubicBezTo>
                  <a:cubicBezTo>
                    <a:pt x="2595" y="27257"/>
                    <a:pt x="0" y="24738"/>
                    <a:pt x="0" y="21226"/>
                  </a:cubicBezTo>
                  <a:cubicBezTo>
                    <a:pt x="0" y="17714"/>
                    <a:pt x="2595" y="15271"/>
                    <a:pt x="6413" y="15195"/>
                  </a:cubicBezTo>
                  <a:cubicBezTo>
                    <a:pt x="13054" y="15195"/>
                    <a:pt x="19697" y="15119"/>
                    <a:pt x="26338" y="15195"/>
                  </a:cubicBezTo>
                  <a:cubicBezTo>
                    <a:pt x="30995" y="15195"/>
                    <a:pt x="34583" y="13516"/>
                    <a:pt x="37332" y="9851"/>
                  </a:cubicBezTo>
                  <a:cubicBezTo>
                    <a:pt x="39316" y="7179"/>
                    <a:pt x="41454" y="4583"/>
                    <a:pt x="43592" y="2064"/>
                  </a:cubicBezTo>
                  <a:cubicBezTo>
                    <a:pt x="45348" y="3"/>
                    <a:pt x="48096" y="-532"/>
                    <a:pt x="50463" y="537"/>
                  </a:cubicBezTo>
                  <a:cubicBezTo>
                    <a:pt x="52753" y="1606"/>
                    <a:pt x="54203" y="3896"/>
                    <a:pt x="53975" y="6568"/>
                  </a:cubicBezTo>
                  <a:cubicBezTo>
                    <a:pt x="53898" y="7790"/>
                    <a:pt x="53440" y="8859"/>
                    <a:pt x="52676" y="9775"/>
                  </a:cubicBezTo>
                  <a:cubicBezTo>
                    <a:pt x="50234" y="12829"/>
                    <a:pt x="47867" y="15882"/>
                    <a:pt x="45348" y="18860"/>
                  </a:cubicBezTo>
                  <a:cubicBezTo>
                    <a:pt x="40691" y="24280"/>
                    <a:pt x="34736" y="27028"/>
                    <a:pt x="27636" y="27181"/>
                  </a:cubicBezTo>
                  <a:cubicBezTo>
                    <a:pt x="24201" y="27257"/>
                    <a:pt x="20689" y="27181"/>
                    <a:pt x="17254" y="27181"/>
                  </a:cubicBezTo>
                  <a:lnTo>
                    <a:pt x="17254" y="27181"/>
                  </a:lnTo>
                  <a:close/>
                </a:path>
              </a:pathLst>
            </a:custGeom>
            <a:solidFill>
              <a:srgbClr val="FFFFFF"/>
            </a:solidFill>
            <a:ln w="7634" cap="flat">
              <a:noFill/>
              <a:prstDash val="solid"/>
              <a:miter/>
            </a:ln>
          </p:spPr>
          <p:txBody>
            <a:bodyPr rtlCol="0" anchor="ctr"/>
            <a:lstStyle/>
            <a:p>
              <a:endParaRPr lang="en-IN"/>
            </a:p>
          </p:txBody>
        </p:sp>
      </p:grpSp>
      <p:grpSp>
        <p:nvGrpSpPr>
          <p:cNvPr id="97" name="Graphic 22">
            <a:extLst>
              <a:ext uri="{FF2B5EF4-FFF2-40B4-BE49-F238E27FC236}">
                <a16:creationId xmlns:a16="http://schemas.microsoft.com/office/drawing/2014/main" id="{C2CC0809-C5EB-FE4D-4C59-2D302EB0E8E0}"/>
              </a:ext>
            </a:extLst>
          </p:cNvPr>
          <p:cNvGrpSpPr/>
          <p:nvPr/>
        </p:nvGrpSpPr>
        <p:grpSpPr>
          <a:xfrm>
            <a:off x="9844023" y="6195366"/>
            <a:ext cx="167139" cy="169505"/>
            <a:chOff x="9752405" y="6195366"/>
            <a:chExt cx="167139" cy="169505"/>
          </a:xfrm>
          <a:noFill/>
        </p:grpSpPr>
        <p:sp>
          <p:nvSpPr>
            <p:cNvPr id="99" name="Freeform: Shape 98">
              <a:extLst>
                <a:ext uri="{FF2B5EF4-FFF2-40B4-BE49-F238E27FC236}">
                  <a16:creationId xmlns:a16="http://schemas.microsoft.com/office/drawing/2014/main" id="{90E72D3F-2763-B90B-02C5-3AB9DDC0A444}"/>
                </a:ext>
              </a:extLst>
            </p:cNvPr>
            <p:cNvSpPr/>
            <p:nvPr/>
          </p:nvSpPr>
          <p:spPr>
            <a:xfrm>
              <a:off x="9752405" y="6248018"/>
              <a:ext cx="115632" cy="116854"/>
            </a:xfrm>
            <a:custGeom>
              <a:avLst/>
              <a:gdLst>
                <a:gd name="connsiteX0" fmla="*/ 75476 w 115632"/>
                <a:gd name="connsiteY0" fmla="*/ 0 h 116854"/>
                <a:gd name="connsiteX1" fmla="*/ 5851 w 115632"/>
                <a:gd name="connsiteY1" fmla="*/ 78252 h 116854"/>
                <a:gd name="connsiteX2" fmla="*/ 6233 w 115632"/>
                <a:gd name="connsiteY2" fmla="*/ 107415 h 116854"/>
                <a:gd name="connsiteX3" fmla="*/ 9898 w 115632"/>
                <a:gd name="connsiteY3" fmla="*/ 111003 h 116854"/>
                <a:gd name="connsiteX4" fmla="*/ 39061 w 115632"/>
                <a:gd name="connsiteY4" fmla="*/ 110621 h 116854"/>
                <a:gd name="connsiteX5" fmla="*/ 115633 w 115632"/>
                <a:gd name="connsiteY5" fmla="*/ 39164 h 116854"/>
                <a:gd name="connsiteX6" fmla="*/ 88913 w 115632"/>
                <a:gd name="connsiteY6" fmla="*/ 26415 h 116854"/>
                <a:gd name="connsiteX7" fmla="*/ 75553 w 115632"/>
                <a:gd name="connsiteY7" fmla="*/ 0 h 116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15632" h="116854">
                  <a:moveTo>
                    <a:pt x="75476" y="0"/>
                  </a:moveTo>
                  <a:lnTo>
                    <a:pt x="5851" y="78252"/>
                  </a:lnTo>
                  <a:cubicBezTo>
                    <a:pt x="-2088" y="86344"/>
                    <a:pt x="-1936" y="99475"/>
                    <a:pt x="6233" y="107415"/>
                  </a:cubicBezTo>
                  <a:lnTo>
                    <a:pt x="9898" y="111003"/>
                  </a:lnTo>
                  <a:cubicBezTo>
                    <a:pt x="17990" y="118943"/>
                    <a:pt x="31121" y="118790"/>
                    <a:pt x="39061" y="110621"/>
                  </a:cubicBezTo>
                  <a:lnTo>
                    <a:pt x="115633" y="39164"/>
                  </a:lnTo>
                  <a:cubicBezTo>
                    <a:pt x="105937" y="38019"/>
                    <a:pt x="96471" y="33820"/>
                    <a:pt x="88913" y="26415"/>
                  </a:cubicBezTo>
                  <a:cubicBezTo>
                    <a:pt x="81355" y="19009"/>
                    <a:pt x="76927" y="9696"/>
                    <a:pt x="75553" y="0"/>
                  </a:cubicBezTo>
                  <a:close/>
                </a:path>
              </a:pathLst>
            </a:custGeom>
            <a:noFill/>
            <a:ln w="15269" cap="flat">
              <a:solidFill>
                <a:srgbClr val="A3A3A3"/>
              </a:solidFill>
              <a:prstDash val="solid"/>
              <a:miter/>
            </a:ln>
          </p:spPr>
          <p:txBody>
            <a:bodyPr rtlCol="0" anchor="ctr"/>
            <a:lstStyle/>
            <a:p>
              <a:endParaRPr lang="en-IN"/>
            </a:p>
          </p:txBody>
        </p:sp>
        <p:sp>
          <p:nvSpPr>
            <p:cNvPr id="100" name="Freeform: Shape 99">
              <a:extLst>
                <a:ext uri="{FF2B5EF4-FFF2-40B4-BE49-F238E27FC236}">
                  <a16:creationId xmlns:a16="http://schemas.microsoft.com/office/drawing/2014/main" id="{539A5FAB-DBEF-DFF6-5367-927B5D71CDEA}"/>
                </a:ext>
              </a:extLst>
            </p:cNvPr>
            <p:cNvSpPr/>
            <p:nvPr/>
          </p:nvSpPr>
          <p:spPr>
            <a:xfrm>
              <a:off x="9827403" y="6195366"/>
              <a:ext cx="92141" cy="92134"/>
            </a:xfrm>
            <a:custGeom>
              <a:avLst/>
              <a:gdLst>
                <a:gd name="connsiteX0" fmla="*/ 78272 w 92141"/>
                <a:gd name="connsiteY0" fmla="*/ 13106 h 92134"/>
                <a:gd name="connsiteX1" fmla="*/ 13075 w 92141"/>
                <a:gd name="connsiteY1" fmla="*/ 13869 h 92134"/>
                <a:gd name="connsiteX2" fmla="*/ 478 w 92141"/>
                <a:gd name="connsiteY2" fmla="*/ 52652 h 92134"/>
                <a:gd name="connsiteX3" fmla="*/ 13838 w 92141"/>
                <a:gd name="connsiteY3" fmla="*/ 79066 h 92134"/>
                <a:gd name="connsiteX4" fmla="*/ 40558 w 92141"/>
                <a:gd name="connsiteY4" fmla="*/ 91816 h 92134"/>
                <a:gd name="connsiteX5" fmla="*/ 79035 w 92141"/>
                <a:gd name="connsiteY5" fmla="*/ 78303 h 92134"/>
                <a:gd name="connsiteX6" fmla="*/ 78272 w 92141"/>
                <a:gd name="connsiteY6" fmla="*/ 13106 h 92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2141" h="92134">
                  <a:moveTo>
                    <a:pt x="78272" y="13106"/>
                  </a:moveTo>
                  <a:cubicBezTo>
                    <a:pt x="60026" y="-4682"/>
                    <a:pt x="30863" y="-4300"/>
                    <a:pt x="13075" y="13869"/>
                  </a:cubicBezTo>
                  <a:cubicBezTo>
                    <a:pt x="2692" y="24557"/>
                    <a:pt x="-1507" y="38910"/>
                    <a:pt x="478" y="52652"/>
                  </a:cubicBezTo>
                  <a:cubicBezTo>
                    <a:pt x="1852" y="62347"/>
                    <a:pt x="6280" y="71661"/>
                    <a:pt x="13838" y="79066"/>
                  </a:cubicBezTo>
                  <a:cubicBezTo>
                    <a:pt x="21396" y="86472"/>
                    <a:pt x="30863" y="90670"/>
                    <a:pt x="40558" y="91816"/>
                  </a:cubicBezTo>
                  <a:cubicBezTo>
                    <a:pt x="54300" y="93419"/>
                    <a:pt x="68576" y="88991"/>
                    <a:pt x="79035" y="78303"/>
                  </a:cubicBezTo>
                  <a:cubicBezTo>
                    <a:pt x="96823" y="60057"/>
                    <a:pt x="96442" y="30894"/>
                    <a:pt x="78272" y="13106"/>
                  </a:cubicBezTo>
                  <a:close/>
                </a:path>
              </a:pathLst>
            </a:custGeom>
            <a:noFill/>
            <a:ln w="15269" cap="flat">
              <a:solidFill>
                <a:srgbClr val="A3A3A3"/>
              </a:solidFill>
              <a:prstDash val="solid"/>
              <a:miter/>
            </a:ln>
          </p:spPr>
          <p:txBody>
            <a:bodyPr rtlCol="0" anchor="ctr"/>
            <a:lstStyle/>
            <a:p>
              <a:endParaRPr lang="en-IN"/>
            </a:p>
          </p:txBody>
        </p:sp>
      </p:grpSp>
      <p:grpSp>
        <p:nvGrpSpPr>
          <p:cNvPr id="138" name="Graphic 22">
            <a:extLst>
              <a:ext uri="{FF2B5EF4-FFF2-40B4-BE49-F238E27FC236}">
                <a16:creationId xmlns:a16="http://schemas.microsoft.com/office/drawing/2014/main" id="{2B186AF0-9659-DE34-187A-0739D3E9F466}"/>
              </a:ext>
            </a:extLst>
          </p:cNvPr>
          <p:cNvGrpSpPr/>
          <p:nvPr/>
        </p:nvGrpSpPr>
        <p:grpSpPr>
          <a:xfrm>
            <a:off x="10246401" y="6212824"/>
            <a:ext cx="200782" cy="134592"/>
            <a:chOff x="10154783" y="6212824"/>
            <a:chExt cx="200782" cy="134592"/>
          </a:xfrm>
          <a:noFill/>
        </p:grpSpPr>
        <p:sp>
          <p:nvSpPr>
            <p:cNvPr id="139" name="Freeform: Shape 138">
              <a:extLst>
                <a:ext uri="{FF2B5EF4-FFF2-40B4-BE49-F238E27FC236}">
                  <a16:creationId xmlns:a16="http://schemas.microsoft.com/office/drawing/2014/main" id="{FEA6EF92-60FB-93E5-B1FF-C1E5D2FC1DA3}"/>
                </a:ext>
              </a:extLst>
            </p:cNvPr>
            <p:cNvSpPr/>
            <p:nvPr/>
          </p:nvSpPr>
          <p:spPr>
            <a:xfrm>
              <a:off x="10154783" y="6212824"/>
              <a:ext cx="200782" cy="35423"/>
            </a:xfrm>
            <a:custGeom>
              <a:avLst/>
              <a:gdLst>
                <a:gd name="connsiteX0" fmla="*/ 183071 w 200782"/>
                <a:gd name="connsiteY0" fmla="*/ 0 h 35423"/>
                <a:gd name="connsiteX1" fmla="*/ 200782 w 200782"/>
                <a:gd name="connsiteY1" fmla="*/ 17712 h 35423"/>
                <a:gd name="connsiteX2" fmla="*/ 200782 w 200782"/>
                <a:gd name="connsiteY2" fmla="*/ 17712 h 35423"/>
                <a:gd name="connsiteX3" fmla="*/ 183071 w 200782"/>
                <a:gd name="connsiteY3" fmla="*/ 35423 h 35423"/>
                <a:gd name="connsiteX4" fmla="*/ 17711 w 200782"/>
                <a:gd name="connsiteY4" fmla="*/ 35423 h 35423"/>
                <a:gd name="connsiteX5" fmla="*/ 0 w 200782"/>
                <a:gd name="connsiteY5" fmla="*/ 17712 h 35423"/>
                <a:gd name="connsiteX6" fmla="*/ 0 w 200782"/>
                <a:gd name="connsiteY6" fmla="*/ 17712 h 35423"/>
                <a:gd name="connsiteX7" fmla="*/ 17711 w 200782"/>
                <a:gd name="connsiteY7" fmla="*/ 0 h 35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0782" h="35423">
                  <a:moveTo>
                    <a:pt x="183071" y="0"/>
                  </a:moveTo>
                  <a:cubicBezTo>
                    <a:pt x="192852" y="0"/>
                    <a:pt x="200782" y="7930"/>
                    <a:pt x="200782" y="17712"/>
                  </a:cubicBezTo>
                  <a:lnTo>
                    <a:pt x="200782" y="17712"/>
                  </a:lnTo>
                  <a:cubicBezTo>
                    <a:pt x="200782" y="27493"/>
                    <a:pt x="192852" y="35423"/>
                    <a:pt x="183071" y="35423"/>
                  </a:cubicBezTo>
                  <a:lnTo>
                    <a:pt x="17711" y="35423"/>
                  </a:lnTo>
                  <a:cubicBezTo>
                    <a:pt x="7930" y="35423"/>
                    <a:pt x="0" y="27493"/>
                    <a:pt x="0" y="17712"/>
                  </a:cubicBezTo>
                  <a:lnTo>
                    <a:pt x="0" y="17712"/>
                  </a:lnTo>
                  <a:cubicBezTo>
                    <a:pt x="0" y="7930"/>
                    <a:pt x="7930" y="0"/>
                    <a:pt x="17711" y="0"/>
                  </a:cubicBezTo>
                  <a:close/>
                </a:path>
              </a:pathLst>
            </a:custGeom>
            <a:noFill/>
            <a:ln w="15269" cap="flat">
              <a:solidFill>
                <a:srgbClr val="A3A3A3"/>
              </a:solidFill>
              <a:prstDash val="solid"/>
              <a:miter/>
            </a:ln>
          </p:spPr>
          <p:txBody>
            <a:bodyPr rtlCol="0" anchor="ctr"/>
            <a:lstStyle/>
            <a:p>
              <a:endParaRPr lang="en-IN"/>
            </a:p>
          </p:txBody>
        </p:sp>
        <p:sp>
          <p:nvSpPr>
            <p:cNvPr id="140" name="Freeform: Shape 139">
              <a:extLst>
                <a:ext uri="{FF2B5EF4-FFF2-40B4-BE49-F238E27FC236}">
                  <a16:creationId xmlns:a16="http://schemas.microsoft.com/office/drawing/2014/main" id="{DB5CC66F-36AF-15E5-7ECC-FDF0F31A3268}"/>
                </a:ext>
              </a:extLst>
            </p:cNvPr>
            <p:cNvSpPr/>
            <p:nvPr/>
          </p:nvSpPr>
          <p:spPr>
            <a:xfrm>
              <a:off x="10154783" y="6302527"/>
              <a:ext cx="200782" cy="7634"/>
            </a:xfrm>
            <a:custGeom>
              <a:avLst/>
              <a:gdLst>
                <a:gd name="connsiteX0" fmla="*/ 0 w 200782"/>
                <a:gd name="connsiteY0" fmla="*/ 0 h 7634"/>
                <a:gd name="connsiteX1" fmla="*/ 200782 w 200782"/>
                <a:gd name="connsiteY1" fmla="*/ 0 h 7634"/>
              </a:gdLst>
              <a:ahLst/>
              <a:cxnLst>
                <a:cxn ang="0">
                  <a:pos x="connsiteX0" y="connsiteY0"/>
                </a:cxn>
                <a:cxn ang="0">
                  <a:pos x="connsiteX1" y="connsiteY1"/>
                </a:cxn>
              </a:cxnLst>
              <a:rect l="l" t="t" r="r" b="b"/>
              <a:pathLst>
                <a:path w="200782" h="7634">
                  <a:moveTo>
                    <a:pt x="0" y="0"/>
                  </a:moveTo>
                  <a:lnTo>
                    <a:pt x="200782" y="0"/>
                  </a:lnTo>
                </a:path>
              </a:pathLst>
            </a:custGeom>
            <a:ln w="15269" cap="flat">
              <a:solidFill>
                <a:srgbClr val="A3A3A3"/>
              </a:solidFill>
              <a:prstDash val="solid"/>
              <a:miter/>
            </a:ln>
          </p:spPr>
          <p:txBody>
            <a:bodyPr rtlCol="0" anchor="ctr"/>
            <a:lstStyle/>
            <a:p>
              <a:endParaRPr lang="en-IN"/>
            </a:p>
          </p:txBody>
        </p:sp>
        <p:sp>
          <p:nvSpPr>
            <p:cNvPr id="141" name="Freeform: Shape 140">
              <a:extLst>
                <a:ext uri="{FF2B5EF4-FFF2-40B4-BE49-F238E27FC236}">
                  <a16:creationId xmlns:a16="http://schemas.microsoft.com/office/drawing/2014/main" id="{3533E77B-B3E9-CBC2-99BC-4A2F15B16095}"/>
                </a:ext>
              </a:extLst>
            </p:cNvPr>
            <p:cNvSpPr/>
            <p:nvPr/>
          </p:nvSpPr>
          <p:spPr>
            <a:xfrm>
              <a:off x="10154783" y="6347417"/>
              <a:ext cx="200782" cy="7634"/>
            </a:xfrm>
            <a:custGeom>
              <a:avLst/>
              <a:gdLst>
                <a:gd name="connsiteX0" fmla="*/ 0 w 200782"/>
                <a:gd name="connsiteY0" fmla="*/ 0 h 7634"/>
                <a:gd name="connsiteX1" fmla="*/ 200782 w 200782"/>
                <a:gd name="connsiteY1" fmla="*/ 0 h 7634"/>
              </a:gdLst>
              <a:ahLst/>
              <a:cxnLst>
                <a:cxn ang="0">
                  <a:pos x="connsiteX0" y="connsiteY0"/>
                </a:cxn>
                <a:cxn ang="0">
                  <a:pos x="connsiteX1" y="connsiteY1"/>
                </a:cxn>
              </a:cxnLst>
              <a:rect l="l" t="t" r="r" b="b"/>
              <a:pathLst>
                <a:path w="200782" h="7634">
                  <a:moveTo>
                    <a:pt x="0" y="0"/>
                  </a:moveTo>
                  <a:lnTo>
                    <a:pt x="200782" y="0"/>
                  </a:lnTo>
                </a:path>
              </a:pathLst>
            </a:custGeom>
            <a:ln w="15269" cap="flat">
              <a:solidFill>
                <a:srgbClr val="A3A3A3"/>
              </a:solidFill>
              <a:prstDash val="solid"/>
              <a:miter/>
            </a:ln>
          </p:spPr>
          <p:txBody>
            <a:bodyPr rtlCol="0" anchor="ctr"/>
            <a:lstStyle/>
            <a:p>
              <a:endParaRPr lang="en-IN"/>
            </a:p>
          </p:txBody>
        </p:sp>
      </p:grpSp>
      <p:grpSp>
        <p:nvGrpSpPr>
          <p:cNvPr id="142" name="Graphic 22">
            <a:extLst>
              <a:ext uri="{FF2B5EF4-FFF2-40B4-BE49-F238E27FC236}">
                <a16:creationId xmlns:a16="http://schemas.microsoft.com/office/drawing/2014/main" id="{2BE2AB2F-E7A8-E0E4-226F-2C8B453AB524}"/>
              </a:ext>
            </a:extLst>
          </p:cNvPr>
          <p:cNvGrpSpPr/>
          <p:nvPr/>
        </p:nvGrpSpPr>
        <p:grpSpPr>
          <a:xfrm>
            <a:off x="10818745" y="6205799"/>
            <a:ext cx="75350" cy="150701"/>
            <a:chOff x="10727127" y="6205800"/>
            <a:chExt cx="75350" cy="150701"/>
          </a:xfrm>
          <a:noFill/>
        </p:grpSpPr>
        <p:sp>
          <p:nvSpPr>
            <p:cNvPr id="144" name="Freeform: Shape 143">
              <a:extLst>
                <a:ext uri="{FF2B5EF4-FFF2-40B4-BE49-F238E27FC236}">
                  <a16:creationId xmlns:a16="http://schemas.microsoft.com/office/drawing/2014/main" id="{23054A5B-34A1-72E0-C28E-EB4D26DEC857}"/>
                </a:ext>
              </a:extLst>
            </p:cNvPr>
            <p:cNvSpPr/>
            <p:nvPr/>
          </p:nvSpPr>
          <p:spPr>
            <a:xfrm>
              <a:off x="10727127" y="6205800"/>
              <a:ext cx="75350" cy="150701"/>
            </a:xfrm>
            <a:custGeom>
              <a:avLst/>
              <a:gdLst>
                <a:gd name="connsiteX0" fmla="*/ 0 w 75350"/>
                <a:gd name="connsiteY0" fmla="*/ 0 h 150701"/>
                <a:gd name="connsiteX1" fmla="*/ 75351 w 75350"/>
                <a:gd name="connsiteY1" fmla="*/ 75351 h 150701"/>
                <a:gd name="connsiteX2" fmla="*/ 0 w 75350"/>
                <a:gd name="connsiteY2" fmla="*/ 150701 h 150701"/>
              </a:gdLst>
              <a:ahLst/>
              <a:cxnLst>
                <a:cxn ang="0">
                  <a:pos x="connsiteX0" y="connsiteY0"/>
                </a:cxn>
                <a:cxn ang="0">
                  <a:pos x="connsiteX1" y="connsiteY1"/>
                </a:cxn>
                <a:cxn ang="0">
                  <a:pos x="connsiteX2" y="connsiteY2"/>
                </a:cxn>
              </a:cxnLst>
              <a:rect l="l" t="t" r="r" b="b"/>
              <a:pathLst>
                <a:path w="75350" h="150701">
                  <a:moveTo>
                    <a:pt x="0" y="0"/>
                  </a:moveTo>
                  <a:cubicBezTo>
                    <a:pt x="41607" y="0"/>
                    <a:pt x="75351" y="33744"/>
                    <a:pt x="75351" y="75351"/>
                  </a:cubicBezTo>
                  <a:cubicBezTo>
                    <a:pt x="75351" y="116958"/>
                    <a:pt x="41607" y="150701"/>
                    <a:pt x="0" y="150701"/>
                  </a:cubicBezTo>
                </a:path>
              </a:pathLst>
            </a:custGeom>
            <a:noFill/>
            <a:ln w="15269" cap="flat">
              <a:solidFill>
                <a:srgbClr val="A3A3A3"/>
              </a:solidFill>
              <a:prstDash val="solid"/>
              <a:miter/>
            </a:ln>
          </p:spPr>
          <p:txBody>
            <a:bodyPr rtlCol="0" anchor="ctr"/>
            <a:lstStyle/>
            <a:p>
              <a:endParaRPr lang="en-IN"/>
            </a:p>
          </p:txBody>
        </p:sp>
        <p:sp>
          <p:nvSpPr>
            <p:cNvPr id="145" name="Freeform: Shape 144">
              <a:extLst>
                <a:ext uri="{FF2B5EF4-FFF2-40B4-BE49-F238E27FC236}">
                  <a16:creationId xmlns:a16="http://schemas.microsoft.com/office/drawing/2014/main" id="{D76056CF-9257-10EC-7CDA-C1BB0FE47D44}"/>
                </a:ext>
              </a:extLst>
            </p:cNvPr>
            <p:cNvSpPr/>
            <p:nvPr/>
          </p:nvSpPr>
          <p:spPr>
            <a:xfrm>
              <a:off x="10727127" y="6236032"/>
              <a:ext cx="45119" cy="90237"/>
            </a:xfrm>
            <a:custGeom>
              <a:avLst/>
              <a:gdLst>
                <a:gd name="connsiteX0" fmla="*/ 0 w 45119"/>
                <a:gd name="connsiteY0" fmla="*/ 0 h 90237"/>
                <a:gd name="connsiteX1" fmla="*/ 45119 w 45119"/>
                <a:gd name="connsiteY1" fmla="*/ 45119 h 90237"/>
                <a:gd name="connsiteX2" fmla="*/ 0 w 45119"/>
                <a:gd name="connsiteY2" fmla="*/ 90238 h 90237"/>
              </a:gdLst>
              <a:ahLst/>
              <a:cxnLst>
                <a:cxn ang="0">
                  <a:pos x="connsiteX0" y="connsiteY0"/>
                </a:cxn>
                <a:cxn ang="0">
                  <a:pos x="connsiteX1" y="connsiteY1"/>
                </a:cxn>
                <a:cxn ang="0">
                  <a:pos x="connsiteX2" y="connsiteY2"/>
                </a:cxn>
              </a:cxnLst>
              <a:rect l="l" t="t" r="r" b="b"/>
              <a:pathLst>
                <a:path w="45119" h="90237">
                  <a:moveTo>
                    <a:pt x="0" y="0"/>
                  </a:moveTo>
                  <a:cubicBezTo>
                    <a:pt x="24888" y="0"/>
                    <a:pt x="45119" y="20155"/>
                    <a:pt x="45119" y="45119"/>
                  </a:cubicBezTo>
                  <a:cubicBezTo>
                    <a:pt x="45119" y="70083"/>
                    <a:pt x="24964" y="90238"/>
                    <a:pt x="0" y="90238"/>
                  </a:cubicBezTo>
                </a:path>
              </a:pathLst>
            </a:custGeom>
            <a:noFill/>
            <a:ln w="15269" cap="flat">
              <a:solidFill>
                <a:srgbClr val="A3A3A3"/>
              </a:solidFill>
              <a:prstDash val="solid"/>
              <a:miter/>
            </a:ln>
          </p:spPr>
          <p:txBody>
            <a:bodyPr rtlCol="0" anchor="ctr"/>
            <a:lstStyle/>
            <a:p>
              <a:endParaRPr lang="en-IN"/>
            </a:p>
          </p:txBody>
        </p:sp>
      </p:grpSp>
      <p:grpSp>
        <p:nvGrpSpPr>
          <p:cNvPr id="146" name="Graphic 22">
            <a:extLst>
              <a:ext uri="{FF2B5EF4-FFF2-40B4-BE49-F238E27FC236}">
                <a16:creationId xmlns:a16="http://schemas.microsoft.com/office/drawing/2014/main" id="{385BF348-D130-6AFE-9C03-411722F54EE1}"/>
              </a:ext>
            </a:extLst>
          </p:cNvPr>
          <p:cNvGrpSpPr/>
          <p:nvPr/>
        </p:nvGrpSpPr>
        <p:grpSpPr>
          <a:xfrm>
            <a:off x="11050447" y="6302527"/>
            <a:ext cx="725717" cy="7634"/>
            <a:chOff x="10958829" y="6302527"/>
            <a:chExt cx="725717" cy="7634"/>
          </a:xfrm>
        </p:grpSpPr>
        <p:sp>
          <p:nvSpPr>
            <p:cNvPr id="147" name="Freeform: Shape 146">
              <a:extLst>
                <a:ext uri="{FF2B5EF4-FFF2-40B4-BE49-F238E27FC236}">
                  <a16:creationId xmlns:a16="http://schemas.microsoft.com/office/drawing/2014/main" id="{FA90F580-F742-5433-2050-50F824095147}"/>
                </a:ext>
              </a:extLst>
            </p:cNvPr>
            <p:cNvSpPr/>
            <p:nvPr/>
          </p:nvSpPr>
          <p:spPr>
            <a:xfrm>
              <a:off x="10958829" y="6302527"/>
              <a:ext cx="725717" cy="7634"/>
            </a:xfrm>
            <a:custGeom>
              <a:avLst/>
              <a:gdLst>
                <a:gd name="connsiteX0" fmla="*/ 0 w 725717"/>
                <a:gd name="connsiteY0" fmla="*/ 0 h 7634"/>
                <a:gd name="connsiteX1" fmla="*/ 725718 w 725717"/>
                <a:gd name="connsiteY1" fmla="*/ 0 h 7634"/>
              </a:gdLst>
              <a:ahLst/>
              <a:cxnLst>
                <a:cxn ang="0">
                  <a:pos x="connsiteX0" y="connsiteY0"/>
                </a:cxn>
                <a:cxn ang="0">
                  <a:pos x="connsiteX1" y="connsiteY1"/>
                </a:cxn>
              </a:cxnLst>
              <a:rect l="l" t="t" r="r" b="b"/>
              <a:pathLst>
                <a:path w="725717" h="7634">
                  <a:moveTo>
                    <a:pt x="0" y="0"/>
                  </a:moveTo>
                  <a:lnTo>
                    <a:pt x="725718" y="0"/>
                  </a:lnTo>
                </a:path>
              </a:pathLst>
            </a:custGeom>
            <a:ln w="22903" cap="rnd">
              <a:solidFill>
                <a:srgbClr val="A3A3A3"/>
              </a:solidFill>
              <a:prstDash val="solid"/>
              <a:round/>
            </a:ln>
          </p:spPr>
          <p:txBody>
            <a:bodyPr rtlCol="0" anchor="ctr"/>
            <a:lstStyle/>
            <a:p>
              <a:endParaRPr lang="en-IN"/>
            </a:p>
          </p:txBody>
        </p:sp>
        <p:sp>
          <p:nvSpPr>
            <p:cNvPr id="148" name="Freeform: Shape 147">
              <a:extLst>
                <a:ext uri="{FF2B5EF4-FFF2-40B4-BE49-F238E27FC236}">
                  <a16:creationId xmlns:a16="http://schemas.microsoft.com/office/drawing/2014/main" id="{ADE69317-F0A5-46B8-682F-2AC4EB2F9B53}"/>
                </a:ext>
              </a:extLst>
            </p:cNvPr>
            <p:cNvSpPr/>
            <p:nvPr/>
          </p:nvSpPr>
          <p:spPr>
            <a:xfrm>
              <a:off x="10958829" y="6302527"/>
              <a:ext cx="609829" cy="7634"/>
            </a:xfrm>
            <a:custGeom>
              <a:avLst/>
              <a:gdLst>
                <a:gd name="connsiteX0" fmla="*/ 0 w 609829"/>
                <a:gd name="connsiteY0" fmla="*/ 0 h 7634"/>
                <a:gd name="connsiteX1" fmla="*/ 609829 w 609829"/>
                <a:gd name="connsiteY1" fmla="*/ 0 h 7634"/>
              </a:gdLst>
              <a:ahLst/>
              <a:cxnLst>
                <a:cxn ang="0">
                  <a:pos x="connsiteX0" y="connsiteY0"/>
                </a:cxn>
                <a:cxn ang="0">
                  <a:pos x="connsiteX1" y="connsiteY1"/>
                </a:cxn>
              </a:cxnLst>
              <a:rect l="l" t="t" r="r" b="b"/>
              <a:pathLst>
                <a:path w="609829" h="7634">
                  <a:moveTo>
                    <a:pt x="0" y="0"/>
                  </a:moveTo>
                  <a:lnTo>
                    <a:pt x="609829" y="0"/>
                  </a:lnTo>
                </a:path>
              </a:pathLst>
            </a:custGeom>
            <a:ln w="22903" cap="rnd">
              <a:solidFill>
                <a:srgbClr val="FFFFFF"/>
              </a:solidFill>
              <a:prstDash val="solid"/>
              <a:round/>
            </a:ln>
          </p:spPr>
          <p:txBody>
            <a:bodyPr rtlCol="0" anchor="ctr"/>
            <a:lstStyle/>
            <a:p>
              <a:endParaRPr lang="en-IN"/>
            </a:p>
          </p:txBody>
        </p:sp>
      </p:grpSp>
      <p:pic>
        <p:nvPicPr>
          <p:cNvPr id="154" name="Graphic 153">
            <a:extLst>
              <a:ext uri="{FF2B5EF4-FFF2-40B4-BE49-F238E27FC236}">
                <a16:creationId xmlns:a16="http://schemas.microsoft.com/office/drawing/2014/main" id="{9C8D998C-CF4B-E90B-5C51-374F7AAB039F}"/>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10624019" y="6166835"/>
            <a:ext cx="157675" cy="228629"/>
          </a:xfrm>
          <a:prstGeom prst="rect">
            <a:avLst/>
          </a:prstGeom>
        </p:spPr>
      </p:pic>
      <p:pic>
        <p:nvPicPr>
          <p:cNvPr id="157" name="Picture Placeholder 156" descr="Text&#10;&#10;Description automatically generated">
            <a:extLst>
              <a:ext uri="{FF2B5EF4-FFF2-40B4-BE49-F238E27FC236}">
                <a16:creationId xmlns:a16="http://schemas.microsoft.com/office/drawing/2014/main" id="{C24F1819-70E8-7961-1322-5BCAD655518A}"/>
              </a:ext>
            </a:extLst>
          </p:cNvPr>
          <p:cNvPicPr>
            <a:picLocks noGrp="1" noChangeAspect="1"/>
          </p:cNvPicPr>
          <p:nvPr>
            <p:ph type="pic" sz="quarter" idx="10"/>
          </p:nvPr>
        </p:nvPicPr>
        <p:blipFill>
          <a:blip r:embed="rId4">
            <a:extLst>
              <a:ext uri="{28A0092B-C50C-407E-A947-70E740481C1C}">
                <a14:useLocalDpi xmlns:a14="http://schemas.microsoft.com/office/drawing/2010/main" val="0"/>
              </a:ext>
            </a:extLst>
          </a:blip>
          <a:srcRect/>
          <a:stretch>
            <a:fillRect/>
          </a:stretch>
        </p:blipFill>
        <p:spPr/>
      </p:pic>
    </p:spTree>
    <p:extLst>
      <p:ext uri="{BB962C8B-B14F-4D97-AF65-F5344CB8AC3E}">
        <p14:creationId xmlns:p14="http://schemas.microsoft.com/office/powerpoint/2010/main" val="176945930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850</TotalTime>
  <Words>431</Words>
  <Application>Microsoft Office PowerPoint</Application>
  <PresentationFormat>Widescreen</PresentationFormat>
  <Paragraphs>127</Paragraphs>
  <Slides>9</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9</vt:i4>
      </vt:variant>
    </vt:vector>
  </HeadingPairs>
  <TitlesOfParts>
    <vt:vector size="21" baseType="lpstr">
      <vt:lpstr>MV Boli</vt:lpstr>
      <vt:lpstr>Open Sans</vt:lpstr>
      <vt:lpstr>Calibri Light</vt:lpstr>
      <vt:lpstr>Microsoft PhagsPa</vt:lpstr>
      <vt:lpstr>Calibri</vt:lpstr>
      <vt:lpstr>Poppins Medium</vt:lpstr>
      <vt:lpstr>Arial</vt:lpstr>
      <vt:lpstr>Bahnschrift SemiLight SemiConde</vt:lpstr>
      <vt:lpstr>Poppins SemiBold</vt:lpstr>
      <vt:lpstr>Poppins-Medium</vt:lpstr>
      <vt:lpstr>Poppins-Regular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Amal R Babu</dc:creator>
  <cp:lastModifiedBy>Windows User</cp:lastModifiedBy>
  <cp:revision>11</cp:revision>
  <dcterms:created xsi:type="dcterms:W3CDTF">2022-11-28T05:54:09Z</dcterms:created>
  <dcterms:modified xsi:type="dcterms:W3CDTF">2025-05-30T10:14:51Z</dcterms:modified>
</cp:coreProperties>
</file>